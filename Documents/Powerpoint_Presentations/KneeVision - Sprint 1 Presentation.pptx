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1" r:id="rId4"/>
    <p:sldMasterId id="214748369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Lst>
  <p:sldSz cy="5143500" cx="9144000"/>
  <p:notesSz cx="6858000" cy="9144000"/>
  <p:embeddedFontLst>
    <p:embeddedFont>
      <p:font typeface="Raleway"/>
      <p:regular r:id="rId71"/>
      <p:bold r:id="rId72"/>
      <p:italic r:id="rId73"/>
      <p:boldItalic r:id="rId74"/>
    </p:embeddedFont>
    <p:embeddedFont>
      <p:font typeface="Inter SemiBold"/>
      <p:regular r:id="rId75"/>
      <p:bold r:id="rId76"/>
      <p:italic r:id="rId77"/>
      <p:boldItalic r:id="rId78"/>
    </p:embeddedFont>
    <p:embeddedFont>
      <p:font typeface="Poppins"/>
      <p:regular r:id="rId79"/>
      <p:bold r:id="rId80"/>
      <p:italic r:id="rId81"/>
      <p:boldItalic r:id="rId82"/>
    </p:embeddedFont>
    <p:embeddedFont>
      <p:font typeface="Inter"/>
      <p:regular r:id="rId83"/>
      <p:bold r:id="rId84"/>
      <p:italic r:id="rId85"/>
      <p:boldItalic r:id="rId86"/>
    </p:embeddedFont>
    <p:embeddedFont>
      <p:font typeface="Lato"/>
      <p:regular r:id="rId87"/>
      <p:bold r:id="rId88"/>
      <p:italic r:id="rId89"/>
      <p:boldItalic r:id="rId90"/>
    </p:embeddedFont>
    <p:embeddedFont>
      <p:font typeface="Albert Sans Light"/>
      <p:regular r:id="rId91"/>
      <p:bold r:id="rId92"/>
      <p:italic r:id="rId93"/>
      <p:boldItalic r:id="rId94"/>
    </p:embeddedFont>
    <p:embeddedFont>
      <p:font typeface="Albert Sans"/>
      <p:regular r:id="rId95"/>
      <p:bold r:id="rId96"/>
      <p:italic r:id="rId97"/>
      <p:boldItalic r:id="rId98"/>
    </p:embeddedFont>
    <p:embeddedFont>
      <p:font typeface="Viaoda Libre"/>
      <p:regular r:id="rId9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8EDC514-BB95-446D-AB64-DFB32CEAF209}">
  <a:tblStyle styleId="{18EDC514-BB95-446D-AB64-DFB32CEAF209}" styleName="Table_0">
    <a:wholeTbl>
      <a:tcTxStyle b="off" i="off">
        <a:font>
          <a:latin typeface="Arial"/>
          <a:ea typeface="Arial"/>
          <a:cs typeface="Arial"/>
        </a:font>
        <a:srgbClr val="000000"/>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E6E6E6"/>
          </a:solidFill>
        </a:fill>
      </a:tcStyle>
    </a:wholeTbl>
    <a:band1H>
      <a:tcTxStyle/>
      <a:tcStyle>
        <a:fill>
          <a:solidFill>
            <a:srgbClr val="CACACA"/>
          </a:solidFill>
        </a:fill>
      </a:tcStyle>
    </a:band1H>
    <a:band2H>
      <a:tcTxStyle/>
    </a:band2H>
    <a:band1V>
      <a:tcTxStyle/>
      <a:tcStyle>
        <a:fill>
          <a:solidFill>
            <a:srgbClr val="CACACA"/>
          </a:solidFill>
        </a:fill>
      </a:tcStyle>
    </a:band1V>
    <a:band2V>
      <a:tcTxStyle/>
    </a:band2V>
    <a:lastCol>
      <a:tcTxStyle b="on" i="off"/>
    </a:lastCol>
    <a:firstCol>
      <a:tcTxStyle b="on" i="off"/>
    </a:firstCol>
    <a:lastRow>
      <a:tcTxStyle b="on" i="off"/>
      <a:tcStyle>
        <a:tcBdr>
          <a:top>
            <a:ln cap="flat" cmpd="sng" w="50800">
              <a:solidFill>
                <a:srgbClr val="000000"/>
              </a:solidFill>
              <a:prstDash val="solid"/>
              <a:round/>
              <a:headEnd len="sm" w="sm" type="none"/>
              <a:tailEnd len="sm" w="sm" type="none"/>
            </a:ln>
          </a:top>
        </a:tcBdr>
        <a:fill>
          <a:solidFill>
            <a:srgbClr val="E6E6E6"/>
          </a:solidFill>
        </a:fill>
      </a:tcStyle>
    </a:lastRow>
    <a:seCell>
      <a:tcTxStyle/>
    </a:seCell>
    <a:swCell>
      <a:tcTxStyle/>
    </a:swCell>
    <a:firstRow>
      <a:tcTxStyle b="on" i="off">
        <a:font>
          <a:latin typeface="Arial"/>
          <a:ea typeface="Arial"/>
          <a:cs typeface="Arial"/>
        </a:font>
        <a:srgbClr val="FFFFFF"/>
      </a:tcTxStyle>
      <a:tcStyle>
        <a:fill>
          <a:solidFill>
            <a:srgbClr val="000000"/>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95" Type="http://schemas.openxmlformats.org/officeDocument/2006/relationships/font" Target="fonts/AlbertSans-regular.fntdata"/><Relationship Id="rId94" Type="http://schemas.openxmlformats.org/officeDocument/2006/relationships/font" Target="fonts/AlbertSansLight-boldItalic.fntdata"/><Relationship Id="rId97" Type="http://schemas.openxmlformats.org/officeDocument/2006/relationships/font" Target="fonts/AlbertSans-italic.fntdata"/><Relationship Id="rId96" Type="http://schemas.openxmlformats.org/officeDocument/2006/relationships/font" Target="fonts/AlbertSans-bold.fntdata"/><Relationship Id="rId11" Type="http://schemas.openxmlformats.org/officeDocument/2006/relationships/slide" Target="slides/slide5.xml"/><Relationship Id="rId99" Type="http://schemas.openxmlformats.org/officeDocument/2006/relationships/font" Target="fonts/ViaodaLibre-regular.fntdata"/><Relationship Id="rId10" Type="http://schemas.openxmlformats.org/officeDocument/2006/relationships/slide" Target="slides/slide4.xml"/><Relationship Id="rId98" Type="http://schemas.openxmlformats.org/officeDocument/2006/relationships/font" Target="fonts/AlbertSans-boldItalic.fntdata"/><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font" Target="fonts/AlbertSansLight-regular.fntdata"/><Relationship Id="rId90" Type="http://schemas.openxmlformats.org/officeDocument/2006/relationships/font" Target="fonts/Lato-boldItalic.fntdata"/><Relationship Id="rId93" Type="http://schemas.openxmlformats.org/officeDocument/2006/relationships/font" Target="fonts/AlbertSansLight-italic.fntdata"/><Relationship Id="rId92" Type="http://schemas.openxmlformats.org/officeDocument/2006/relationships/font" Target="fonts/AlbertSansLight-bold.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 Id="rId84" Type="http://schemas.openxmlformats.org/officeDocument/2006/relationships/font" Target="fonts/Inter-bold.fntdata"/><Relationship Id="rId83" Type="http://schemas.openxmlformats.org/officeDocument/2006/relationships/font" Target="fonts/Inter-regular.fntdata"/><Relationship Id="rId86" Type="http://schemas.openxmlformats.org/officeDocument/2006/relationships/font" Target="fonts/Inter-boldItalic.fntdata"/><Relationship Id="rId85" Type="http://schemas.openxmlformats.org/officeDocument/2006/relationships/font" Target="fonts/Inter-italic.fntdata"/><Relationship Id="rId88" Type="http://schemas.openxmlformats.org/officeDocument/2006/relationships/font" Target="fonts/Lato-bold.fntdata"/><Relationship Id="rId87" Type="http://schemas.openxmlformats.org/officeDocument/2006/relationships/font" Target="fonts/Lato-regular.fntdata"/><Relationship Id="rId89" Type="http://schemas.openxmlformats.org/officeDocument/2006/relationships/font" Target="fonts/Lato-italic.fntdata"/><Relationship Id="rId80" Type="http://schemas.openxmlformats.org/officeDocument/2006/relationships/font" Target="fonts/Poppins-bold.fntdata"/><Relationship Id="rId82" Type="http://schemas.openxmlformats.org/officeDocument/2006/relationships/font" Target="fonts/Poppins-boldItalic.fntdata"/><Relationship Id="rId81" Type="http://schemas.openxmlformats.org/officeDocument/2006/relationships/font" Target="fonts/Poppins-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Raleway-italic.fntdata"/><Relationship Id="rId72" Type="http://schemas.openxmlformats.org/officeDocument/2006/relationships/font" Target="fonts/Raleway-bold.fntdata"/><Relationship Id="rId75" Type="http://schemas.openxmlformats.org/officeDocument/2006/relationships/font" Target="fonts/InterSemiBold-regular.fntdata"/><Relationship Id="rId74" Type="http://schemas.openxmlformats.org/officeDocument/2006/relationships/font" Target="fonts/Raleway-boldItalic.fntdata"/><Relationship Id="rId77" Type="http://schemas.openxmlformats.org/officeDocument/2006/relationships/font" Target="fonts/InterSemiBold-italic.fntdata"/><Relationship Id="rId76" Type="http://schemas.openxmlformats.org/officeDocument/2006/relationships/font" Target="fonts/InterSemiBold-bold.fntdata"/><Relationship Id="rId79" Type="http://schemas.openxmlformats.org/officeDocument/2006/relationships/font" Target="fonts/Poppins-regular.fntdata"/><Relationship Id="rId78" Type="http://schemas.openxmlformats.org/officeDocument/2006/relationships/font" Target="fonts/InterSemiBold-boldItalic.fntdata"/><Relationship Id="rId71" Type="http://schemas.openxmlformats.org/officeDocument/2006/relationships/font" Target="fonts/Raleway-regular.fntdata"/><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62ff4209b5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62ff4209b5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421486c3c2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421486c3c2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c902e1d245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c902e1d245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9620fdce9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9620fdce9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421486c3c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421486c3c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c902e1d245_0_3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c902e1d245_0_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96485c2ca8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96485c2ca8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c902e1d245_0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c902e1d245_0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c902e1d245_0_2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c902e1d245_0_2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c902e1d245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3c902e1d245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c902e1d245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c902e1d245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c902e1d245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3c902e1d245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c902e1d245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3c902e1d245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9620fdce96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39620fdce96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c902e1d245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3c902e1d245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9652f510fd_3_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7" name="Google Shape;417;g39652f510fd_3_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39652f510fd_3_1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2" name="Google Shape;472;g39652f510fd_3_1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39652f510fd_3_1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9" name="Google Shape;499;g39652f510fd_3_1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39652f510fd_3_2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8" name="Google Shape;538;g39652f510fd_3_2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39620fdce96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9" name="Google Shape;569;g39620fdce96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39620fdce96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6" name="Google Shape;576;g39620fdce96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39620fdce96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2" name="Google Shape;582;g39620fdce96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39620fdce96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9" name="Google Shape;589;g39620fdce96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39620fdce96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6" name="Google Shape;596;g39620fdce96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39620fdce96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2" name="Google Shape;602;g39620fdce96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39620fdce96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9" name="Google Shape;609;g39620fdce96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3966204d178_3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6" name="Google Shape;616;g3966204d178_3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966204d178_3_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1" name="Google Shape;651;g3966204d178_3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3966204d178_3_8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6" name="Google Shape;706;g3966204d178_3_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g39664040a1e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1" name="Google Shape;761;g39664040a1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g3966204d178_3_1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0" name="Google Shape;790;g3966204d178_3_1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g3d1ebd1a4e8_0_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6" name="Google Shape;936;g3d1ebd1a4e8_0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g3966204d178_3_3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6" name="Google Shape;1006;g3966204d178_3_3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g3c902e1d245_0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1" name="Google Shape;1171;g3c902e1d245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SL</a:t>
            </a:r>
            <a:r>
              <a:rPr lang="en"/>
              <a:t>  start</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6" name="Shape 1176"/>
        <p:cNvGrpSpPr/>
        <p:nvPr/>
      </p:nvGrpSpPr>
      <p:grpSpPr>
        <a:xfrm>
          <a:off x="0" y="0"/>
          <a:ext cx="0" cy="0"/>
          <a:chOff x="0" y="0"/>
          <a:chExt cx="0" cy="0"/>
        </a:xfrm>
      </p:grpSpPr>
      <p:sp>
        <p:nvSpPr>
          <p:cNvPr id="1177" name="Google Shape;1177;g39620fdce96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8" name="Google Shape;1178;g39620fdce96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g396485c2ca8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6" name="Google Shape;1186;g396485c2ca8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2" name="Shape 1192"/>
        <p:cNvGrpSpPr/>
        <p:nvPr/>
      </p:nvGrpSpPr>
      <p:grpSpPr>
        <a:xfrm>
          <a:off x="0" y="0"/>
          <a:ext cx="0" cy="0"/>
          <a:chOff x="0" y="0"/>
          <a:chExt cx="0" cy="0"/>
        </a:xfrm>
      </p:grpSpPr>
      <p:sp>
        <p:nvSpPr>
          <p:cNvPr id="1193" name="Google Shape;1193;g396485c2ca8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4" name="Google Shape;1194;g396485c2ca8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0" name="Shape 1200"/>
        <p:cNvGrpSpPr/>
        <p:nvPr/>
      </p:nvGrpSpPr>
      <p:grpSpPr>
        <a:xfrm>
          <a:off x="0" y="0"/>
          <a:ext cx="0" cy="0"/>
          <a:chOff x="0" y="0"/>
          <a:chExt cx="0" cy="0"/>
        </a:xfrm>
      </p:grpSpPr>
      <p:sp>
        <p:nvSpPr>
          <p:cNvPr id="1201" name="Google Shape;1201;g396485c2ca8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2" name="Google Shape;1202;g396485c2ca8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SL </a:t>
            </a:r>
            <a:r>
              <a:rPr lang="en"/>
              <a:t>ends</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8" name="Shape 1208"/>
        <p:cNvGrpSpPr/>
        <p:nvPr/>
      </p:nvGrpSpPr>
      <p:grpSpPr>
        <a:xfrm>
          <a:off x="0" y="0"/>
          <a:ext cx="0" cy="0"/>
          <a:chOff x="0" y="0"/>
          <a:chExt cx="0" cy="0"/>
        </a:xfrm>
      </p:grpSpPr>
      <p:sp>
        <p:nvSpPr>
          <p:cNvPr id="1209" name="Google Shape;1209;g39620fdce96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0" name="Google Shape;1210;g39620fdce96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5" name="Shape 1215"/>
        <p:cNvGrpSpPr/>
        <p:nvPr/>
      </p:nvGrpSpPr>
      <p:grpSpPr>
        <a:xfrm>
          <a:off x="0" y="0"/>
          <a:ext cx="0" cy="0"/>
          <a:chOff x="0" y="0"/>
          <a:chExt cx="0" cy="0"/>
        </a:xfrm>
      </p:grpSpPr>
      <p:sp>
        <p:nvSpPr>
          <p:cNvPr id="1216" name="Google Shape;1216;g396485c2ca8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7" name="Google Shape;1217;g396485c2ca8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2" name="Shape 1222"/>
        <p:cNvGrpSpPr/>
        <p:nvPr/>
      </p:nvGrpSpPr>
      <p:grpSpPr>
        <a:xfrm>
          <a:off x="0" y="0"/>
          <a:ext cx="0" cy="0"/>
          <a:chOff x="0" y="0"/>
          <a:chExt cx="0" cy="0"/>
        </a:xfrm>
      </p:grpSpPr>
      <p:sp>
        <p:nvSpPr>
          <p:cNvPr id="1223" name="Google Shape;1223;g396485c2ca8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4" name="Google Shape;1224;g396485c2ca8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9" name="Shape 1229"/>
        <p:cNvGrpSpPr/>
        <p:nvPr/>
      </p:nvGrpSpPr>
      <p:grpSpPr>
        <a:xfrm>
          <a:off x="0" y="0"/>
          <a:ext cx="0" cy="0"/>
          <a:chOff x="0" y="0"/>
          <a:chExt cx="0" cy="0"/>
        </a:xfrm>
      </p:grpSpPr>
      <p:sp>
        <p:nvSpPr>
          <p:cNvPr id="1230" name="Google Shape;1230;g396485c2ca8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1" name="Google Shape;1231;g396485c2ca8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6" name="Shape 1236"/>
        <p:cNvGrpSpPr/>
        <p:nvPr/>
      </p:nvGrpSpPr>
      <p:grpSpPr>
        <a:xfrm>
          <a:off x="0" y="0"/>
          <a:ext cx="0" cy="0"/>
          <a:chOff x="0" y="0"/>
          <a:chExt cx="0" cy="0"/>
        </a:xfrm>
      </p:grpSpPr>
      <p:sp>
        <p:nvSpPr>
          <p:cNvPr id="1237" name="Google Shape;1237;g396485c2ca8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8" name="Google Shape;1238;g396485c2ca8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3" name="Shape 1243"/>
        <p:cNvGrpSpPr/>
        <p:nvPr/>
      </p:nvGrpSpPr>
      <p:grpSpPr>
        <a:xfrm>
          <a:off x="0" y="0"/>
          <a:ext cx="0" cy="0"/>
          <a:chOff x="0" y="0"/>
          <a:chExt cx="0" cy="0"/>
        </a:xfrm>
      </p:grpSpPr>
      <p:sp>
        <p:nvSpPr>
          <p:cNvPr id="1244" name="Google Shape;1244;g396485c2ca8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5" name="Google Shape;1245;g396485c2ca8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0" name="Shape 1250"/>
        <p:cNvGrpSpPr/>
        <p:nvPr/>
      </p:nvGrpSpPr>
      <p:grpSpPr>
        <a:xfrm>
          <a:off x="0" y="0"/>
          <a:ext cx="0" cy="0"/>
          <a:chOff x="0" y="0"/>
          <a:chExt cx="0" cy="0"/>
        </a:xfrm>
      </p:grpSpPr>
      <p:sp>
        <p:nvSpPr>
          <p:cNvPr id="1251" name="Google Shape;1251;g396485c2ca8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2" name="Google Shape;1252;g396485c2ca8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7" name="Shape 1257"/>
        <p:cNvGrpSpPr/>
        <p:nvPr/>
      </p:nvGrpSpPr>
      <p:grpSpPr>
        <a:xfrm>
          <a:off x="0" y="0"/>
          <a:ext cx="0" cy="0"/>
          <a:chOff x="0" y="0"/>
          <a:chExt cx="0" cy="0"/>
        </a:xfrm>
      </p:grpSpPr>
      <p:sp>
        <p:nvSpPr>
          <p:cNvPr id="1258" name="Google Shape;1258;g396485c2ca8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9" name="Google Shape;1259;g396485c2ca8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4" name="Shape 1264"/>
        <p:cNvGrpSpPr/>
        <p:nvPr/>
      </p:nvGrpSpPr>
      <p:grpSpPr>
        <a:xfrm>
          <a:off x="0" y="0"/>
          <a:ext cx="0" cy="0"/>
          <a:chOff x="0" y="0"/>
          <a:chExt cx="0" cy="0"/>
        </a:xfrm>
      </p:grpSpPr>
      <p:sp>
        <p:nvSpPr>
          <p:cNvPr id="1265" name="Google Shape;1265;g39620fdce96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6" name="Google Shape;1266;g39620fdce96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1" name="Shape 1271"/>
        <p:cNvGrpSpPr/>
        <p:nvPr/>
      </p:nvGrpSpPr>
      <p:grpSpPr>
        <a:xfrm>
          <a:off x="0" y="0"/>
          <a:ext cx="0" cy="0"/>
          <a:chOff x="0" y="0"/>
          <a:chExt cx="0" cy="0"/>
        </a:xfrm>
      </p:grpSpPr>
      <p:sp>
        <p:nvSpPr>
          <p:cNvPr id="1272" name="Google Shape;1272;g39620fdce96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3" name="Google Shape;1273;g39620fdce96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8" name="Shape 1278"/>
        <p:cNvGrpSpPr/>
        <p:nvPr/>
      </p:nvGrpSpPr>
      <p:grpSpPr>
        <a:xfrm>
          <a:off x="0" y="0"/>
          <a:ext cx="0" cy="0"/>
          <a:chOff x="0" y="0"/>
          <a:chExt cx="0" cy="0"/>
        </a:xfrm>
      </p:grpSpPr>
      <p:sp>
        <p:nvSpPr>
          <p:cNvPr id="1279" name="Google Shape;1279;g39620fdce96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0" name="Google Shape;1280;g39620fdce96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7" name="Shape 1287"/>
        <p:cNvGrpSpPr/>
        <p:nvPr/>
      </p:nvGrpSpPr>
      <p:grpSpPr>
        <a:xfrm>
          <a:off x="0" y="0"/>
          <a:ext cx="0" cy="0"/>
          <a:chOff x="0" y="0"/>
          <a:chExt cx="0" cy="0"/>
        </a:xfrm>
      </p:grpSpPr>
      <p:sp>
        <p:nvSpPr>
          <p:cNvPr id="1288" name="Google Shape;1288;g39620fdce96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9" name="Google Shape;1289;g39620fdce96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4" name="Shape 1294"/>
        <p:cNvGrpSpPr/>
        <p:nvPr/>
      </p:nvGrpSpPr>
      <p:grpSpPr>
        <a:xfrm>
          <a:off x="0" y="0"/>
          <a:ext cx="0" cy="0"/>
          <a:chOff x="0" y="0"/>
          <a:chExt cx="0" cy="0"/>
        </a:xfrm>
      </p:grpSpPr>
      <p:sp>
        <p:nvSpPr>
          <p:cNvPr id="1295" name="Google Shape;1295;g3c902e1d245_0_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6" name="Google Shape;1296;g3c902e1d245_0_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2" name="Shape 1312"/>
        <p:cNvGrpSpPr/>
        <p:nvPr/>
      </p:nvGrpSpPr>
      <p:grpSpPr>
        <a:xfrm>
          <a:off x="0" y="0"/>
          <a:ext cx="0" cy="0"/>
          <a:chOff x="0" y="0"/>
          <a:chExt cx="0" cy="0"/>
        </a:xfrm>
      </p:grpSpPr>
      <p:sp>
        <p:nvSpPr>
          <p:cNvPr id="1313" name="Google Shape;1313;g3c902e1d245_0_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4" name="Google Shape;1314;g3c902e1d245_0_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4" name="Shape 1354"/>
        <p:cNvGrpSpPr/>
        <p:nvPr/>
      </p:nvGrpSpPr>
      <p:grpSpPr>
        <a:xfrm>
          <a:off x="0" y="0"/>
          <a:ext cx="0" cy="0"/>
          <a:chOff x="0" y="0"/>
          <a:chExt cx="0" cy="0"/>
        </a:xfrm>
      </p:grpSpPr>
      <p:sp>
        <p:nvSpPr>
          <p:cNvPr id="1355" name="Google Shape;1355;g3d245fa93b7_0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56" name="Google Shape;1356;g3d245fa93b7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9" name="Shape 1409"/>
        <p:cNvGrpSpPr/>
        <p:nvPr/>
      </p:nvGrpSpPr>
      <p:grpSpPr>
        <a:xfrm>
          <a:off x="0" y="0"/>
          <a:ext cx="0" cy="0"/>
          <a:chOff x="0" y="0"/>
          <a:chExt cx="0" cy="0"/>
        </a:xfrm>
      </p:grpSpPr>
      <p:sp>
        <p:nvSpPr>
          <p:cNvPr id="1410" name="Google Shape;1410;g39620fdce96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1" name="Google Shape;1411;g39620fdce96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6" name="Shape 1416"/>
        <p:cNvGrpSpPr/>
        <p:nvPr/>
      </p:nvGrpSpPr>
      <p:grpSpPr>
        <a:xfrm>
          <a:off x="0" y="0"/>
          <a:ext cx="0" cy="0"/>
          <a:chOff x="0" y="0"/>
          <a:chExt cx="0" cy="0"/>
        </a:xfrm>
      </p:grpSpPr>
      <p:sp>
        <p:nvSpPr>
          <p:cNvPr id="1417" name="Google Shape;1417;g396485c2ca8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8" name="Google Shape;1418;g396485c2ca8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3" name="Shape 1423"/>
        <p:cNvGrpSpPr/>
        <p:nvPr/>
      </p:nvGrpSpPr>
      <p:grpSpPr>
        <a:xfrm>
          <a:off x="0" y="0"/>
          <a:ext cx="0" cy="0"/>
          <a:chOff x="0" y="0"/>
          <a:chExt cx="0" cy="0"/>
        </a:xfrm>
      </p:grpSpPr>
      <p:sp>
        <p:nvSpPr>
          <p:cNvPr id="1424" name="Google Shape;1424;g396485c2ca8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5" name="Google Shape;1425;g396485c2ca8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0" name="Shape 1430"/>
        <p:cNvGrpSpPr/>
        <p:nvPr/>
      </p:nvGrpSpPr>
      <p:grpSpPr>
        <a:xfrm>
          <a:off x="0" y="0"/>
          <a:ext cx="0" cy="0"/>
          <a:chOff x="0" y="0"/>
          <a:chExt cx="0" cy="0"/>
        </a:xfrm>
      </p:grpSpPr>
      <p:sp>
        <p:nvSpPr>
          <p:cNvPr id="1431" name="Google Shape;1431;g39620fdce96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2" name="Google Shape;1432;g39620fdce96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7" name="Shape 1437"/>
        <p:cNvGrpSpPr/>
        <p:nvPr/>
      </p:nvGrpSpPr>
      <p:grpSpPr>
        <a:xfrm>
          <a:off x="0" y="0"/>
          <a:ext cx="0" cy="0"/>
          <a:chOff x="0" y="0"/>
          <a:chExt cx="0" cy="0"/>
        </a:xfrm>
      </p:grpSpPr>
      <p:sp>
        <p:nvSpPr>
          <p:cNvPr id="1438" name="Google Shape;1438;g396485c2ca8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9" name="Google Shape;1439;g396485c2ca8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4" name="Shape 1444"/>
        <p:cNvGrpSpPr/>
        <p:nvPr/>
      </p:nvGrpSpPr>
      <p:grpSpPr>
        <a:xfrm>
          <a:off x="0" y="0"/>
          <a:ext cx="0" cy="0"/>
          <a:chOff x="0" y="0"/>
          <a:chExt cx="0" cy="0"/>
        </a:xfrm>
      </p:grpSpPr>
      <p:sp>
        <p:nvSpPr>
          <p:cNvPr id="1445" name="Google Shape;1445;g396485c2ca8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6" name="Google Shape;1446;g396485c2ca8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1" name="Shape 1451"/>
        <p:cNvGrpSpPr/>
        <p:nvPr/>
      </p:nvGrpSpPr>
      <p:grpSpPr>
        <a:xfrm>
          <a:off x="0" y="0"/>
          <a:ext cx="0" cy="0"/>
          <a:chOff x="0" y="0"/>
          <a:chExt cx="0" cy="0"/>
        </a:xfrm>
      </p:grpSpPr>
      <p:sp>
        <p:nvSpPr>
          <p:cNvPr id="1452" name="Google Shape;1452;g396485c2ca8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3" name="Google Shape;1453;g396485c2ca8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8" name="Shape 1458"/>
        <p:cNvGrpSpPr/>
        <p:nvPr/>
      </p:nvGrpSpPr>
      <p:grpSpPr>
        <a:xfrm>
          <a:off x="0" y="0"/>
          <a:ext cx="0" cy="0"/>
          <a:chOff x="0" y="0"/>
          <a:chExt cx="0" cy="0"/>
        </a:xfrm>
      </p:grpSpPr>
      <p:sp>
        <p:nvSpPr>
          <p:cNvPr id="1459" name="Google Shape;1459;g3c902e1d245_0_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0" name="Google Shape;1460;g3c902e1d245_0_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5" name="Shape 1465"/>
        <p:cNvGrpSpPr/>
        <p:nvPr/>
      </p:nvGrpSpPr>
      <p:grpSpPr>
        <a:xfrm>
          <a:off x="0" y="0"/>
          <a:ext cx="0" cy="0"/>
          <a:chOff x="0" y="0"/>
          <a:chExt cx="0" cy="0"/>
        </a:xfrm>
      </p:grpSpPr>
      <p:sp>
        <p:nvSpPr>
          <p:cNvPr id="1466" name="Google Shape;1466;g39620fdce96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7" name="Google Shape;1467;g39620fdce96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2" name="Shape 1472"/>
        <p:cNvGrpSpPr/>
        <p:nvPr/>
      </p:nvGrpSpPr>
      <p:grpSpPr>
        <a:xfrm>
          <a:off x="0" y="0"/>
          <a:ext cx="0" cy="0"/>
          <a:chOff x="0" y="0"/>
          <a:chExt cx="0" cy="0"/>
        </a:xfrm>
      </p:grpSpPr>
      <p:sp>
        <p:nvSpPr>
          <p:cNvPr id="1473" name="Google Shape;1473;g3d1ebd1a4e8_2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4" name="Google Shape;1474;g3d1ebd1a4e8_2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9" name="Shape 1479"/>
        <p:cNvGrpSpPr/>
        <p:nvPr/>
      </p:nvGrpSpPr>
      <p:grpSpPr>
        <a:xfrm>
          <a:off x="0" y="0"/>
          <a:ext cx="0" cy="0"/>
          <a:chOff x="0" y="0"/>
          <a:chExt cx="0" cy="0"/>
        </a:xfrm>
      </p:grpSpPr>
      <p:sp>
        <p:nvSpPr>
          <p:cNvPr id="1480" name="Google Shape;1480;g3c902e1d245_0_3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1" name="Google Shape;1481;g3c902e1d245_0_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tBDfr" TargetMode="Externa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bit.ly/3A1uf1Q" TargetMode="External"/><Relationship Id="rId3" Type="http://schemas.openxmlformats.org/officeDocument/2006/relationships/hyperlink" Target="http://bit.ly/2TtBDfr" TargetMode="Externa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idx="1" type="subTitle"/>
          </p:nvPr>
        </p:nvSpPr>
        <p:spPr>
          <a:xfrm flipH="1">
            <a:off x="457200" y="4391750"/>
            <a:ext cx="4215600" cy="3840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0" name="Google Shape;10;p2"/>
          <p:cNvSpPr txBox="1"/>
          <p:nvPr>
            <p:ph type="ctrTitle"/>
          </p:nvPr>
        </p:nvSpPr>
        <p:spPr>
          <a:xfrm flipH="1" rot="130">
            <a:off x="457525" y="368058"/>
            <a:ext cx="7931100" cy="2430600"/>
          </a:xfrm>
          <a:prstGeom prst="rect">
            <a:avLst/>
          </a:prstGeom>
          <a:noFill/>
        </p:spPr>
        <p:txBody>
          <a:bodyPr anchorCtr="0" anchor="t" bIns="91425" lIns="91425" spcFirstLastPara="1" rIns="91425" wrap="square" tIns="91425">
            <a:noAutofit/>
          </a:bodyPr>
          <a:lstStyle>
            <a:lvl1pPr lvl="0">
              <a:spcBef>
                <a:spcPts val="0"/>
              </a:spcBef>
              <a:spcAft>
                <a:spcPts val="0"/>
              </a:spcAft>
              <a:buClr>
                <a:srgbClr val="191919"/>
              </a:buClr>
              <a:buSzPts val="5200"/>
              <a:buNone/>
              <a:defRPr sz="7500">
                <a:latin typeface="Viaoda Libre"/>
                <a:ea typeface="Viaoda Libre"/>
                <a:cs typeface="Viaoda Libre"/>
                <a:sym typeface="Viaoda Libre"/>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pic>
        <p:nvPicPr>
          <p:cNvPr id="11" name="Google Shape;11;p2" title="grad.png"/>
          <p:cNvPicPr preferRelativeResize="0"/>
          <p:nvPr/>
        </p:nvPicPr>
        <p:blipFill rotWithShape="1">
          <a:blip r:embed="rId2">
            <a:alphaModFix amt="64000"/>
          </a:blip>
          <a:srcRect b="8156" l="11022" r="13739" t="0"/>
          <a:stretch/>
        </p:blipFill>
        <p:spPr>
          <a:xfrm>
            <a:off x="3834475" y="1266252"/>
            <a:ext cx="6626048" cy="5777702"/>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lt1"/>
        </a:solidFill>
      </p:bgPr>
    </p:bg>
    <p:spTree>
      <p:nvGrpSpPr>
        <p:cNvPr id="12" name="Shape 12"/>
        <p:cNvGrpSpPr/>
        <p:nvPr/>
      </p:nvGrpSpPr>
      <p:grpSpPr>
        <a:xfrm>
          <a:off x="0" y="0"/>
          <a:ext cx="0" cy="0"/>
          <a:chOff x="0" y="0"/>
          <a:chExt cx="0" cy="0"/>
        </a:xfrm>
      </p:grpSpPr>
      <p:sp>
        <p:nvSpPr>
          <p:cNvPr id="13" name="Google Shape;13;p3"/>
          <p:cNvSpPr txBox="1"/>
          <p:nvPr>
            <p:ph type="title"/>
          </p:nvPr>
        </p:nvSpPr>
        <p:spPr>
          <a:xfrm flipH="1">
            <a:off x="2478600" y="1790900"/>
            <a:ext cx="6208200" cy="2912100"/>
          </a:xfrm>
          <a:prstGeom prst="rect">
            <a:avLst/>
          </a:prstGeom>
          <a:ln>
            <a:noFill/>
          </a:ln>
        </p:spPr>
        <p:txBody>
          <a:bodyPr anchorCtr="0" anchor="b" bIns="91425" lIns="91425" spcFirstLastPara="1" rIns="91425" wrap="square" tIns="91425">
            <a:noAutofit/>
          </a:bodyPr>
          <a:lstStyle>
            <a:lvl1pPr lvl="0" algn="r">
              <a:spcBef>
                <a:spcPts val="0"/>
              </a:spcBef>
              <a:spcAft>
                <a:spcPts val="0"/>
              </a:spcAft>
              <a:buSzPts val="3600"/>
              <a:buNone/>
              <a:defRPr b="0" sz="48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4" name="Google Shape;14;p3"/>
          <p:cNvSpPr txBox="1"/>
          <p:nvPr>
            <p:ph hasCustomPrompt="1" idx="2" type="title"/>
          </p:nvPr>
        </p:nvSpPr>
        <p:spPr>
          <a:xfrm>
            <a:off x="457200" y="440450"/>
            <a:ext cx="1295100" cy="7632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6000"/>
              <a:buNone/>
              <a:defRPr b="0" i="1" sz="65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pic>
        <p:nvPicPr>
          <p:cNvPr id="15" name="Google Shape;15;p3" title="grad.png"/>
          <p:cNvPicPr preferRelativeResize="0"/>
          <p:nvPr/>
        </p:nvPicPr>
        <p:blipFill rotWithShape="1">
          <a:blip r:embed="rId2">
            <a:alphaModFix amt="64000"/>
          </a:blip>
          <a:srcRect b="8156" l="11022" r="13739" t="0"/>
          <a:stretch/>
        </p:blipFill>
        <p:spPr>
          <a:xfrm rot="8601403">
            <a:off x="2378586" y="-4229028"/>
            <a:ext cx="8776077" cy="7652452"/>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idx="1" type="body"/>
          </p:nvPr>
        </p:nvSpPr>
        <p:spPr>
          <a:xfrm>
            <a:off x="457200" y="1221475"/>
            <a:ext cx="8233800" cy="1301700"/>
          </a:xfrm>
          <a:prstGeom prst="rect">
            <a:avLst/>
          </a:prstGeom>
        </p:spPr>
        <p:txBody>
          <a:bodyPr anchorCtr="0" anchor="t" bIns="91425" lIns="91425" spcFirstLastPara="1" rIns="91425" wrap="square" tIns="91425">
            <a:noAutofit/>
          </a:bodyPr>
          <a:lstStyle>
            <a:lvl1pPr indent="-304800" lvl="0" marL="457200" rtl="0">
              <a:lnSpc>
                <a:spcPct val="115000"/>
              </a:lnSpc>
              <a:spcBef>
                <a:spcPts val="0"/>
              </a:spcBef>
              <a:spcAft>
                <a:spcPts val="0"/>
              </a:spcAft>
              <a:buClr>
                <a:schemeClr val="dk2"/>
              </a:buClr>
              <a:buSzPts val="1200"/>
              <a:buFont typeface="Darker Grotesque SemiBold"/>
              <a:buChar char="●"/>
              <a:defRPr sz="1200"/>
            </a:lvl1pPr>
            <a:lvl2pPr indent="-304800" lvl="1" marL="914400" rtl="0">
              <a:lnSpc>
                <a:spcPct val="115000"/>
              </a:lnSpc>
              <a:spcBef>
                <a:spcPts val="0"/>
              </a:spcBef>
              <a:spcAft>
                <a:spcPts val="0"/>
              </a:spcAft>
              <a:buClr>
                <a:srgbClr val="364F27"/>
              </a:buClr>
              <a:buSzPts val="1200"/>
              <a:buFont typeface="Darker Grotesque SemiBold"/>
              <a:buChar char="○"/>
              <a:defRPr/>
            </a:lvl2pPr>
            <a:lvl3pPr indent="-304800" lvl="2" marL="1371600" rtl="0">
              <a:lnSpc>
                <a:spcPct val="115000"/>
              </a:lnSpc>
              <a:spcBef>
                <a:spcPts val="0"/>
              </a:spcBef>
              <a:spcAft>
                <a:spcPts val="0"/>
              </a:spcAft>
              <a:buClr>
                <a:srgbClr val="364F27"/>
              </a:buClr>
              <a:buSzPts val="1200"/>
              <a:buFont typeface="Darker Grotesque SemiBold"/>
              <a:buChar char="■"/>
              <a:defRPr/>
            </a:lvl3pPr>
            <a:lvl4pPr indent="-304800" lvl="3" marL="1828800" rtl="0">
              <a:lnSpc>
                <a:spcPct val="115000"/>
              </a:lnSpc>
              <a:spcBef>
                <a:spcPts val="0"/>
              </a:spcBef>
              <a:spcAft>
                <a:spcPts val="0"/>
              </a:spcAft>
              <a:buClr>
                <a:srgbClr val="364F27"/>
              </a:buClr>
              <a:buSzPts val="1200"/>
              <a:buFont typeface="Darker Grotesque SemiBold"/>
              <a:buChar char="●"/>
              <a:defRPr/>
            </a:lvl4pPr>
            <a:lvl5pPr indent="-304800" lvl="4" marL="2286000" rtl="0">
              <a:lnSpc>
                <a:spcPct val="115000"/>
              </a:lnSpc>
              <a:spcBef>
                <a:spcPts val="0"/>
              </a:spcBef>
              <a:spcAft>
                <a:spcPts val="0"/>
              </a:spcAft>
              <a:buClr>
                <a:srgbClr val="364F27"/>
              </a:buClr>
              <a:buSzPts val="1200"/>
              <a:buFont typeface="Darker Grotesque SemiBold"/>
              <a:buChar char="○"/>
              <a:defRPr/>
            </a:lvl5pPr>
            <a:lvl6pPr indent="-304800" lvl="5" marL="2743200" rtl="0">
              <a:lnSpc>
                <a:spcPct val="115000"/>
              </a:lnSpc>
              <a:spcBef>
                <a:spcPts val="0"/>
              </a:spcBef>
              <a:spcAft>
                <a:spcPts val="0"/>
              </a:spcAft>
              <a:buClr>
                <a:srgbClr val="364F27"/>
              </a:buClr>
              <a:buSzPts val="1200"/>
              <a:buFont typeface="Darker Grotesque SemiBold"/>
              <a:buChar char="■"/>
              <a:defRPr/>
            </a:lvl6pPr>
            <a:lvl7pPr indent="-304800" lvl="6" marL="3200400" rtl="0">
              <a:lnSpc>
                <a:spcPct val="115000"/>
              </a:lnSpc>
              <a:spcBef>
                <a:spcPts val="0"/>
              </a:spcBef>
              <a:spcAft>
                <a:spcPts val="0"/>
              </a:spcAft>
              <a:buClr>
                <a:srgbClr val="364F27"/>
              </a:buClr>
              <a:buSzPts val="1200"/>
              <a:buFont typeface="Darker Grotesque SemiBold"/>
              <a:buChar char="●"/>
              <a:defRPr/>
            </a:lvl7pPr>
            <a:lvl8pPr indent="-304800" lvl="7" marL="3657600" rtl="0">
              <a:lnSpc>
                <a:spcPct val="115000"/>
              </a:lnSpc>
              <a:spcBef>
                <a:spcPts val="0"/>
              </a:spcBef>
              <a:spcAft>
                <a:spcPts val="0"/>
              </a:spcAft>
              <a:buClr>
                <a:srgbClr val="364F27"/>
              </a:buClr>
              <a:buSzPts val="1200"/>
              <a:buFont typeface="Darker Grotesque SemiBold"/>
              <a:buChar char="○"/>
              <a:defRPr/>
            </a:lvl8pPr>
            <a:lvl9pPr indent="-304800" lvl="8" marL="4114800" rtl="0">
              <a:lnSpc>
                <a:spcPct val="115000"/>
              </a:lnSpc>
              <a:spcBef>
                <a:spcPts val="0"/>
              </a:spcBef>
              <a:spcAft>
                <a:spcPts val="0"/>
              </a:spcAft>
              <a:buClr>
                <a:srgbClr val="364F27"/>
              </a:buClr>
              <a:buSzPts val="1200"/>
              <a:buFont typeface="Darker Grotesque SemiBold"/>
              <a:buChar char="■"/>
              <a:defRPr/>
            </a:lvl9pPr>
          </a:lstStyle>
          <a:p/>
        </p:txBody>
      </p:sp>
      <p:sp>
        <p:nvSpPr>
          <p:cNvPr id="18" name="Google Shape;18;p4"/>
          <p:cNvSpPr txBox="1"/>
          <p:nvPr>
            <p:ph type="title"/>
          </p:nvPr>
        </p:nvSpPr>
        <p:spPr>
          <a:xfrm>
            <a:off x="515100" y="212325"/>
            <a:ext cx="8113800" cy="6447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9" name="Shape 19"/>
        <p:cNvGrpSpPr/>
        <p:nvPr/>
      </p:nvGrpSpPr>
      <p:grpSpPr>
        <a:xfrm>
          <a:off x="0" y="0"/>
          <a:ext cx="0" cy="0"/>
          <a:chOff x="0" y="0"/>
          <a:chExt cx="0" cy="0"/>
        </a:xfrm>
      </p:grpSpPr>
      <p:sp>
        <p:nvSpPr>
          <p:cNvPr id="20" name="Google Shape;20;p5"/>
          <p:cNvSpPr txBox="1"/>
          <p:nvPr>
            <p:ph idx="1" type="subTitle"/>
          </p:nvPr>
        </p:nvSpPr>
        <p:spPr>
          <a:xfrm>
            <a:off x="2026950" y="3196950"/>
            <a:ext cx="5090100" cy="4257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1" name="Google Shape;21;p5"/>
          <p:cNvSpPr txBox="1"/>
          <p:nvPr>
            <p:ph idx="2" type="subTitle"/>
          </p:nvPr>
        </p:nvSpPr>
        <p:spPr>
          <a:xfrm>
            <a:off x="2026950" y="1359575"/>
            <a:ext cx="5090100" cy="425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2" name="Google Shape;22;p5"/>
          <p:cNvSpPr txBox="1"/>
          <p:nvPr>
            <p:ph idx="3" type="subTitle"/>
          </p:nvPr>
        </p:nvSpPr>
        <p:spPr>
          <a:xfrm>
            <a:off x="2026950" y="3546450"/>
            <a:ext cx="5090100" cy="839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 name="Google Shape;23;p5"/>
          <p:cNvSpPr txBox="1"/>
          <p:nvPr>
            <p:ph idx="4" type="subTitle"/>
          </p:nvPr>
        </p:nvSpPr>
        <p:spPr>
          <a:xfrm>
            <a:off x="2026950" y="1709075"/>
            <a:ext cx="5090100" cy="839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4" name="Google Shape;24;p5"/>
          <p:cNvSpPr txBox="1"/>
          <p:nvPr>
            <p:ph type="title"/>
          </p:nvPr>
        </p:nvSpPr>
        <p:spPr>
          <a:xfrm>
            <a:off x="457200" y="212325"/>
            <a:ext cx="8229600" cy="6447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pic>
        <p:nvPicPr>
          <p:cNvPr id="25" name="Google Shape;25;p5" title="grad.png"/>
          <p:cNvPicPr preferRelativeResize="0"/>
          <p:nvPr/>
        </p:nvPicPr>
        <p:blipFill rotWithShape="1">
          <a:blip r:embed="rId2">
            <a:alphaModFix amt="64000"/>
          </a:blip>
          <a:srcRect b="8156" l="11022" r="13739" t="0"/>
          <a:stretch/>
        </p:blipFill>
        <p:spPr>
          <a:xfrm rot="2199912">
            <a:off x="-3751676" y="-381272"/>
            <a:ext cx="6626045" cy="5777703"/>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pic>
        <p:nvPicPr>
          <p:cNvPr id="27" name="Google Shape;27;p6" title="grad.png"/>
          <p:cNvPicPr preferRelativeResize="0"/>
          <p:nvPr/>
        </p:nvPicPr>
        <p:blipFill rotWithShape="1">
          <a:blip r:embed="rId2">
            <a:alphaModFix amt="64000"/>
          </a:blip>
          <a:srcRect b="8156" l="11022" r="13739" t="0"/>
          <a:stretch/>
        </p:blipFill>
        <p:spPr>
          <a:xfrm rot="-5810095">
            <a:off x="-1681503" y="-1718043"/>
            <a:ext cx="4467740" cy="3895735"/>
          </a:xfrm>
          <a:prstGeom prst="rect">
            <a:avLst/>
          </a:prstGeom>
          <a:noFill/>
          <a:ln>
            <a:noFill/>
          </a:ln>
        </p:spPr>
      </p:pic>
      <p:sp>
        <p:nvSpPr>
          <p:cNvPr id="28" name="Google Shape;28;p6"/>
          <p:cNvSpPr txBox="1"/>
          <p:nvPr>
            <p:ph type="title"/>
          </p:nvPr>
        </p:nvSpPr>
        <p:spPr>
          <a:xfrm>
            <a:off x="515100" y="212325"/>
            <a:ext cx="8113800" cy="6447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idx="1" type="body"/>
          </p:nvPr>
        </p:nvSpPr>
        <p:spPr>
          <a:xfrm>
            <a:off x="4053700" y="1704950"/>
            <a:ext cx="4512900" cy="28368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SzPts val="1400"/>
              <a:buFont typeface="DM Sans"/>
              <a:buChar char="●"/>
              <a:defRPr sz="1400"/>
            </a:lvl1pPr>
            <a:lvl2pPr indent="-317500" lvl="1" marL="914400" rtl="0">
              <a:lnSpc>
                <a:spcPct val="115000"/>
              </a:lnSpc>
              <a:spcBef>
                <a:spcPts val="0"/>
              </a:spcBef>
              <a:spcAft>
                <a:spcPts val="0"/>
              </a:spcAft>
              <a:buSzPts val="1400"/>
              <a:buFont typeface="DM Sans"/>
              <a:buChar char="○"/>
              <a:defRPr/>
            </a:lvl2pPr>
            <a:lvl3pPr indent="-317500" lvl="2" marL="1371600" rtl="0">
              <a:lnSpc>
                <a:spcPct val="115000"/>
              </a:lnSpc>
              <a:spcBef>
                <a:spcPts val="0"/>
              </a:spcBef>
              <a:spcAft>
                <a:spcPts val="0"/>
              </a:spcAft>
              <a:buSzPts val="1400"/>
              <a:buFont typeface="DM Sans"/>
              <a:buChar char="■"/>
              <a:defRPr/>
            </a:lvl3pPr>
            <a:lvl4pPr indent="-317500" lvl="3" marL="1828800" rtl="0">
              <a:lnSpc>
                <a:spcPct val="115000"/>
              </a:lnSpc>
              <a:spcBef>
                <a:spcPts val="0"/>
              </a:spcBef>
              <a:spcAft>
                <a:spcPts val="0"/>
              </a:spcAft>
              <a:buSzPts val="1400"/>
              <a:buFont typeface="DM Sans"/>
              <a:buChar char="●"/>
              <a:defRPr/>
            </a:lvl4pPr>
            <a:lvl5pPr indent="-317500" lvl="4" marL="2286000" rtl="0">
              <a:lnSpc>
                <a:spcPct val="115000"/>
              </a:lnSpc>
              <a:spcBef>
                <a:spcPts val="0"/>
              </a:spcBef>
              <a:spcAft>
                <a:spcPts val="0"/>
              </a:spcAft>
              <a:buSzPts val="1400"/>
              <a:buFont typeface="DM Sans"/>
              <a:buChar char="○"/>
              <a:defRPr/>
            </a:lvl5pPr>
            <a:lvl6pPr indent="-317500" lvl="5" marL="2743200" rtl="0">
              <a:lnSpc>
                <a:spcPct val="115000"/>
              </a:lnSpc>
              <a:spcBef>
                <a:spcPts val="0"/>
              </a:spcBef>
              <a:spcAft>
                <a:spcPts val="0"/>
              </a:spcAft>
              <a:buSzPts val="1400"/>
              <a:buFont typeface="DM Sans"/>
              <a:buChar char="■"/>
              <a:defRPr/>
            </a:lvl6pPr>
            <a:lvl7pPr indent="-317500" lvl="6" marL="3200400" rtl="0">
              <a:lnSpc>
                <a:spcPct val="115000"/>
              </a:lnSpc>
              <a:spcBef>
                <a:spcPts val="0"/>
              </a:spcBef>
              <a:spcAft>
                <a:spcPts val="0"/>
              </a:spcAft>
              <a:buSzPts val="1400"/>
              <a:buFont typeface="DM Sans"/>
              <a:buChar char="●"/>
              <a:defRPr/>
            </a:lvl7pPr>
            <a:lvl8pPr indent="-317500" lvl="7" marL="3657600" rtl="0">
              <a:lnSpc>
                <a:spcPct val="115000"/>
              </a:lnSpc>
              <a:spcBef>
                <a:spcPts val="0"/>
              </a:spcBef>
              <a:spcAft>
                <a:spcPts val="0"/>
              </a:spcAft>
              <a:buSzPts val="1400"/>
              <a:buFont typeface="DM Sans"/>
              <a:buChar char="○"/>
              <a:defRPr/>
            </a:lvl8pPr>
            <a:lvl9pPr indent="-317500" lvl="8" marL="4114800" rtl="0">
              <a:lnSpc>
                <a:spcPct val="115000"/>
              </a:lnSpc>
              <a:spcBef>
                <a:spcPts val="0"/>
              </a:spcBef>
              <a:spcAft>
                <a:spcPts val="0"/>
              </a:spcAft>
              <a:buSzPts val="1400"/>
              <a:buFont typeface="DM Sans"/>
              <a:buChar char="■"/>
              <a:defRPr/>
            </a:lvl9pPr>
          </a:lstStyle>
          <a:p/>
        </p:txBody>
      </p:sp>
      <p:sp>
        <p:nvSpPr>
          <p:cNvPr id="31" name="Google Shape;31;p7"/>
          <p:cNvSpPr txBox="1"/>
          <p:nvPr>
            <p:ph type="title"/>
          </p:nvPr>
        </p:nvSpPr>
        <p:spPr>
          <a:xfrm>
            <a:off x="515100" y="212325"/>
            <a:ext cx="8113800" cy="6447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1388100" y="1307100"/>
            <a:ext cx="6367800" cy="2529300"/>
          </a:xfrm>
          <a:prstGeom prst="rect">
            <a:avLst/>
          </a:prstGeom>
          <a:ln>
            <a:noFill/>
          </a:ln>
        </p:spPr>
        <p:txBody>
          <a:bodyPr anchorCtr="0" anchor="ctr" bIns="91425" lIns="91425" spcFirstLastPara="1" rIns="91425" wrap="square" tIns="91425">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4" name="Shape 34"/>
        <p:cNvGrpSpPr/>
        <p:nvPr/>
      </p:nvGrpSpPr>
      <p:grpSpPr>
        <a:xfrm>
          <a:off x="0" y="0"/>
          <a:ext cx="0" cy="0"/>
          <a:chOff x="0" y="0"/>
          <a:chExt cx="0" cy="0"/>
        </a:xfrm>
      </p:grpSpPr>
      <p:sp>
        <p:nvSpPr>
          <p:cNvPr id="35" name="Google Shape;35;p9"/>
          <p:cNvSpPr txBox="1"/>
          <p:nvPr>
            <p:ph idx="1" type="subTitle"/>
          </p:nvPr>
        </p:nvSpPr>
        <p:spPr>
          <a:xfrm>
            <a:off x="720064" y="1580125"/>
            <a:ext cx="3597000" cy="238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36" name="Google Shape;36;p9"/>
          <p:cNvSpPr txBox="1"/>
          <p:nvPr>
            <p:ph idx="2" type="subTitle"/>
          </p:nvPr>
        </p:nvSpPr>
        <p:spPr>
          <a:xfrm>
            <a:off x="4826936" y="1580125"/>
            <a:ext cx="3597000" cy="238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37" name="Google Shape;37;p9"/>
          <p:cNvSpPr txBox="1"/>
          <p:nvPr>
            <p:ph type="title"/>
          </p:nvPr>
        </p:nvSpPr>
        <p:spPr>
          <a:xfrm>
            <a:off x="515100" y="212325"/>
            <a:ext cx="8113800" cy="6447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8" name="Shape 38"/>
        <p:cNvGrpSpPr/>
        <p:nvPr/>
      </p:nvGrpSpPr>
      <p:grpSpPr>
        <a:xfrm>
          <a:off x="0" y="0"/>
          <a:ext cx="0" cy="0"/>
          <a:chOff x="0" y="0"/>
          <a:chExt cx="0" cy="0"/>
        </a:xfrm>
      </p:grpSpPr>
      <p:sp>
        <p:nvSpPr>
          <p:cNvPr id="39" name="Google Shape;39;p10"/>
          <p:cNvSpPr/>
          <p:nvPr>
            <p:ph idx="2" type="pic"/>
          </p:nvPr>
        </p:nvSpPr>
        <p:spPr>
          <a:xfrm>
            <a:off x="0" y="2"/>
            <a:ext cx="9144000" cy="5143500"/>
          </a:xfrm>
          <a:prstGeom prst="rect">
            <a:avLst/>
          </a:prstGeom>
          <a:noFill/>
          <a:ln>
            <a:noFill/>
          </a:ln>
        </p:spPr>
      </p:sp>
      <p:sp>
        <p:nvSpPr>
          <p:cNvPr id="40" name="Google Shape;40;p10"/>
          <p:cNvSpPr txBox="1"/>
          <p:nvPr>
            <p:ph type="title"/>
          </p:nvPr>
        </p:nvSpPr>
        <p:spPr>
          <a:xfrm>
            <a:off x="468950" y="370700"/>
            <a:ext cx="2841900" cy="734100"/>
          </a:xfrm>
          <a:prstGeom prst="rect">
            <a:avLst/>
          </a:prstGeom>
          <a:solidFill>
            <a:schemeClr val="lt1"/>
          </a:solidFill>
          <a:ln>
            <a:noFill/>
          </a:ln>
        </p:spPr>
        <p:txBody>
          <a:bodyPr anchorCtr="0" anchor="t" bIns="91425" lIns="91425" spcFirstLastPara="1" rIns="91425" wrap="square" tIns="91425">
            <a:noAutofit/>
          </a:bodyPr>
          <a:lstStyle>
            <a:lvl1pPr lvl="0" rtl="0">
              <a:spcBef>
                <a:spcPts val="0"/>
              </a:spcBef>
              <a:spcAft>
                <a:spcPts val="0"/>
              </a:spcAft>
              <a:buSzPts val="3500"/>
              <a:buNone/>
              <a:defRPr sz="1900">
                <a:solidFill>
                  <a:schemeClr val="lt1"/>
                </a:solidFill>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1" name="Shape 41"/>
        <p:cNvGrpSpPr/>
        <p:nvPr/>
      </p:nvGrpSpPr>
      <p:grpSpPr>
        <a:xfrm>
          <a:off x="0" y="0"/>
          <a:ext cx="0" cy="0"/>
          <a:chOff x="0" y="0"/>
          <a:chExt cx="0" cy="0"/>
        </a:xfrm>
      </p:grpSpPr>
      <p:sp>
        <p:nvSpPr>
          <p:cNvPr id="42" name="Google Shape;42;p11"/>
          <p:cNvSpPr txBox="1"/>
          <p:nvPr>
            <p:ph hasCustomPrompt="1" type="title"/>
          </p:nvPr>
        </p:nvSpPr>
        <p:spPr>
          <a:xfrm>
            <a:off x="1284000" y="1952850"/>
            <a:ext cx="4454700" cy="799500"/>
          </a:xfrm>
          <a:prstGeom prst="rect">
            <a:avLst/>
          </a:prstGeom>
        </p:spPr>
        <p:txBody>
          <a:bodyPr anchorCtr="0" anchor="b" bIns="91425" lIns="91425" spcFirstLastPara="1" rIns="91425" wrap="square" tIns="91425">
            <a:noAutofit/>
          </a:bodyPr>
          <a:lstStyle>
            <a:lvl1pPr lvl="0">
              <a:spcBef>
                <a:spcPts val="0"/>
              </a:spcBef>
              <a:spcAft>
                <a:spcPts val="0"/>
              </a:spcAft>
              <a:buSzPts val="9600"/>
              <a:buNone/>
              <a:defRPr sz="6000"/>
            </a:lvl1pPr>
            <a:lvl2pPr lvl="1">
              <a:spcBef>
                <a:spcPts val="0"/>
              </a:spcBef>
              <a:spcAft>
                <a:spcPts val="0"/>
              </a:spcAft>
              <a:buSzPts val="9600"/>
              <a:buNone/>
              <a:defRPr sz="9600"/>
            </a:lvl2pPr>
            <a:lvl3pPr lvl="2">
              <a:spcBef>
                <a:spcPts val="0"/>
              </a:spcBef>
              <a:spcAft>
                <a:spcPts val="0"/>
              </a:spcAft>
              <a:buSzPts val="9600"/>
              <a:buNone/>
              <a:defRPr sz="9600"/>
            </a:lvl3pPr>
            <a:lvl4pPr lvl="3">
              <a:spcBef>
                <a:spcPts val="0"/>
              </a:spcBef>
              <a:spcAft>
                <a:spcPts val="0"/>
              </a:spcAft>
              <a:buSzPts val="9600"/>
              <a:buNone/>
              <a:defRPr sz="9600"/>
            </a:lvl4pPr>
            <a:lvl5pPr lvl="4">
              <a:spcBef>
                <a:spcPts val="0"/>
              </a:spcBef>
              <a:spcAft>
                <a:spcPts val="0"/>
              </a:spcAft>
              <a:buSzPts val="9600"/>
              <a:buNone/>
              <a:defRPr sz="9600"/>
            </a:lvl5pPr>
            <a:lvl6pPr lvl="5">
              <a:spcBef>
                <a:spcPts val="0"/>
              </a:spcBef>
              <a:spcAft>
                <a:spcPts val="0"/>
              </a:spcAft>
              <a:buSzPts val="9600"/>
              <a:buNone/>
              <a:defRPr sz="9600"/>
            </a:lvl6pPr>
            <a:lvl7pPr lvl="6">
              <a:spcBef>
                <a:spcPts val="0"/>
              </a:spcBef>
              <a:spcAft>
                <a:spcPts val="0"/>
              </a:spcAft>
              <a:buSzPts val="9600"/>
              <a:buNone/>
              <a:defRPr sz="9600"/>
            </a:lvl7pPr>
            <a:lvl8pPr lvl="7">
              <a:spcBef>
                <a:spcPts val="0"/>
              </a:spcBef>
              <a:spcAft>
                <a:spcPts val="0"/>
              </a:spcAft>
              <a:buSzPts val="9600"/>
              <a:buNone/>
              <a:defRPr sz="9600"/>
            </a:lvl8pPr>
            <a:lvl9pPr lvl="8">
              <a:spcBef>
                <a:spcPts val="0"/>
              </a:spcBef>
              <a:spcAft>
                <a:spcPts val="0"/>
              </a:spcAft>
              <a:buSzPts val="9600"/>
              <a:buNone/>
              <a:defRPr sz="9600"/>
            </a:lvl9pPr>
          </a:lstStyle>
          <a:p>
            <a:r>
              <a:t>xx%</a:t>
            </a:r>
          </a:p>
        </p:txBody>
      </p:sp>
      <p:sp>
        <p:nvSpPr>
          <p:cNvPr id="43" name="Google Shape;43;p11"/>
          <p:cNvSpPr txBox="1"/>
          <p:nvPr>
            <p:ph idx="1" type="subTitle"/>
          </p:nvPr>
        </p:nvSpPr>
        <p:spPr>
          <a:xfrm>
            <a:off x="1284000" y="2816250"/>
            <a:ext cx="4454700" cy="3744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44" name="Shape 44"/>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2_1">
    <p:spTree>
      <p:nvGrpSpPr>
        <p:cNvPr id="45" name="Shape 45"/>
        <p:cNvGrpSpPr/>
        <p:nvPr/>
      </p:nvGrpSpPr>
      <p:grpSpPr>
        <a:xfrm>
          <a:off x="0" y="0"/>
          <a:ext cx="0" cy="0"/>
          <a:chOff x="0" y="0"/>
          <a:chExt cx="0" cy="0"/>
        </a:xfrm>
      </p:grpSpPr>
      <p:sp>
        <p:nvSpPr>
          <p:cNvPr id="46" name="Google Shape;46;p13"/>
          <p:cNvSpPr txBox="1"/>
          <p:nvPr>
            <p:ph hasCustomPrompt="1" type="title"/>
          </p:nvPr>
        </p:nvSpPr>
        <p:spPr>
          <a:xfrm>
            <a:off x="2576538" y="1292813"/>
            <a:ext cx="677700" cy="4038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000"/>
              <a:buNone/>
              <a:defRPr i="1"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7" name="Google Shape;47;p13"/>
          <p:cNvSpPr txBox="1"/>
          <p:nvPr>
            <p:ph idx="1" type="subTitle"/>
          </p:nvPr>
        </p:nvSpPr>
        <p:spPr>
          <a:xfrm>
            <a:off x="3214064" y="1288025"/>
            <a:ext cx="3353400" cy="484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200">
                <a:solidFill>
                  <a:schemeClr val="dk2"/>
                </a:solidFill>
                <a:latin typeface="Viaoda Libre"/>
                <a:ea typeface="Viaoda Libre"/>
                <a:cs typeface="Viaoda Libre"/>
                <a:sym typeface="Viaoda Libre"/>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48" name="Google Shape;48;p13"/>
          <p:cNvSpPr txBox="1"/>
          <p:nvPr>
            <p:ph hasCustomPrompt="1" idx="2" type="title"/>
          </p:nvPr>
        </p:nvSpPr>
        <p:spPr>
          <a:xfrm>
            <a:off x="2576538" y="2187738"/>
            <a:ext cx="677700" cy="4038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i="1"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49" name="Google Shape;49;p13"/>
          <p:cNvSpPr txBox="1"/>
          <p:nvPr>
            <p:ph idx="3" type="subTitle"/>
          </p:nvPr>
        </p:nvSpPr>
        <p:spPr>
          <a:xfrm>
            <a:off x="3214064" y="2152675"/>
            <a:ext cx="3353400" cy="4848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sz="22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50" name="Google Shape;50;p13"/>
          <p:cNvSpPr txBox="1"/>
          <p:nvPr>
            <p:ph hasCustomPrompt="1" idx="4" type="title"/>
          </p:nvPr>
        </p:nvSpPr>
        <p:spPr>
          <a:xfrm>
            <a:off x="2576538" y="3082675"/>
            <a:ext cx="677700" cy="4038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i="1"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51" name="Google Shape;51;p13"/>
          <p:cNvSpPr txBox="1"/>
          <p:nvPr>
            <p:ph idx="5" type="subTitle"/>
          </p:nvPr>
        </p:nvSpPr>
        <p:spPr>
          <a:xfrm>
            <a:off x="3214064" y="3077888"/>
            <a:ext cx="3353400" cy="4848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sz="22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52" name="Google Shape;52;p13"/>
          <p:cNvSpPr txBox="1"/>
          <p:nvPr>
            <p:ph hasCustomPrompt="1" idx="6" type="title"/>
          </p:nvPr>
        </p:nvSpPr>
        <p:spPr>
          <a:xfrm>
            <a:off x="2576538" y="3937813"/>
            <a:ext cx="677700" cy="4038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i="1"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53" name="Google Shape;53;p13"/>
          <p:cNvSpPr txBox="1"/>
          <p:nvPr>
            <p:ph idx="7" type="subTitle"/>
          </p:nvPr>
        </p:nvSpPr>
        <p:spPr>
          <a:xfrm>
            <a:off x="3214064" y="3933025"/>
            <a:ext cx="3353400" cy="4848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sz="22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54" name="Google Shape;54;p13"/>
          <p:cNvSpPr txBox="1"/>
          <p:nvPr>
            <p:ph idx="8" type="title"/>
          </p:nvPr>
        </p:nvSpPr>
        <p:spPr>
          <a:xfrm>
            <a:off x="515100" y="212325"/>
            <a:ext cx="8113800" cy="6447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pic>
        <p:nvPicPr>
          <p:cNvPr id="55" name="Google Shape;55;p13" title="grad.png"/>
          <p:cNvPicPr preferRelativeResize="0"/>
          <p:nvPr/>
        </p:nvPicPr>
        <p:blipFill rotWithShape="1">
          <a:blip r:embed="rId2">
            <a:alphaModFix amt="64000"/>
          </a:blip>
          <a:srcRect b="8156" l="11022" r="13739" t="0"/>
          <a:stretch/>
        </p:blipFill>
        <p:spPr>
          <a:xfrm rot="10523439">
            <a:off x="6530752" y="569101"/>
            <a:ext cx="6626046" cy="5777702"/>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ONE_COLUMN_TEXT_1">
    <p:spTree>
      <p:nvGrpSpPr>
        <p:cNvPr id="56" name="Shape 56"/>
        <p:cNvGrpSpPr/>
        <p:nvPr/>
      </p:nvGrpSpPr>
      <p:grpSpPr>
        <a:xfrm>
          <a:off x="0" y="0"/>
          <a:ext cx="0" cy="0"/>
          <a:chOff x="0" y="0"/>
          <a:chExt cx="0" cy="0"/>
        </a:xfrm>
      </p:grpSpPr>
      <p:sp>
        <p:nvSpPr>
          <p:cNvPr id="57" name="Google Shape;57;p14"/>
          <p:cNvSpPr txBox="1"/>
          <p:nvPr>
            <p:ph idx="1" type="subTitle"/>
          </p:nvPr>
        </p:nvSpPr>
        <p:spPr>
          <a:xfrm>
            <a:off x="925650" y="1248050"/>
            <a:ext cx="7292700" cy="1885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8" name="Google Shape;58;p14"/>
          <p:cNvSpPr txBox="1"/>
          <p:nvPr>
            <p:ph type="title"/>
          </p:nvPr>
        </p:nvSpPr>
        <p:spPr>
          <a:xfrm>
            <a:off x="457200" y="3445725"/>
            <a:ext cx="8113800" cy="1275000"/>
          </a:xfrm>
          <a:prstGeom prst="rect">
            <a:avLst/>
          </a:prstGeom>
          <a:ln>
            <a:noFill/>
          </a:ln>
        </p:spPr>
        <p:txBody>
          <a:bodyPr anchorCtr="0" anchor="b" bIns="91425" lIns="91425" spcFirstLastPara="1" rIns="91425" wrap="square" tIns="91425">
            <a:noAutofit/>
          </a:bodyPr>
          <a:lstStyle>
            <a:lvl1pPr lvl="0">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pic>
        <p:nvPicPr>
          <p:cNvPr id="59" name="Google Shape;59;p14" title="grad.png"/>
          <p:cNvPicPr preferRelativeResize="0"/>
          <p:nvPr/>
        </p:nvPicPr>
        <p:blipFill rotWithShape="1">
          <a:blip r:embed="rId2">
            <a:alphaModFix amt="64000"/>
          </a:blip>
          <a:srcRect b="8156" l="11022" r="13739" t="0"/>
          <a:stretch/>
        </p:blipFill>
        <p:spPr>
          <a:xfrm rot="-2081560">
            <a:off x="3620825" y="2570478"/>
            <a:ext cx="6626048" cy="5777701"/>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ONE_COLUMN_TEXT_1_1">
    <p:spTree>
      <p:nvGrpSpPr>
        <p:cNvPr id="60" name="Shape 60"/>
        <p:cNvGrpSpPr/>
        <p:nvPr/>
      </p:nvGrpSpPr>
      <p:grpSpPr>
        <a:xfrm>
          <a:off x="0" y="0"/>
          <a:ext cx="0" cy="0"/>
          <a:chOff x="0" y="0"/>
          <a:chExt cx="0" cy="0"/>
        </a:xfrm>
      </p:grpSpPr>
      <p:sp>
        <p:nvSpPr>
          <p:cNvPr id="61" name="Google Shape;61;p15"/>
          <p:cNvSpPr txBox="1"/>
          <p:nvPr>
            <p:ph idx="1" type="body"/>
          </p:nvPr>
        </p:nvSpPr>
        <p:spPr>
          <a:xfrm>
            <a:off x="845200" y="1199375"/>
            <a:ext cx="4620300" cy="21003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dk2"/>
              </a:buClr>
              <a:buSzPts val="1400"/>
              <a:buFont typeface="DM Sans"/>
              <a:buChar char="●"/>
              <a:defRPr sz="1400"/>
            </a:lvl1pPr>
            <a:lvl2pPr indent="-317500" lvl="1" marL="914400">
              <a:lnSpc>
                <a:spcPct val="115000"/>
              </a:lnSpc>
              <a:spcBef>
                <a:spcPts val="0"/>
              </a:spcBef>
              <a:spcAft>
                <a:spcPts val="0"/>
              </a:spcAft>
              <a:buSzPts val="1400"/>
              <a:buFont typeface="DM Sans"/>
              <a:buChar char="○"/>
              <a:defRPr/>
            </a:lvl2pPr>
            <a:lvl3pPr indent="-317500" lvl="2" marL="1371600">
              <a:lnSpc>
                <a:spcPct val="115000"/>
              </a:lnSpc>
              <a:spcBef>
                <a:spcPts val="0"/>
              </a:spcBef>
              <a:spcAft>
                <a:spcPts val="0"/>
              </a:spcAft>
              <a:buSzPts val="1400"/>
              <a:buFont typeface="DM Sans"/>
              <a:buChar char="■"/>
              <a:defRPr/>
            </a:lvl3pPr>
            <a:lvl4pPr indent="-317500" lvl="3" marL="1828800">
              <a:lnSpc>
                <a:spcPct val="115000"/>
              </a:lnSpc>
              <a:spcBef>
                <a:spcPts val="0"/>
              </a:spcBef>
              <a:spcAft>
                <a:spcPts val="0"/>
              </a:spcAft>
              <a:buSzPts val="1400"/>
              <a:buFont typeface="DM Sans"/>
              <a:buChar char="●"/>
              <a:defRPr/>
            </a:lvl4pPr>
            <a:lvl5pPr indent="-317500" lvl="4" marL="2286000">
              <a:lnSpc>
                <a:spcPct val="115000"/>
              </a:lnSpc>
              <a:spcBef>
                <a:spcPts val="0"/>
              </a:spcBef>
              <a:spcAft>
                <a:spcPts val="0"/>
              </a:spcAft>
              <a:buSzPts val="1400"/>
              <a:buFont typeface="DM Sans"/>
              <a:buChar char="○"/>
              <a:defRPr/>
            </a:lvl5pPr>
            <a:lvl6pPr indent="-317500" lvl="5" marL="2743200">
              <a:lnSpc>
                <a:spcPct val="115000"/>
              </a:lnSpc>
              <a:spcBef>
                <a:spcPts val="0"/>
              </a:spcBef>
              <a:spcAft>
                <a:spcPts val="0"/>
              </a:spcAft>
              <a:buSzPts val="1400"/>
              <a:buFont typeface="DM Sans"/>
              <a:buChar char="■"/>
              <a:defRPr/>
            </a:lvl6pPr>
            <a:lvl7pPr indent="-317500" lvl="6" marL="3200400">
              <a:lnSpc>
                <a:spcPct val="115000"/>
              </a:lnSpc>
              <a:spcBef>
                <a:spcPts val="0"/>
              </a:spcBef>
              <a:spcAft>
                <a:spcPts val="0"/>
              </a:spcAft>
              <a:buSzPts val="1400"/>
              <a:buFont typeface="DM Sans"/>
              <a:buChar char="●"/>
              <a:defRPr/>
            </a:lvl7pPr>
            <a:lvl8pPr indent="-317500" lvl="7" marL="3657600">
              <a:lnSpc>
                <a:spcPct val="115000"/>
              </a:lnSpc>
              <a:spcBef>
                <a:spcPts val="0"/>
              </a:spcBef>
              <a:spcAft>
                <a:spcPts val="0"/>
              </a:spcAft>
              <a:buSzPts val="1400"/>
              <a:buFont typeface="DM Sans"/>
              <a:buChar char="○"/>
              <a:defRPr/>
            </a:lvl8pPr>
            <a:lvl9pPr indent="-317500" lvl="8" marL="4114800">
              <a:lnSpc>
                <a:spcPct val="115000"/>
              </a:lnSpc>
              <a:spcBef>
                <a:spcPts val="0"/>
              </a:spcBef>
              <a:spcAft>
                <a:spcPts val="0"/>
              </a:spcAft>
              <a:buSzPts val="1400"/>
              <a:buFont typeface="DM Sans"/>
              <a:buChar char="■"/>
              <a:defRPr/>
            </a:lvl9pPr>
          </a:lstStyle>
          <a:p/>
        </p:txBody>
      </p:sp>
      <p:sp>
        <p:nvSpPr>
          <p:cNvPr id="62" name="Google Shape;62;p15"/>
          <p:cNvSpPr txBox="1"/>
          <p:nvPr>
            <p:ph type="title"/>
          </p:nvPr>
        </p:nvSpPr>
        <p:spPr>
          <a:xfrm>
            <a:off x="515100" y="212325"/>
            <a:ext cx="8113800" cy="6447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pic>
        <p:nvPicPr>
          <p:cNvPr id="63" name="Google Shape;63;p15" title="grad.png"/>
          <p:cNvPicPr preferRelativeResize="0"/>
          <p:nvPr/>
        </p:nvPicPr>
        <p:blipFill rotWithShape="1">
          <a:blip r:embed="rId2">
            <a:alphaModFix amt="64000"/>
          </a:blip>
          <a:srcRect b="8156" l="11022" r="13739" t="0"/>
          <a:stretch/>
        </p:blipFill>
        <p:spPr>
          <a:xfrm rot="3072118">
            <a:off x="-2614977" y="-1976735"/>
            <a:ext cx="4433905" cy="3866221"/>
          </a:xfrm>
          <a:prstGeom prst="rect">
            <a:avLst/>
          </a:prstGeom>
          <a:noFill/>
          <a:ln>
            <a:noFill/>
          </a:ln>
        </p:spPr>
      </p:pic>
      <p:sp>
        <p:nvSpPr>
          <p:cNvPr id="64" name="Google Shape;64;p15"/>
          <p:cNvSpPr/>
          <p:nvPr>
            <p:ph idx="2" type="pic"/>
          </p:nvPr>
        </p:nvSpPr>
        <p:spPr>
          <a:xfrm>
            <a:off x="5782800" y="1249550"/>
            <a:ext cx="3361200" cy="3894000"/>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65" name="Shape 65"/>
        <p:cNvGrpSpPr/>
        <p:nvPr/>
      </p:nvGrpSpPr>
      <p:grpSpPr>
        <a:xfrm>
          <a:off x="0" y="0"/>
          <a:ext cx="0" cy="0"/>
          <a:chOff x="0" y="0"/>
          <a:chExt cx="0" cy="0"/>
        </a:xfrm>
      </p:grpSpPr>
      <p:pic>
        <p:nvPicPr>
          <p:cNvPr id="66" name="Google Shape;66;p16" title="grad.png"/>
          <p:cNvPicPr preferRelativeResize="0"/>
          <p:nvPr/>
        </p:nvPicPr>
        <p:blipFill rotWithShape="1">
          <a:blip r:embed="rId2">
            <a:alphaModFix amt="64000"/>
          </a:blip>
          <a:srcRect b="8156" l="11022" r="13739" t="0"/>
          <a:stretch/>
        </p:blipFill>
        <p:spPr>
          <a:xfrm rot="-8424634">
            <a:off x="172170" y="-2061694"/>
            <a:ext cx="4599704" cy="4010789"/>
          </a:xfrm>
          <a:prstGeom prst="rect">
            <a:avLst/>
          </a:prstGeom>
          <a:noFill/>
          <a:ln>
            <a:noFill/>
          </a:ln>
        </p:spPr>
      </p:pic>
      <p:sp>
        <p:nvSpPr>
          <p:cNvPr id="67" name="Google Shape;67;p16"/>
          <p:cNvSpPr txBox="1"/>
          <p:nvPr>
            <p:ph type="title"/>
          </p:nvPr>
        </p:nvSpPr>
        <p:spPr>
          <a:xfrm>
            <a:off x="515100" y="212325"/>
            <a:ext cx="8113800" cy="6447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spTree>
      <p:nvGrpSpPr>
        <p:cNvPr id="68" name="Shape 68"/>
        <p:cNvGrpSpPr/>
        <p:nvPr/>
      </p:nvGrpSpPr>
      <p:grpSpPr>
        <a:xfrm>
          <a:off x="0" y="0"/>
          <a:ext cx="0" cy="0"/>
          <a:chOff x="0" y="0"/>
          <a:chExt cx="0" cy="0"/>
        </a:xfrm>
      </p:grpSpPr>
      <p:pic>
        <p:nvPicPr>
          <p:cNvPr id="69" name="Google Shape;69;p17" title="grad.png"/>
          <p:cNvPicPr preferRelativeResize="0"/>
          <p:nvPr/>
        </p:nvPicPr>
        <p:blipFill rotWithShape="1">
          <a:blip r:embed="rId2">
            <a:alphaModFix amt="64000"/>
          </a:blip>
          <a:srcRect b="8156" l="11022" r="13739" t="0"/>
          <a:stretch/>
        </p:blipFill>
        <p:spPr>
          <a:xfrm rot="4050186">
            <a:off x="7011650" y="-2139285"/>
            <a:ext cx="6626046" cy="5777703"/>
          </a:xfrm>
          <a:prstGeom prst="rect">
            <a:avLst/>
          </a:prstGeom>
          <a:noFill/>
          <a:ln>
            <a:noFill/>
          </a:ln>
        </p:spPr>
      </p:pic>
      <p:sp>
        <p:nvSpPr>
          <p:cNvPr id="70" name="Google Shape;70;p17"/>
          <p:cNvSpPr txBox="1"/>
          <p:nvPr>
            <p:ph type="title"/>
          </p:nvPr>
        </p:nvSpPr>
        <p:spPr>
          <a:xfrm>
            <a:off x="515100" y="212325"/>
            <a:ext cx="8113800" cy="6447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71" name="Shape 71"/>
        <p:cNvGrpSpPr/>
        <p:nvPr/>
      </p:nvGrpSpPr>
      <p:grpSpPr>
        <a:xfrm>
          <a:off x="0" y="0"/>
          <a:ext cx="0" cy="0"/>
          <a:chOff x="0" y="0"/>
          <a:chExt cx="0" cy="0"/>
        </a:xfrm>
      </p:grpSpPr>
      <p:sp>
        <p:nvSpPr>
          <p:cNvPr id="72" name="Google Shape;72;p18"/>
          <p:cNvSpPr txBox="1"/>
          <p:nvPr>
            <p:ph idx="1" type="subTitle"/>
          </p:nvPr>
        </p:nvSpPr>
        <p:spPr>
          <a:xfrm>
            <a:off x="2535450" y="1623725"/>
            <a:ext cx="41310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3" name="Google Shape;73;p18"/>
          <p:cNvSpPr txBox="1"/>
          <p:nvPr>
            <p:ph idx="2" type="subTitle"/>
          </p:nvPr>
        </p:nvSpPr>
        <p:spPr>
          <a:xfrm>
            <a:off x="2535450" y="2833200"/>
            <a:ext cx="41310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4" name="Google Shape;74;p18"/>
          <p:cNvSpPr txBox="1"/>
          <p:nvPr>
            <p:ph idx="3" type="subTitle"/>
          </p:nvPr>
        </p:nvSpPr>
        <p:spPr>
          <a:xfrm>
            <a:off x="2535450" y="4044525"/>
            <a:ext cx="41310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5" name="Google Shape;75;p18"/>
          <p:cNvSpPr txBox="1"/>
          <p:nvPr>
            <p:ph idx="4" type="subTitle"/>
          </p:nvPr>
        </p:nvSpPr>
        <p:spPr>
          <a:xfrm>
            <a:off x="2535450" y="1302750"/>
            <a:ext cx="4131000" cy="447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76" name="Google Shape;76;p18"/>
          <p:cNvSpPr txBox="1"/>
          <p:nvPr>
            <p:ph idx="5" type="subTitle"/>
          </p:nvPr>
        </p:nvSpPr>
        <p:spPr>
          <a:xfrm>
            <a:off x="2535450" y="3723550"/>
            <a:ext cx="4131000" cy="447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77" name="Google Shape;77;p18"/>
          <p:cNvSpPr txBox="1"/>
          <p:nvPr>
            <p:ph idx="6" type="subTitle"/>
          </p:nvPr>
        </p:nvSpPr>
        <p:spPr>
          <a:xfrm>
            <a:off x="2535450" y="2513150"/>
            <a:ext cx="4131000" cy="447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78" name="Google Shape;78;p18"/>
          <p:cNvSpPr txBox="1"/>
          <p:nvPr>
            <p:ph type="title"/>
          </p:nvPr>
        </p:nvSpPr>
        <p:spPr>
          <a:xfrm>
            <a:off x="486150" y="212325"/>
            <a:ext cx="8171700" cy="6447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pic>
        <p:nvPicPr>
          <p:cNvPr id="79" name="Google Shape;79;p18" title="grad.png"/>
          <p:cNvPicPr preferRelativeResize="0"/>
          <p:nvPr/>
        </p:nvPicPr>
        <p:blipFill rotWithShape="1">
          <a:blip r:embed="rId2">
            <a:alphaModFix amt="64000"/>
          </a:blip>
          <a:srcRect b="8156" l="11022" r="13739" t="0"/>
          <a:stretch/>
        </p:blipFill>
        <p:spPr>
          <a:xfrm rot="4361546">
            <a:off x="5069624" y="2708649"/>
            <a:ext cx="6626049" cy="5777701"/>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80" name="Shape 80"/>
        <p:cNvGrpSpPr/>
        <p:nvPr/>
      </p:nvGrpSpPr>
      <p:grpSpPr>
        <a:xfrm>
          <a:off x="0" y="0"/>
          <a:ext cx="0" cy="0"/>
          <a:chOff x="0" y="0"/>
          <a:chExt cx="0" cy="0"/>
        </a:xfrm>
      </p:grpSpPr>
      <p:sp>
        <p:nvSpPr>
          <p:cNvPr id="81" name="Google Shape;81;p19"/>
          <p:cNvSpPr txBox="1"/>
          <p:nvPr>
            <p:ph idx="1" type="subTitle"/>
          </p:nvPr>
        </p:nvSpPr>
        <p:spPr>
          <a:xfrm>
            <a:off x="1388993" y="1626476"/>
            <a:ext cx="2772300" cy="622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2" name="Google Shape;82;p19"/>
          <p:cNvSpPr txBox="1"/>
          <p:nvPr>
            <p:ph idx="2" type="subTitle"/>
          </p:nvPr>
        </p:nvSpPr>
        <p:spPr>
          <a:xfrm>
            <a:off x="4982696" y="1626476"/>
            <a:ext cx="2772300" cy="622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3" name="Google Shape;83;p19"/>
          <p:cNvSpPr txBox="1"/>
          <p:nvPr>
            <p:ph idx="3" type="subTitle"/>
          </p:nvPr>
        </p:nvSpPr>
        <p:spPr>
          <a:xfrm>
            <a:off x="1388993" y="2816631"/>
            <a:ext cx="2772300" cy="622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4" name="Google Shape;84;p19"/>
          <p:cNvSpPr txBox="1"/>
          <p:nvPr>
            <p:ph idx="4" type="subTitle"/>
          </p:nvPr>
        </p:nvSpPr>
        <p:spPr>
          <a:xfrm>
            <a:off x="4982696" y="4006823"/>
            <a:ext cx="2772300" cy="622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5" name="Google Shape;85;p19"/>
          <p:cNvSpPr txBox="1"/>
          <p:nvPr>
            <p:ph idx="5" type="subTitle"/>
          </p:nvPr>
        </p:nvSpPr>
        <p:spPr>
          <a:xfrm>
            <a:off x="1388990" y="4006873"/>
            <a:ext cx="2772300" cy="622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6" name="Google Shape;86;p19"/>
          <p:cNvSpPr txBox="1"/>
          <p:nvPr>
            <p:ph idx="6" type="subTitle"/>
          </p:nvPr>
        </p:nvSpPr>
        <p:spPr>
          <a:xfrm>
            <a:off x="4982698" y="2816631"/>
            <a:ext cx="2772300" cy="622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7" name="Google Shape;87;p19"/>
          <p:cNvSpPr txBox="1"/>
          <p:nvPr>
            <p:ph idx="7" type="subTitle"/>
          </p:nvPr>
        </p:nvSpPr>
        <p:spPr>
          <a:xfrm>
            <a:off x="1388998" y="1345450"/>
            <a:ext cx="2772300" cy="391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88" name="Google Shape;88;p19"/>
          <p:cNvSpPr txBox="1"/>
          <p:nvPr>
            <p:ph idx="8" type="subTitle"/>
          </p:nvPr>
        </p:nvSpPr>
        <p:spPr>
          <a:xfrm>
            <a:off x="4982698" y="1345450"/>
            <a:ext cx="2772300" cy="391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89" name="Google Shape;89;p19"/>
          <p:cNvSpPr txBox="1"/>
          <p:nvPr>
            <p:ph idx="9" type="subTitle"/>
          </p:nvPr>
        </p:nvSpPr>
        <p:spPr>
          <a:xfrm>
            <a:off x="1388988" y="3725847"/>
            <a:ext cx="2772300" cy="391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0" name="Google Shape;90;p19"/>
          <p:cNvSpPr txBox="1"/>
          <p:nvPr>
            <p:ph idx="13" type="subTitle"/>
          </p:nvPr>
        </p:nvSpPr>
        <p:spPr>
          <a:xfrm>
            <a:off x="1388998" y="2535655"/>
            <a:ext cx="2772300" cy="391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1" name="Google Shape;91;p19"/>
          <p:cNvSpPr txBox="1"/>
          <p:nvPr>
            <p:ph idx="14" type="subTitle"/>
          </p:nvPr>
        </p:nvSpPr>
        <p:spPr>
          <a:xfrm>
            <a:off x="4982705" y="3725847"/>
            <a:ext cx="2772300" cy="391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2" name="Google Shape;92;p19"/>
          <p:cNvSpPr txBox="1"/>
          <p:nvPr>
            <p:ph idx="15" type="subTitle"/>
          </p:nvPr>
        </p:nvSpPr>
        <p:spPr>
          <a:xfrm>
            <a:off x="4982702" y="2535655"/>
            <a:ext cx="2772300" cy="391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3" name="Google Shape;93;p19"/>
          <p:cNvSpPr txBox="1"/>
          <p:nvPr>
            <p:ph type="title"/>
          </p:nvPr>
        </p:nvSpPr>
        <p:spPr>
          <a:xfrm>
            <a:off x="457200" y="212325"/>
            <a:ext cx="8171700" cy="6447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pic>
        <p:nvPicPr>
          <p:cNvPr id="94" name="Google Shape;94;p19" title="grad.png"/>
          <p:cNvPicPr preferRelativeResize="0"/>
          <p:nvPr/>
        </p:nvPicPr>
        <p:blipFill rotWithShape="1">
          <a:blip r:embed="rId2">
            <a:alphaModFix amt="64000"/>
          </a:blip>
          <a:srcRect b="8156" l="11022" r="13739" t="0"/>
          <a:stretch/>
        </p:blipFill>
        <p:spPr>
          <a:xfrm rot="-10217320">
            <a:off x="5733322" y="-2469272"/>
            <a:ext cx="6626053" cy="57777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95" name="Shape 95"/>
        <p:cNvGrpSpPr/>
        <p:nvPr/>
      </p:nvGrpSpPr>
      <p:grpSpPr>
        <a:xfrm>
          <a:off x="0" y="0"/>
          <a:ext cx="0" cy="0"/>
          <a:chOff x="0" y="0"/>
          <a:chExt cx="0" cy="0"/>
        </a:xfrm>
      </p:grpSpPr>
      <p:sp>
        <p:nvSpPr>
          <p:cNvPr id="96" name="Google Shape;96;p20"/>
          <p:cNvSpPr txBox="1"/>
          <p:nvPr>
            <p:ph hasCustomPrompt="1" type="title"/>
          </p:nvPr>
        </p:nvSpPr>
        <p:spPr>
          <a:xfrm flipH="1">
            <a:off x="457200" y="535613"/>
            <a:ext cx="3418200" cy="754500"/>
          </a:xfrm>
          <a:prstGeom prst="rect">
            <a:avLst/>
          </a:prstGeom>
        </p:spPr>
        <p:txBody>
          <a:bodyPr anchorCtr="0" anchor="b" bIns="91425" lIns="91425" spcFirstLastPara="1" rIns="91425" wrap="square" tIns="91425">
            <a:noAutofit/>
          </a:bodyPr>
          <a:lstStyle>
            <a:lvl1pPr lvl="0" rtl="0">
              <a:spcBef>
                <a:spcPts val="0"/>
              </a:spcBef>
              <a:spcAft>
                <a:spcPts val="0"/>
              </a:spcAft>
              <a:buSzPts val="6200"/>
              <a:buNone/>
              <a:defRPr i="1" sz="43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97" name="Google Shape;97;p20"/>
          <p:cNvSpPr txBox="1"/>
          <p:nvPr>
            <p:ph idx="1" type="subTitle"/>
          </p:nvPr>
        </p:nvSpPr>
        <p:spPr>
          <a:xfrm flipH="1">
            <a:off x="457200" y="1143166"/>
            <a:ext cx="3418200" cy="3093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8" name="Google Shape;98;p20"/>
          <p:cNvSpPr txBox="1"/>
          <p:nvPr>
            <p:ph hasCustomPrompt="1" idx="2" type="title"/>
          </p:nvPr>
        </p:nvSpPr>
        <p:spPr>
          <a:xfrm>
            <a:off x="5268600" y="3691238"/>
            <a:ext cx="3418200" cy="754500"/>
          </a:xfrm>
          <a:prstGeom prst="rect">
            <a:avLst/>
          </a:prstGeom>
        </p:spPr>
        <p:txBody>
          <a:bodyPr anchorCtr="0" anchor="b" bIns="91425" lIns="91425" spcFirstLastPara="1" rIns="91425" wrap="square" tIns="91425">
            <a:noAutofit/>
          </a:bodyPr>
          <a:lstStyle>
            <a:lvl1pPr lvl="0" rtl="0" algn="r">
              <a:spcBef>
                <a:spcPts val="0"/>
              </a:spcBef>
              <a:spcAft>
                <a:spcPts val="0"/>
              </a:spcAft>
              <a:buSzPts val="6200"/>
              <a:buNone/>
              <a:defRPr i="1" sz="43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99" name="Google Shape;99;p20"/>
          <p:cNvSpPr txBox="1"/>
          <p:nvPr>
            <p:ph idx="3" type="subTitle"/>
          </p:nvPr>
        </p:nvSpPr>
        <p:spPr>
          <a:xfrm>
            <a:off x="5268600" y="4298566"/>
            <a:ext cx="3418200" cy="309300"/>
          </a:xfrm>
          <a:prstGeom prst="rect">
            <a:avLst/>
          </a:prstGeom>
          <a:ln>
            <a:noFill/>
          </a:ln>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pic>
        <p:nvPicPr>
          <p:cNvPr id="100" name="Google Shape;100;p20" title="grad.png"/>
          <p:cNvPicPr preferRelativeResize="0"/>
          <p:nvPr/>
        </p:nvPicPr>
        <p:blipFill rotWithShape="1">
          <a:blip r:embed="rId2">
            <a:alphaModFix amt="64000"/>
          </a:blip>
          <a:srcRect b="8156" l="11022" r="13739" t="0"/>
          <a:stretch/>
        </p:blipFill>
        <p:spPr>
          <a:xfrm rot="-1375060">
            <a:off x="-2000797" y="1668352"/>
            <a:ext cx="6626044" cy="5777701"/>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bg>
      <p:bgPr>
        <a:solidFill>
          <a:schemeClr val="lt1"/>
        </a:solidFill>
      </p:bgPr>
    </p:bg>
    <p:spTree>
      <p:nvGrpSpPr>
        <p:cNvPr id="101" name="Shape 101"/>
        <p:cNvGrpSpPr/>
        <p:nvPr/>
      </p:nvGrpSpPr>
      <p:grpSpPr>
        <a:xfrm>
          <a:off x="0" y="0"/>
          <a:ext cx="0" cy="0"/>
          <a:chOff x="0" y="0"/>
          <a:chExt cx="0" cy="0"/>
        </a:xfrm>
      </p:grpSpPr>
      <p:sp>
        <p:nvSpPr>
          <p:cNvPr id="102" name="Google Shape;102;p21"/>
          <p:cNvSpPr txBox="1"/>
          <p:nvPr>
            <p:ph type="title"/>
          </p:nvPr>
        </p:nvSpPr>
        <p:spPr>
          <a:xfrm>
            <a:off x="3243050" y="456638"/>
            <a:ext cx="5443500" cy="10359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500"/>
              <a:buNone/>
              <a:defRPr sz="74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03" name="Google Shape;103;p21"/>
          <p:cNvSpPr txBox="1"/>
          <p:nvPr>
            <p:ph idx="1" type="subTitle"/>
          </p:nvPr>
        </p:nvSpPr>
        <p:spPr>
          <a:xfrm>
            <a:off x="4641006" y="1310655"/>
            <a:ext cx="4045800" cy="1231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4" name="Google Shape;104;p21"/>
          <p:cNvSpPr txBox="1"/>
          <p:nvPr/>
        </p:nvSpPr>
        <p:spPr>
          <a:xfrm>
            <a:off x="457200" y="3847013"/>
            <a:ext cx="5757300" cy="55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Albert Sans"/>
                <a:ea typeface="Albert Sans"/>
                <a:cs typeface="Albert Sans"/>
                <a:sym typeface="Albert Sans"/>
              </a:rPr>
              <a:t>CREDITS: This presentation template was created by </a:t>
            </a:r>
            <a:r>
              <a:rPr b="1" lang="en" sz="1200">
                <a:solidFill>
                  <a:schemeClr val="dk1"/>
                </a:solidFill>
                <a:uFill>
                  <a:noFill/>
                </a:uFill>
                <a:latin typeface="Albert Sans"/>
                <a:ea typeface="Albert Sans"/>
                <a:cs typeface="Albert Sans"/>
                <a:sym typeface="Albert Sans"/>
                <a:hlinkClick r:id="rId2">
                  <a:extLst>
                    <a:ext uri="{A12FA001-AC4F-418D-AE19-62706E023703}">
                      <ahyp:hlinkClr val="tx"/>
                    </a:ext>
                  </a:extLst>
                </a:hlinkClick>
              </a:rPr>
              <a:t>Slidesgo</a:t>
            </a:r>
            <a:r>
              <a:rPr lang="en" sz="1200">
                <a:solidFill>
                  <a:schemeClr val="dk1"/>
                </a:solidFill>
                <a:latin typeface="Albert Sans"/>
                <a:ea typeface="Albert Sans"/>
                <a:cs typeface="Albert Sans"/>
                <a:sym typeface="Albert Sans"/>
              </a:rPr>
              <a:t>, and includes icons, infographics &amp; images by </a:t>
            </a:r>
            <a:r>
              <a:rPr b="1" lang="en" sz="1200">
                <a:solidFill>
                  <a:schemeClr val="dk1"/>
                </a:solidFill>
                <a:uFill>
                  <a:noFill/>
                </a:uFill>
                <a:latin typeface="Albert Sans"/>
                <a:ea typeface="Albert Sans"/>
                <a:cs typeface="Albert Sans"/>
                <a:sym typeface="Albert Sans"/>
                <a:hlinkClick r:id="rId3">
                  <a:extLst>
                    <a:ext uri="{A12FA001-AC4F-418D-AE19-62706E023703}">
                      <ahyp:hlinkClr val="tx"/>
                    </a:ext>
                  </a:extLst>
                </a:hlinkClick>
              </a:rPr>
              <a:t>Freepik</a:t>
            </a:r>
            <a:r>
              <a:rPr b="1" lang="en" sz="1200">
                <a:solidFill>
                  <a:schemeClr val="dk1"/>
                </a:solidFill>
                <a:latin typeface="Albert Sans"/>
                <a:ea typeface="Albert Sans"/>
                <a:cs typeface="Albert Sans"/>
                <a:sym typeface="Albert Sans"/>
              </a:rPr>
              <a:t> </a:t>
            </a:r>
            <a:endParaRPr b="1" sz="1200" u="sng">
              <a:solidFill>
                <a:schemeClr val="dk1"/>
              </a:solidFill>
              <a:latin typeface="Albert Sans"/>
              <a:ea typeface="Albert Sans"/>
              <a:cs typeface="Albert Sans"/>
              <a:sym typeface="Albert Sa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105" name="Shape 105"/>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106" name="Shape 106"/>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1">
    <p:spTree>
      <p:nvGrpSpPr>
        <p:cNvPr id="107" name="Shape 107"/>
        <p:cNvGrpSpPr/>
        <p:nvPr/>
      </p:nvGrpSpPr>
      <p:grpSpPr>
        <a:xfrm>
          <a:off x="0" y="0"/>
          <a:ext cx="0" cy="0"/>
          <a:chOff x="0" y="0"/>
          <a:chExt cx="0" cy="0"/>
        </a:xfrm>
      </p:grpSpPr>
      <p:sp>
        <p:nvSpPr>
          <p:cNvPr id="108" name="Google Shape;108;p24"/>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Play"/>
              <a:buNone/>
              <a:defRPr sz="4500"/>
            </a:lvl1pPr>
            <a:lvl2pPr lvl="1">
              <a:spcBef>
                <a:spcPts val="0"/>
              </a:spcBef>
              <a:spcAft>
                <a:spcPts val="0"/>
              </a:spcAft>
              <a:buSzPts val="1100"/>
              <a:buNone/>
              <a:defRPr sz="1100"/>
            </a:lvl2pPr>
            <a:lvl3pPr lvl="2">
              <a:spcBef>
                <a:spcPts val="0"/>
              </a:spcBef>
              <a:spcAft>
                <a:spcPts val="0"/>
              </a:spcAft>
              <a:buSzPts val="1100"/>
              <a:buNone/>
              <a:defRPr sz="1100"/>
            </a:lvl3pPr>
            <a:lvl4pPr lvl="3">
              <a:spcBef>
                <a:spcPts val="0"/>
              </a:spcBef>
              <a:spcAft>
                <a:spcPts val="0"/>
              </a:spcAft>
              <a:buSzPts val="1100"/>
              <a:buNone/>
              <a:defRPr sz="1100"/>
            </a:lvl4pPr>
            <a:lvl5pPr lvl="4">
              <a:spcBef>
                <a:spcPts val="0"/>
              </a:spcBef>
              <a:spcAft>
                <a:spcPts val="0"/>
              </a:spcAft>
              <a:buSzPts val="1100"/>
              <a:buNone/>
              <a:defRPr sz="1100"/>
            </a:lvl5pPr>
            <a:lvl6pPr lvl="5">
              <a:spcBef>
                <a:spcPts val="0"/>
              </a:spcBef>
              <a:spcAft>
                <a:spcPts val="0"/>
              </a:spcAft>
              <a:buSzPts val="1100"/>
              <a:buNone/>
              <a:defRPr sz="1100"/>
            </a:lvl6pPr>
            <a:lvl7pPr lvl="6">
              <a:spcBef>
                <a:spcPts val="0"/>
              </a:spcBef>
              <a:spcAft>
                <a:spcPts val="0"/>
              </a:spcAft>
              <a:buSzPts val="1100"/>
              <a:buNone/>
              <a:defRPr sz="1100"/>
            </a:lvl7pPr>
            <a:lvl8pPr lvl="7">
              <a:spcBef>
                <a:spcPts val="0"/>
              </a:spcBef>
              <a:spcAft>
                <a:spcPts val="0"/>
              </a:spcAft>
              <a:buSzPts val="1100"/>
              <a:buNone/>
              <a:defRPr sz="1100"/>
            </a:lvl8pPr>
            <a:lvl9pPr lvl="8">
              <a:spcBef>
                <a:spcPts val="0"/>
              </a:spcBef>
              <a:spcAft>
                <a:spcPts val="0"/>
              </a:spcAft>
              <a:buSzPts val="1100"/>
              <a:buNone/>
              <a:defRPr sz="1100"/>
            </a:lvl9pPr>
          </a:lstStyle>
          <a:p/>
        </p:txBody>
      </p:sp>
      <p:sp>
        <p:nvSpPr>
          <p:cNvPr id="109" name="Google Shape;109;p24"/>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10" name="Google Shape;110;p24"/>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111" name="Google Shape;111;p2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112" name="Google Shape;112;p2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sz="1100"/>
            </a:lvl1pPr>
            <a:lvl2pPr indent="0" lvl="1" marL="0" algn="r">
              <a:spcBef>
                <a:spcPts val="0"/>
              </a:spcBef>
              <a:buNone/>
              <a:defRPr sz="1100"/>
            </a:lvl2pPr>
            <a:lvl3pPr indent="0" lvl="2" marL="0" algn="r">
              <a:spcBef>
                <a:spcPts val="0"/>
              </a:spcBef>
              <a:buNone/>
              <a:defRPr sz="1100"/>
            </a:lvl3pPr>
            <a:lvl4pPr indent="0" lvl="3" marL="0" algn="r">
              <a:spcBef>
                <a:spcPts val="0"/>
              </a:spcBef>
              <a:buNone/>
              <a:defRPr sz="1100"/>
            </a:lvl4pPr>
            <a:lvl5pPr indent="0" lvl="4" marL="0" algn="r">
              <a:spcBef>
                <a:spcPts val="0"/>
              </a:spcBef>
              <a:buNone/>
              <a:defRPr sz="1100"/>
            </a:lvl5pPr>
            <a:lvl6pPr indent="0" lvl="5" marL="0" algn="r">
              <a:spcBef>
                <a:spcPts val="0"/>
              </a:spcBef>
              <a:buNone/>
              <a:defRPr sz="1100"/>
            </a:lvl6pPr>
            <a:lvl7pPr indent="0" lvl="6" marL="0" algn="r">
              <a:spcBef>
                <a:spcPts val="0"/>
              </a:spcBef>
              <a:buNone/>
              <a:defRPr sz="1100"/>
            </a:lvl7pPr>
            <a:lvl8pPr indent="0" lvl="7" marL="0" algn="r">
              <a:spcBef>
                <a:spcPts val="0"/>
              </a:spcBef>
              <a:buNone/>
              <a:defRPr sz="1100"/>
            </a:lvl8pPr>
            <a:lvl9pPr indent="0" lvl="8" marL="0" algn="r">
              <a:spcBef>
                <a:spcPts val="0"/>
              </a:spcBef>
              <a:buNone/>
              <a:defRPr sz="1100"/>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ONE_COLUMN_TEXT_1_1">
    <p:spTree>
      <p:nvGrpSpPr>
        <p:cNvPr id="116" name="Shape 116"/>
        <p:cNvGrpSpPr/>
        <p:nvPr/>
      </p:nvGrpSpPr>
      <p:grpSpPr>
        <a:xfrm>
          <a:off x="0" y="0"/>
          <a:ext cx="0" cy="0"/>
          <a:chOff x="0" y="0"/>
          <a:chExt cx="0" cy="0"/>
        </a:xfrm>
      </p:grpSpPr>
      <p:sp>
        <p:nvSpPr>
          <p:cNvPr id="117" name="Google Shape;117;p26"/>
          <p:cNvSpPr txBox="1"/>
          <p:nvPr>
            <p:ph idx="1" type="body"/>
          </p:nvPr>
        </p:nvSpPr>
        <p:spPr>
          <a:xfrm>
            <a:off x="845200" y="1199375"/>
            <a:ext cx="4620300" cy="21003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Clr>
                <a:schemeClr val="dk2"/>
              </a:buClr>
              <a:buSzPts val="1400"/>
              <a:buFont typeface="DM Sans"/>
              <a:buChar char="●"/>
              <a:defRPr sz="1400"/>
            </a:lvl1pPr>
            <a:lvl2pPr indent="-317500" lvl="1" marL="914400" algn="l">
              <a:lnSpc>
                <a:spcPct val="115000"/>
              </a:lnSpc>
              <a:spcBef>
                <a:spcPts val="0"/>
              </a:spcBef>
              <a:spcAft>
                <a:spcPts val="0"/>
              </a:spcAft>
              <a:buSzPts val="1400"/>
              <a:buFont typeface="DM Sans"/>
              <a:buChar char="○"/>
              <a:defRPr/>
            </a:lvl2pPr>
            <a:lvl3pPr indent="-317500" lvl="2" marL="1371600" algn="l">
              <a:lnSpc>
                <a:spcPct val="115000"/>
              </a:lnSpc>
              <a:spcBef>
                <a:spcPts val="0"/>
              </a:spcBef>
              <a:spcAft>
                <a:spcPts val="0"/>
              </a:spcAft>
              <a:buSzPts val="1400"/>
              <a:buFont typeface="DM Sans"/>
              <a:buChar char="■"/>
              <a:defRPr/>
            </a:lvl3pPr>
            <a:lvl4pPr indent="-317500" lvl="3" marL="1828800" algn="l">
              <a:lnSpc>
                <a:spcPct val="115000"/>
              </a:lnSpc>
              <a:spcBef>
                <a:spcPts val="0"/>
              </a:spcBef>
              <a:spcAft>
                <a:spcPts val="0"/>
              </a:spcAft>
              <a:buSzPts val="1400"/>
              <a:buFont typeface="DM Sans"/>
              <a:buChar char="●"/>
              <a:defRPr/>
            </a:lvl4pPr>
            <a:lvl5pPr indent="-317500" lvl="4" marL="2286000" algn="l">
              <a:lnSpc>
                <a:spcPct val="115000"/>
              </a:lnSpc>
              <a:spcBef>
                <a:spcPts val="0"/>
              </a:spcBef>
              <a:spcAft>
                <a:spcPts val="0"/>
              </a:spcAft>
              <a:buSzPts val="1400"/>
              <a:buFont typeface="DM Sans"/>
              <a:buChar char="○"/>
              <a:defRPr/>
            </a:lvl5pPr>
            <a:lvl6pPr indent="-317500" lvl="5" marL="2743200" algn="l">
              <a:lnSpc>
                <a:spcPct val="115000"/>
              </a:lnSpc>
              <a:spcBef>
                <a:spcPts val="0"/>
              </a:spcBef>
              <a:spcAft>
                <a:spcPts val="0"/>
              </a:spcAft>
              <a:buSzPts val="1400"/>
              <a:buFont typeface="DM Sans"/>
              <a:buChar char="■"/>
              <a:defRPr/>
            </a:lvl6pPr>
            <a:lvl7pPr indent="-317500" lvl="6" marL="3200400" algn="l">
              <a:lnSpc>
                <a:spcPct val="115000"/>
              </a:lnSpc>
              <a:spcBef>
                <a:spcPts val="0"/>
              </a:spcBef>
              <a:spcAft>
                <a:spcPts val="0"/>
              </a:spcAft>
              <a:buSzPts val="1400"/>
              <a:buFont typeface="DM Sans"/>
              <a:buChar char="●"/>
              <a:defRPr/>
            </a:lvl7pPr>
            <a:lvl8pPr indent="-317500" lvl="7" marL="3657600" algn="l">
              <a:lnSpc>
                <a:spcPct val="115000"/>
              </a:lnSpc>
              <a:spcBef>
                <a:spcPts val="0"/>
              </a:spcBef>
              <a:spcAft>
                <a:spcPts val="0"/>
              </a:spcAft>
              <a:buSzPts val="1400"/>
              <a:buFont typeface="DM Sans"/>
              <a:buChar char="○"/>
              <a:defRPr/>
            </a:lvl8pPr>
            <a:lvl9pPr indent="-317500" lvl="8" marL="4114800" algn="l">
              <a:lnSpc>
                <a:spcPct val="115000"/>
              </a:lnSpc>
              <a:spcBef>
                <a:spcPts val="0"/>
              </a:spcBef>
              <a:spcAft>
                <a:spcPts val="0"/>
              </a:spcAft>
              <a:buSzPts val="1400"/>
              <a:buFont typeface="DM Sans"/>
              <a:buChar char="■"/>
              <a:defRPr/>
            </a:lvl9pPr>
          </a:lstStyle>
          <a:p/>
        </p:txBody>
      </p:sp>
      <p:sp>
        <p:nvSpPr>
          <p:cNvPr id="118" name="Google Shape;118;p26"/>
          <p:cNvSpPr txBox="1"/>
          <p:nvPr>
            <p:ph type="title"/>
          </p:nvPr>
        </p:nvSpPr>
        <p:spPr>
          <a:xfrm>
            <a:off x="515100" y="212325"/>
            <a:ext cx="8113800" cy="644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500"/>
              <a:buNone/>
              <a:defRPr sz="33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pic>
        <p:nvPicPr>
          <p:cNvPr id="119" name="Google Shape;119;p26" title="grad.png"/>
          <p:cNvPicPr preferRelativeResize="0"/>
          <p:nvPr/>
        </p:nvPicPr>
        <p:blipFill rotWithShape="1">
          <a:blip r:embed="rId2">
            <a:alphaModFix amt="64000"/>
          </a:blip>
          <a:srcRect b="8156" l="11022" r="13739" t="0"/>
          <a:stretch/>
        </p:blipFill>
        <p:spPr>
          <a:xfrm rot="3072118">
            <a:off x="-2614977" y="-1976735"/>
            <a:ext cx="4433905" cy="3866221"/>
          </a:xfrm>
          <a:prstGeom prst="rect">
            <a:avLst/>
          </a:prstGeom>
          <a:noFill/>
          <a:ln>
            <a:noFill/>
          </a:ln>
        </p:spPr>
      </p:pic>
      <p:sp>
        <p:nvSpPr>
          <p:cNvPr id="120" name="Google Shape;120;p26"/>
          <p:cNvSpPr/>
          <p:nvPr>
            <p:ph idx="2" type="pic"/>
          </p:nvPr>
        </p:nvSpPr>
        <p:spPr>
          <a:xfrm>
            <a:off x="5782800" y="1249550"/>
            <a:ext cx="3361200" cy="3894000"/>
          </a:xfrm>
          <a:prstGeom prst="rect">
            <a:avLst/>
          </a:prstGeom>
          <a:noFill/>
          <a:ln>
            <a:no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1" name="Shape 121"/>
        <p:cNvGrpSpPr/>
        <p:nvPr/>
      </p:nvGrpSpPr>
      <p:grpSpPr>
        <a:xfrm>
          <a:off x="0" y="0"/>
          <a:ext cx="0" cy="0"/>
          <a:chOff x="0" y="0"/>
          <a:chExt cx="0" cy="0"/>
        </a:xfrm>
      </p:grpSpPr>
      <p:sp>
        <p:nvSpPr>
          <p:cNvPr id="122" name="Google Shape;122;p27"/>
          <p:cNvSpPr txBox="1"/>
          <p:nvPr>
            <p:ph idx="1" type="body"/>
          </p:nvPr>
        </p:nvSpPr>
        <p:spPr>
          <a:xfrm>
            <a:off x="457200" y="1221475"/>
            <a:ext cx="8233800" cy="13017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Clr>
                <a:schemeClr val="dk2"/>
              </a:buClr>
              <a:buSzPts val="1200"/>
              <a:buFont typeface="Darker Grotesque SemiBold"/>
              <a:buChar char="●"/>
              <a:defRPr sz="1200"/>
            </a:lvl1pPr>
            <a:lvl2pPr indent="-304800" lvl="1" marL="914400" algn="l">
              <a:lnSpc>
                <a:spcPct val="115000"/>
              </a:lnSpc>
              <a:spcBef>
                <a:spcPts val="0"/>
              </a:spcBef>
              <a:spcAft>
                <a:spcPts val="0"/>
              </a:spcAft>
              <a:buClr>
                <a:srgbClr val="364F27"/>
              </a:buClr>
              <a:buSzPts val="1200"/>
              <a:buFont typeface="Darker Grotesque SemiBold"/>
              <a:buChar char="○"/>
              <a:defRPr/>
            </a:lvl2pPr>
            <a:lvl3pPr indent="-304800" lvl="2" marL="1371600" algn="l">
              <a:lnSpc>
                <a:spcPct val="115000"/>
              </a:lnSpc>
              <a:spcBef>
                <a:spcPts val="0"/>
              </a:spcBef>
              <a:spcAft>
                <a:spcPts val="0"/>
              </a:spcAft>
              <a:buClr>
                <a:srgbClr val="364F27"/>
              </a:buClr>
              <a:buSzPts val="1200"/>
              <a:buFont typeface="Darker Grotesque SemiBold"/>
              <a:buChar char="■"/>
              <a:defRPr/>
            </a:lvl3pPr>
            <a:lvl4pPr indent="-304800" lvl="3" marL="1828800" algn="l">
              <a:lnSpc>
                <a:spcPct val="115000"/>
              </a:lnSpc>
              <a:spcBef>
                <a:spcPts val="0"/>
              </a:spcBef>
              <a:spcAft>
                <a:spcPts val="0"/>
              </a:spcAft>
              <a:buClr>
                <a:srgbClr val="364F27"/>
              </a:buClr>
              <a:buSzPts val="1200"/>
              <a:buFont typeface="Darker Grotesque SemiBold"/>
              <a:buChar char="●"/>
              <a:defRPr/>
            </a:lvl4pPr>
            <a:lvl5pPr indent="-304800" lvl="4" marL="2286000" algn="l">
              <a:lnSpc>
                <a:spcPct val="115000"/>
              </a:lnSpc>
              <a:spcBef>
                <a:spcPts val="0"/>
              </a:spcBef>
              <a:spcAft>
                <a:spcPts val="0"/>
              </a:spcAft>
              <a:buClr>
                <a:srgbClr val="364F27"/>
              </a:buClr>
              <a:buSzPts val="1200"/>
              <a:buFont typeface="Darker Grotesque SemiBold"/>
              <a:buChar char="○"/>
              <a:defRPr/>
            </a:lvl5pPr>
            <a:lvl6pPr indent="-304800" lvl="5" marL="2743200" algn="l">
              <a:lnSpc>
                <a:spcPct val="115000"/>
              </a:lnSpc>
              <a:spcBef>
                <a:spcPts val="0"/>
              </a:spcBef>
              <a:spcAft>
                <a:spcPts val="0"/>
              </a:spcAft>
              <a:buClr>
                <a:srgbClr val="364F27"/>
              </a:buClr>
              <a:buSzPts val="1200"/>
              <a:buFont typeface="Darker Grotesque SemiBold"/>
              <a:buChar char="■"/>
              <a:defRPr/>
            </a:lvl6pPr>
            <a:lvl7pPr indent="-304800" lvl="6" marL="3200400" algn="l">
              <a:lnSpc>
                <a:spcPct val="115000"/>
              </a:lnSpc>
              <a:spcBef>
                <a:spcPts val="0"/>
              </a:spcBef>
              <a:spcAft>
                <a:spcPts val="0"/>
              </a:spcAft>
              <a:buClr>
                <a:srgbClr val="364F27"/>
              </a:buClr>
              <a:buSzPts val="1200"/>
              <a:buFont typeface="Darker Grotesque SemiBold"/>
              <a:buChar char="●"/>
              <a:defRPr/>
            </a:lvl7pPr>
            <a:lvl8pPr indent="-304800" lvl="7" marL="3657600" algn="l">
              <a:lnSpc>
                <a:spcPct val="115000"/>
              </a:lnSpc>
              <a:spcBef>
                <a:spcPts val="0"/>
              </a:spcBef>
              <a:spcAft>
                <a:spcPts val="0"/>
              </a:spcAft>
              <a:buClr>
                <a:srgbClr val="364F27"/>
              </a:buClr>
              <a:buSzPts val="1200"/>
              <a:buFont typeface="Darker Grotesque SemiBold"/>
              <a:buChar char="○"/>
              <a:defRPr/>
            </a:lvl8pPr>
            <a:lvl9pPr indent="-304800" lvl="8" marL="4114800" algn="l">
              <a:lnSpc>
                <a:spcPct val="115000"/>
              </a:lnSpc>
              <a:spcBef>
                <a:spcPts val="0"/>
              </a:spcBef>
              <a:spcAft>
                <a:spcPts val="0"/>
              </a:spcAft>
              <a:buClr>
                <a:srgbClr val="364F27"/>
              </a:buClr>
              <a:buSzPts val="1200"/>
              <a:buFont typeface="Darker Grotesque SemiBold"/>
              <a:buChar char="■"/>
              <a:defRPr/>
            </a:lvl9pPr>
          </a:lstStyle>
          <a:p/>
        </p:txBody>
      </p:sp>
      <p:sp>
        <p:nvSpPr>
          <p:cNvPr id="123" name="Google Shape;123;p27"/>
          <p:cNvSpPr txBox="1"/>
          <p:nvPr>
            <p:ph type="title"/>
          </p:nvPr>
        </p:nvSpPr>
        <p:spPr>
          <a:xfrm>
            <a:off x="515100" y="212325"/>
            <a:ext cx="81138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sz="33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24" name="Shape 124"/>
        <p:cNvGrpSpPr/>
        <p:nvPr/>
      </p:nvGrpSpPr>
      <p:grpSpPr>
        <a:xfrm>
          <a:off x="0" y="0"/>
          <a:ext cx="0" cy="0"/>
          <a:chOff x="0" y="0"/>
          <a:chExt cx="0" cy="0"/>
        </a:xfrm>
      </p:grpSpPr>
      <p:sp>
        <p:nvSpPr>
          <p:cNvPr id="125" name="Google Shape;125;p28"/>
          <p:cNvSpPr txBox="1"/>
          <p:nvPr>
            <p:ph idx="1" type="subTitle"/>
          </p:nvPr>
        </p:nvSpPr>
        <p:spPr>
          <a:xfrm>
            <a:off x="2026950" y="3196950"/>
            <a:ext cx="5090100" cy="425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26" name="Google Shape;126;p28"/>
          <p:cNvSpPr txBox="1"/>
          <p:nvPr>
            <p:ph idx="2" type="subTitle"/>
          </p:nvPr>
        </p:nvSpPr>
        <p:spPr>
          <a:xfrm>
            <a:off x="2026950" y="1359575"/>
            <a:ext cx="5090100" cy="425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27" name="Google Shape;127;p28"/>
          <p:cNvSpPr txBox="1"/>
          <p:nvPr>
            <p:ph idx="3" type="subTitle"/>
          </p:nvPr>
        </p:nvSpPr>
        <p:spPr>
          <a:xfrm>
            <a:off x="2026950" y="3546450"/>
            <a:ext cx="5090100" cy="839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8" name="Google Shape;128;p28"/>
          <p:cNvSpPr txBox="1"/>
          <p:nvPr>
            <p:ph idx="4" type="subTitle"/>
          </p:nvPr>
        </p:nvSpPr>
        <p:spPr>
          <a:xfrm>
            <a:off x="2026950" y="1709075"/>
            <a:ext cx="5090100" cy="839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9" name="Google Shape;129;p28"/>
          <p:cNvSpPr txBox="1"/>
          <p:nvPr>
            <p:ph type="title"/>
          </p:nvPr>
        </p:nvSpPr>
        <p:spPr>
          <a:xfrm>
            <a:off x="457200" y="212325"/>
            <a:ext cx="82296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sz="33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pic>
        <p:nvPicPr>
          <p:cNvPr id="130" name="Google Shape;130;p28" title="grad.png"/>
          <p:cNvPicPr preferRelativeResize="0"/>
          <p:nvPr/>
        </p:nvPicPr>
        <p:blipFill rotWithShape="1">
          <a:blip r:embed="rId2">
            <a:alphaModFix amt="64000"/>
          </a:blip>
          <a:srcRect b="8156" l="11022" r="13739" t="0"/>
          <a:stretch/>
        </p:blipFill>
        <p:spPr>
          <a:xfrm rot="2199912">
            <a:off x="-3751676" y="-381272"/>
            <a:ext cx="6626045" cy="5777703"/>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1" name="Shape 131"/>
        <p:cNvGrpSpPr/>
        <p:nvPr/>
      </p:nvGrpSpPr>
      <p:grpSpPr>
        <a:xfrm>
          <a:off x="0" y="0"/>
          <a:ext cx="0" cy="0"/>
          <a:chOff x="0" y="0"/>
          <a:chExt cx="0" cy="0"/>
        </a:xfrm>
      </p:grpSpPr>
      <p:pic>
        <p:nvPicPr>
          <p:cNvPr id="132" name="Google Shape;132;p29" title="grad.png"/>
          <p:cNvPicPr preferRelativeResize="0"/>
          <p:nvPr/>
        </p:nvPicPr>
        <p:blipFill rotWithShape="1">
          <a:blip r:embed="rId2">
            <a:alphaModFix amt="64000"/>
          </a:blip>
          <a:srcRect b="8156" l="11022" r="13739" t="0"/>
          <a:stretch/>
        </p:blipFill>
        <p:spPr>
          <a:xfrm rot="-5810095">
            <a:off x="-1681503" y="-1718043"/>
            <a:ext cx="4467740" cy="3895735"/>
          </a:xfrm>
          <a:prstGeom prst="rect">
            <a:avLst/>
          </a:prstGeom>
          <a:noFill/>
          <a:ln>
            <a:noFill/>
          </a:ln>
        </p:spPr>
      </p:pic>
      <p:sp>
        <p:nvSpPr>
          <p:cNvPr id="133" name="Google Shape;133;p29"/>
          <p:cNvSpPr txBox="1"/>
          <p:nvPr>
            <p:ph type="title"/>
          </p:nvPr>
        </p:nvSpPr>
        <p:spPr>
          <a:xfrm>
            <a:off x="515100" y="212325"/>
            <a:ext cx="81138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sz="33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34" name="Shape 134"/>
        <p:cNvGrpSpPr/>
        <p:nvPr/>
      </p:nvGrpSpPr>
      <p:grpSpPr>
        <a:xfrm>
          <a:off x="0" y="0"/>
          <a:ext cx="0" cy="0"/>
          <a:chOff x="0" y="0"/>
          <a:chExt cx="0" cy="0"/>
        </a:xfrm>
      </p:grpSpPr>
      <p:sp>
        <p:nvSpPr>
          <p:cNvPr id="135" name="Google Shape;135;p30"/>
          <p:cNvSpPr txBox="1"/>
          <p:nvPr>
            <p:ph idx="1" type="body"/>
          </p:nvPr>
        </p:nvSpPr>
        <p:spPr>
          <a:xfrm>
            <a:off x="4053700" y="1704950"/>
            <a:ext cx="4512900" cy="28368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SzPts val="1400"/>
              <a:buFont typeface="DM Sans"/>
              <a:buChar char="●"/>
              <a:defRPr sz="1400"/>
            </a:lvl1pPr>
            <a:lvl2pPr indent="-317500" lvl="1" marL="914400" algn="l">
              <a:lnSpc>
                <a:spcPct val="115000"/>
              </a:lnSpc>
              <a:spcBef>
                <a:spcPts val="0"/>
              </a:spcBef>
              <a:spcAft>
                <a:spcPts val="0"/>
              </a:spcAft>
              <a:buSzPts val="1400"/>
              <a:buFont typeface="DM Sans"/>
              <a:buChar char="○"/>
              <a:defRPr/>
            </a:lvl2pPr>
            <a:lvl3pPr indent="-317500" lvl="2" marL="1371600" algn="l">
              <a:lnSpc>
                <a:spcPct val="115000"/>
              </a:lnSpc>
              <a:spcBef>
                <a:spcPts val="0"/>
              </a:spcBef>
              <a:spcAft>
                <a:spcPts val="0"/>
              </a:spcAft>
              <a:buSzPts val="1400"/>
              <a:buFont typeface="DM Sans"/>
              <a:buChar char="■"/>
              <a:defRPr/>
            </a:lvl3pPr>
            <a:lvl4pPr indent="-317500" lvl="3" marL="1828800" algn="l">
              <a:lnSpc>
                <a:spcPct val="115000"/>
              </a:lnSpc>
              <a:spcBef>
                <a:spcPts val="0"/>
              </a:spcBef>
              <a:spcAft>
                <a:spcPts val="0"/>
              </a:spcAft>
              <a:buSzPts val="1400"/>
              <a:buFont typeface="DM Sans"/>
              <a:buChar char="●"/>
              <a:defRPr/>
            </a:lvl4pPr>
            <a:lvl5pPr indent="-317500" lvl="4" marL="2286000" algn="l">
              <a:lnSpc>
                <a:spcPct val="115000"/>
              </a:lnSpc>
              <a:spcBef>
                <a:spcPts val="0"/>
              </a:spcBef>
              <a:spcAft>
                <a:spcPts val="0"/>
              </a:spcAft>
              <a:buSzPts val="1400"/>
              <a:buFont typeface="DM Sans"/>
              <a:buChar char="○"/>
              <a:defRPr/>
            </a:lvl5pPr>
            <a:lvl6pPr indent="-317500" lvl="5" marL="2743200" algn="l">
              <a:lnSpc>
                <a:spcPct val="115000"/>
              </a:lnSpc>
              <a:spcBef>
                <a:spcPts val="0"/>
              </a:spcBef>
              <a:spcAft>
                <a:spcPts val="0"/>
              </a:spcAft>
              <a:buSzPts val="1400"/>
              <a:buFont typeface="DM Sans"/>
              <a:buChar char="■"/>
              <a:defRPr/>
            </a:lvl6pPr>
            <a:lvl7pPr indent="-317500" lvl="6" marL="3200400" algn="l">
              <a:lnSpc>
                <a:spcPct val="115000"/>
              </a:lnSpc>
              <a:spcBef>
                <a:spcPts val="0"/>
              </a:spcBef>
              <a:spcAft>
                <a:spcPts val="0"/>
              </a:spcAft>
              <a:buSzPts val="1400"/>
              <a:buFont typeface="DM Sans"/>
              <a:buChar char="●"/>
              <a:defRPr/>
            </a:lvl7pPr>
            <a:lvl8pPr indent="-317500" lvl="7" marL="3657600" algn="l">
              <a:lnSpc>
                <a:spcPct val="115000"/>
              </a:lnSpc>
              <a:spcBef>
                <a:spcPts val="0"/>
              </a:spcBef>
              <a:spcAft>
                <a:spcPts val="0"/>
              </a:spcAft>
              <a:buSzPts val="1400"/>
              <a:buFont typeface="DM Sans"/>
              <a:buChar char="○"/>
              <a:defRPr/>
            </a:lvl8pPr>
            <a:lvl9pPr indent="-317500" lvl="8" marL="4114800" algn="l">
              <a:lnSpc>
                <a:spcPct val="115000"/>
              </a:lnSpc>
              <a:spcBef>
                <a:spcPts val="0"/>
              </a:spcBef>
              <a:spcAft>
                <a:spcPts val="0"/>
              </a:spcAft>
              <a:buSzPts val="1400"/>
              <a:buFont typeface="DM Sans"/>
              <a:buChar char="■"/>
              <a:defRPr/>
            </a:lvl9pPr>
          </a:lstStyle>
          <a:p/>
        </p:txBody>
      </p:sp>
      <p:sp>
        <p:nvSpPr>
          <p:cNvPr id="136" name="Google Shape;136;p30"/>
          <p:cNvSpPr txBox="1"/>
          <p:nvPr>
            <p:ph type="title"/>
          </p:nvPr>
        </p:nvSpPr>
        <p:spPr>
          <a:xfrm>
            <a:off x="515100" y="212325"/>
            <a:ext cx="81138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sz="33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37" name="Shape 137"/>
        <p:cNvGrpSpPr/>
        <p:nvPr/>
      </p:nvGrpSpPr>
      <p:grpSpPr>
        <a:xfrm>
          <a:off x="0" y="0"/>
          <a:ext cx="0" cy="0"/>
          <a:chOff x="0" y="0"/>
          <a:chExt cx="0" cy="0"/>
        </a:xfrm>
      </p:grpSpPr>
      <p:sp>
        <p:nvSpPr>
          <p:cNvPr id="138" name="Google Shape;138;p31"/>
          <p:cNvSpPr txBox="1"/>
          <p:nvPr>
            <p:ph type="title"/>
          </p:nvPr>
        </p:nvSpPr>
        <p:spPr>
          <a:xfrm>
            <a:off x="1388100" y="1307100"/>
            <a:ext cx="6367800" cy="2529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6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9" name="Shape 139"/>
        <p:cNvGrpSpPr/>
        <p:nvPr/>
      </p:nvGrpSpPr>
      <p:grpSpPr>
        <a:xfrm>
          <a:off x="0" y="0"/>
          <a:ext cx="0" cy="0"/>
          <a:chOff x="0" y="0"/>
          <a:chExt cx="0" cy="0"/>
        </a:xfrm>
      </p:grpSpPr>
      <p:sp>
        <p:nvSpPr>
          <p:cNvPr id="140" name="Google Shape;140;p32"/>
          <p:cNvSpPr txBox="1"/>
          <p:nvPr>
            <p:ph idx="1" type="subTitle"/>
          </p:nvPr>
        </p:nvSpPr>
        <p:spPr>
          <a:xfrm>
            <a:off x="720064" y="1580125"/>
            <a:ext cx="3597000" cy="2389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1" name="Google Shape;141;p32"/>
          <p:cNvSpPr txBox="1"/>
          <p:nvPr>
            <p:ph idx="2" type="subTitle"/>
          </p:nvPr>
        </p:nvSpPr>
        <p:spPr>
          <a:xfrm>
            <a:off x="4826936" y="1580125"/>
            <a:ext cx="3597000" cy="2389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32"/>
          <p:cNvSpPr txBox="1"/>
          <p:nvPr>
            <p:ph type="title"/>
          </p:nvPr>
        </p:nvSpPr>
        <p:spPr>
          <a:xfrm>
            <a:off x="515100" y="212325"/>
            <a:ext cx="81138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sz="33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43" name="Shape 143"/>
        <p:cNvGrpSpPr/>
        <p:nvPr/>
      </p:nvGrpSpPr>
      <p:grpSpPr>
        <a:xfrm>
          <a:off x="0" y="0"/>
          <a:ext cx="0" cy="0"/>
          <a:chOff x="0" y="0"/>
          <a:chExt cx="0" cy="0"/>
        </a:xfrm>
      </p:grpSpPr>
      <p:sp>
        <p:nvSpPr>
          <p:cNvPr id="144" name="Google Shape;144;p33"/>
          <p:cNvSpPr/>
          <p:nvPr>
            <p:ph idx="2" type="pic"/>
          </p:nvPr>
        </p:nvSpPr>
        <p:spPr>
          <a:xfrm>
            <a:off x="0" y="2"/>
            <a:ext cx="9144000" cy="5143500"/>
          </a:xfrm>
          <a:prstGeom prst="rect">
            <a:avLst/>
          </a:prstGeom>
          <a:noFill/>
          <a:ln>
            <a:noFill/>
          </a:ln>
        </p:spPr>
      </p:sp>
      <p:sp>
        <p:nvSpPr>
          <p:cNvPr id="145" name="Google Shape;145;p33"/>
          <p:cNvSpPr txBox="1"/>
          <p:nvPr>
            <p:ph type="title"/>
          </p:nvPr>
        </p:nvSpPr>
        <p:spPr>
          <a:xfrm>
            <a:off x="468950" y="370700"/>
            <a:ext cx="2841900" cy="734100"/>
          </a:xfrm>
          <a:prstGeom prst="rect">
            <a:avLst/>
          </a:prstGeom>
          <a:solidFill>
            <a:schemeClr val="lt1"/>
          </a:solid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500"/>
              <a:buNone/>
              <a:defRPr sz="1900">
                <a:solidFill>
                  <a:schemeClr val="lt1"/>
                </a:solidFill>
              </a:defRPr>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46" name="Shape 146"/>
        <p:cNvGrpSpPr/>
        <p:nvPr/>
      </p:nvGrpSpPr>
      <p:grpSpPr>
        <a:xfrm>
          <a:off x="0" y="0"/>
          <a:ext cx="0" cy="0"/>
          <a:chOff x="0" y="0"/>
          <a:chExt cx="0" cy="0"/>
        </a:xfrm>
      </p:grpSpPr>
      <p:sp>
        <p:nvSpPr>
          <p:cNvPr id="147" name="Google Shape;147;p34"/>
          <p:cNvSpPr txBox="1"/>
          <p:nvPr>
            <p:ph hasCustomPrompt="1" type="title"/>
          </p:nvPr>
        </p:nvSpPr>
        <p:spPr>
          <a:xfrm>
            <a:off x="1284000" y="1952850"/>
            <a:ext cx="4454700" cy="7995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9600"/>
              <a:buNone/>
              <a:defRPr sz="6000"/>
            </a:lvl1pPr>
            <a:lvl2pPr lvl="1" algn="l">
              <a:lnSpc>
                <a:spcPct val="100000"/>
              </a:lnSpc>
              <a:spcBef>
                <a:spcPts val="0"/>
              </a:spcBef>
              <a:spcAft>
                <a:spcPts val="0"/>
              </a:spcAft>
              <a:buSzPts val="9600"/>
              <a:buNone/>
              <a:defRPr sz="9600"/>
            </a:lvl2pPr>
            <a:lvl3pPr lvl="2" algn="l">
              <a:lnSpc>
                <a:spcPct val="100000"/>
              </a:lnSpc>
              <a:spcBef>
                <a:spcPts val="0"/>
              </a:spcBef>
              <a:spcAft>
                <a:spcPts val="0"/>
              </a:spcAft>
              <a:buSzPts val="9600"/>
              <a:buNone/>
              <a:defRPr sz="9600"/>
            </a:lvl3pPr>
            <a:lvl4pPr lvl="3" algn="l">
              <a:lnSpc>
                <a:spcPct val="100000"/>
              </a:lnSpc>
              <a:spcBef>
                <a:spcPts val="0"/>
              </a:spcBef>
              <a:spcAft>
                <a:spcPts val="0"/>
              </a:spcAft>
              <a:buSzPts val="9600"/>
              <a:buNone/>
              <a:defRPr sz="9600"/>
            </a:lvl4pPr>
            <a:lvl5pPr lvl="4" algn="l">
              <a:lnSpc>
                <a:spcPct val="100000"/>
              </a:lnSpc>
              <a:spcBef>
                <a:spcPts val="0"/>
              </a:spcBef>
              <a:spcAft>
                <a:spcPts val="0"/>
              </a:spcAft>
              <a:buSzPts val="9600"/>
              <a:buNone/>
              <a:defRPr sz="9600"/>
            </a:lvl5pPr>
            <a:lvl6pPr lvl="5" algn="l">
              <a:lnSpc>
                <a:spcPct val="100000"/>
              </a:lnSpc>
              <a:spcBef>
                <a:spcPts val="0"/>
              </a:spcBef>
              <a:spcAft>
                <a:spcPts val="0"/>
              </a:spcAft>
              <a:buSzPts val="9600"/>
              <a:buNone/>
              <a:defRPr sz="9600"/>
            </a:lvl6pPr>
            <a:lvl7pPr lvl="6" algn="l">
              <a:lnSpc>
                <a:spcPct val="100000"/>
              </a:lnSpc>
              <a:spcBef>
                <a:spcPts val="0"/>
              </a:spcBef>
              <a:spcAft>
                <a:spcPts val="0"/>
              </a:spcAft>
              <a:buSzPts val="9600"/>
              <a:buNone/>
              <a:defRPr sz="9600"/>
            </a:lvl7pPr>
            <a:lvl8pPr lvl="7" algn="l">
              <a:lnSpc>
                <a:spcPct val="100000"/>
              </a:lnSpc>
              <a:spcBef>
                <a:spcPts val="0"/>
              </a:spcBef>
              <a:spcAft>
                <a:spcPts val="0"/>
              </a:spcAft>
              <a:buSzPts val="9600"/>
              <a:buNone/>
              <a:defRPr sz="9600"/>
            </a:lvl8pPr>
            <a:lvl9pPr lvl="8" algn="l">
              <a:lnSpc>
                <a:spcPct val="100000"/>
              </a:lnSpc>
              <a:spcBef>
                <a:spcPts val="0"/>
              </a:spcBef>
              <a:spcAft>
                <a:spcPts val="0"/>
              </a:spcAft>
              <a:buSzPts val="9600"/>
              <a:buNone/>
              <a:defRPr sz="9600"/>
            </a:lvl9pPr>
          </a:lstStyle>
          <a:p>
            <a:r>
              <a:t>xx%</a:t>
            </a:r>
          </a:p>
        </p:txBody>
      </p:sp>
      <p:sp>
        <p:nvSpPr>
          <p:cNvPr id="148" name="Google Shape;148;p34"/>
          <p:cNvSpPr txBox="1"/>
          <p:nvPr>
            <p:ph idx="1" type="subTitle"/>
          </p:nvPr>
        </p:nvSpPr>
        <p:spPr>
          <a:xfrm>
            <a:off x="1284000" y="2816250"/>
            <a:ext cx="4454700" cy="374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149" name="Shape 149"/>
        <p:cNvGrpSpPr/>
        <p:nvPr/>
      </p:nvGrpSpPr>
      <p:grpSpPr>
        <a:xfrm>
          <a:off x="0" y="0"/>
          <a:ext cx="0" cy="0"/>
          <a:chOff x="0" y="0"/>
          <a:chExt cx="0" cy="0"/>
        </a:xfrm>
      </p:grpSpPr>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2_1">
    <p:spTree>
      <p:nvGrpSpPr>
        <p:cNvPr id="150" name="Shape 150"/>
        <p:cNvGrpSpPr/>
        <p:nvPr/>
      </p:nvGrpSpPr>
      <p:grpSpPr>
        <a:xfrm>
          <a:off x="0" y="0"/>
          <a:ext cx="0" cy="0"/>
          <a:chOff x="0" y="0"/>
          <a:chExt cx="0" cy="0"/>
        </a:xfrm>
      </p:grpSpPr>
      <p:sp>
        <p:nvSpPr>
          <p:cNvPr id="151" name="Google Shape;151;p36"/>
          <p:cNvSpPr txBox="1"/>
          <p:nvPr>
            <p:ph type="title"/>
          </p:nvPr>
        </p:nvSpPr>
        <p:spPr>
          <a:xfrm>
            <a:off x="2576538" y="1292813"/>
            <a:ext cx="677700" cy="403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i="1"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52" name="Google Shape;152;p36"/>
          <p:cNvSpPr txBox="1"/>
          <p:nvPr>
            <p:ph idx="1" type="subTitle"/>
          </p:nvPr>
        </p:nvSpPr>
        <p:spPr>
          <a:xfrm>
            <a:off x="3214064" y="1288025"/>
            <a:ext cx="3353400" cy="484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22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53" name="Google Shape;153;p36"/>
          <p:cNvSpPr txBox="1"/>
          <p:nvPr>
            <p:ph idx="2" type="title"/>
          </p:nvPr>
        </p:nvSpPr>
        <p:spPr>
          <a:xfrm>
            <a:off x="2576538" y="2187738"/>
            <a:ext cx="677700" cy="403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i="1"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54" name="Google Shape;154;p36"/>
          <p:cNvSpPr txBox="1"/>
          <p:nvPr>
            <p:ph idx="3" type="subTitle"/>
          </p:nvPr>
        </p:nvSpPr>
        <p:spPr>
          <a:xfrm>
            <a:off x="3214064" y="2152675"/>
            <a:ext cx="3353400" cy="484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22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55" name="Google Shape;155;p36"/>
          <p:cNvSpPr txBox="1"/>
          <p:nvPr>
            <p:ph idx="4" type="title"/>
          </p:nvPr>
        </p:nvSpPr>
        <p:spPr>
          <a:xfrm>
            <a:off x="2576538" y="3082675"/>
            <a:ext cx="677700" cy="403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i="1"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56" name="Google Shape;156;p36"/>
          <p:cNvSpPr txBox="1"/>
          <p:nvPr>
            <p:ph idx="5" type="subTitle"/>
          </p:nvPr>
        </p:nvSpPr>
        <p:spPr>
          <a:xfrm>
            <a:off x="3214064" y="3077888"/>
            <a:ext cx="3353400" cy="484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22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57" name="Google Shape;157;p36"/>
          <p:cNvSpPr txBox="1"/>
          <p:nvPr>
            <p:ph idx="6" type="title"/>
          </p:nvPr>
        </p:nvSpPr>
        <p:spPr>
          <a:xfrm>
            <a:off x="2576538" y="3937813"/>
            <a:ext cx="677700" cy="403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i="1"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58" name="Google Shape;158;p36"/>
          <p:cNvSpPr txBox="1"/>
          <p:nvPr>
            <p:ph idx="7" type="subTitle"/>
          </p:nvPr>
        </p:nvSpPr>
        <p:spPr>
          <a:xfrm>
            <a:off x="3214064" y="3933025"/>
            <a:ext cx="3353400" cy="484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22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59" name="Google Shape;159;p36"/>
          <p:cNvSpPr txBox="1"/>
          <p:nvPr>
            <p:ph idx="8" type="title"/>
          </p:nvPr>
        </p:nvSpPr>
        <p:spPr>
          <a:xfrm>
            <a:off x="515100" y="212325"/>
            <a:ext cx="81138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sz="33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pic>
        <p:nvPicPr>
          <p:cNvPr id="160" name="Google Shape;160;p36" title="grad.png"/>
          <p:cNvPicPr preferRelativeResize="0"/>
          <p:nvPr/>
        </p:nvPicPr>
        <p:blipFill rotWithShape="1">
          <a:blip r:embed="rId2">
            <a:alphaModFix amt="64000"/>
          </a:blip>
          <a:srcRect b="8156" l="11022" r="13739" t="0"/>
          <a:stretch/>
        </p:blipFill>
        <p:spPr>
          <a:xfrm rot="10523439">
            <a:off x="6530752" y="569101"/>
            <a:ext cx="6626046" cy="5777702"/>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ONE_COLUMN_TEXT_1">
    <p:spTree>
      <p:nvGrpSpPr>
        <p:cNvPr id="161" name="Shape 161"/>
        <p:cNvGrpSpPr/>
        <p:nvPr/>
      </p:nvGrpSpPr>
      <p:grpSpPr>
        <a:xfrm>
          <a:off x="0" y="0"/>
          <a:ext cx="0" cy="0"/>
          <a:chOff x="0" y="0"/>
          <a:chExt cx="0" cy="0"/>
        </a:xfrm>
      </p:grpSpPr>
      <p:sp>
        <p:nvSpPr>
          <p:cNvPr id="162" name="Google Shape;162;p37"/>
          <p:cNvSpPr txBox="1"/>
          <p:nvPr>
            <p:ph idx="1" type="subTitle"/>
          </p:nvPr>
        </p:nvSpPr>
        <p:spPr>
          <a:xfrm>
            <a:off x="925650" y="1248050"/>
            <a:ext cx="7292700" cy="1885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3" name="Google Shape;163;p37"/>
          <p:cNvSpPr txBox="1"/>
          <p:nvPr>
            <p:ph type="title"/>
          </p:nvPr>
        </p:nvSpPr>
        <p:spPr>
          <a:xfrm>
            <a:off x="457200" y="3445725"/>
            <a:ext cx="8113800" cy="1275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500"/>
              <a:buNone/>
              <a:defRPr sz="33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pic>
        <p:nvPicPr>
          <p:cNvPr id="164" name="Google Shape;164;p37" title="grad.png"/>
          <p:cNvPicPr preferRelativeResize="0"/>
          <p:nvPr/>
        </p:nvPicPr>
        <p:blipFill rotWithShape="1">
          <a:blip r:embed="rId2">
            <a:alphaModFix amt="64000"/>
          </a:blip>
          <a:srcRect b="8156" l="11022" r="13739" t="0"/>
          <a:stretch/>
        </p:blipFill>
        <p:spPr>
          <a:xfrm rot="-2081560">
            <a:off x="3620825" y="2570478"/>
            <a:ext cx="6626048" cy="5777701"/>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spTree>
      <p:nvGrpSpPr>
        <p:cNvPr id="165" name="Shape 165"/>
        <p:cNvGrpSpPr/>
        <p:nvPr/>
      </p:nvGrpSpPr>
      <p:grpSpPr>
        <a:xfrm>
          <a:off x="0" y="0"/>
          <a:ext cx="0" cy="0"/>
          <a:chOff x="0" y="0"/>
          <a:chExt cx="0" cy="0"/>
        </a:xfrm>
      </p:grpSpPr>
      <p:pic>
        <p:nvPicPr>
          <p:cNvPr id="166" name="Google Shape;166;p38" title="grad.png"/>
          <p:cNvPicPr preferRelativeResize="0"/>
          <p:nvPr/>
        </p:nvPicPr>
        <p:blipFill rotWithShape="1">
          <a:blip r:embed="rId2">
            <a:alphaModFix amt="64000"/>
          </a:blip>
          <a:srcRect b="8156" l="11022" r="13739" t="0"/>
          <a:stretch/>
        </p:blipFill>
        <p:spPr>
          <a:xfrm rot="4050186">
            <a:off x="7011650" y="-2139285"/>
            <a:ext cx="6626046" cy="5777703"/>
          </a:xfrm>
          <a:prstGeom prst="rect">
            <a:avLst/>
          </a:prstGeom>
          <a:noFill/>
          <a:ln>
            <a:noFill/>
          </a:ln>
        </p:spPr>
      </p:pic>
      <p:sp>
        <p:nvSpPr>
          <p:cNvPr id="167" name="Google Shape;167;p38"/>
          <p:cNvSpPr txBox="1"/>
          <p:nvPr>
            <p:ph type="title"/>
          </p:nvPr>
        </p:nvSpPr>
        <p:spPr>
          <a:xfrm>
            <a:off x="515100" y="212325"/>
            <a:ext cx="81138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sz="33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168" name="Shape 168"/>
        <p:cNvGrpSpPr/>
        <p:nvPr/>
      </p:nvGrpSpPr>
      <p:grpSpPr>
        <a:xfrm>
          <a:off x="0" y="0"/>
          <a:ext cx="0" cy="0"/>
          <a:chOff x="0" y="0"/>
          <a:chExt cx="0" cy="0"/>
        </a:xfrm>
      </p:grpSpPr>
      <p:sp>
        <p:nvSpPr>
          <p:cNvPr id="169" name="Google Shape;169;p39"/>
          <p:cNvSpPr txBox="1"/>
          <p:nvPr>
            <p:ph idx="1" type="subTitle"/>
          </p:nvPr>
        </p:nvSpPr>
        <p:spPr>
          <a:xfrm>
            <a:off x="2535450" y="1623725"/>
            <a:ext cx="4131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70" name="Google Shape;170;p39"/>
          <p:cNvSpPr txBox="1"/>
          <p:nvPr>
            <p:ph idx="2" type="subTitle"/>
          </p:nvPr>
        </p:nvSpPr>
        <p:spPr>
          <a:xfrm>
            <a:off x="2535450" y="2833200"/>
            <a:ext cx="4131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71" name="Google Shape;171;p39"/>
          <p:cNvSpPr txBox="1"/>
          <p:nvPr>
            <p:ph idx="3" type="subTitle"/>
          </p:nvPr>
        </p:nvSpPr>
        <p:spPr>
          <a:xfrm>
            <a:off x="2535450" y="4044525"/>
            <a:ext cx="4131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72" name="Google Shape;172;p39"/>
          <p:cNvSpPr txBox="1"/>
          <p:nvPr>
            <p:ph idx="4" type="subTitle"/>
          </p:nvPr>
        </p:nvSpPr>
        <p:spPr>
          <a:xfrm>
            <a:off x="2535450" y="1302750"/>
            <a:ext cx="4131000" cy="447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73" name="Google Shape;173;p39"/>
          <p:cNvSpPr txBox="1"/>
          <p:nvPr>
            <p:ph idx="5" type="subTitle"/>
          </p:nvPr>
        </p:nvSpPr>
        <p:spPr>
          <a:xfrm>
            <a:off x="2535450" y="3723550"/>
            <a:ext cx="4131000" cy="447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74" name="Google Shape;174;p39"/>
          <p:cNvSpPr txBox="1"/>
          <p:nvPr>
            <p:ph idx="6" type="subTitle"/>
          </p:nvPr>
        </p:nvSpPr>
        <p:spPr>
          <a:xfrm>
            <a:off x="2535450" y="2513150"/>
            <a:ext cx="4131000" cy="447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75" name="Google Shape;175;p39"/>
          <p:cNvSpPr txBox="1"/>
          <p:nvPr>
            <p:ph type="title"/>
          </p:nvPr>
        </p:nvSpPr>
        <p:spPr>
          <a:xfrm>
            <a:off x="486150" y="212325"/>
            <a:ext cx="81717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sz="33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pic>
        <p:nvPicPr>
          <p:cNvPr id="176" name="Google Shape;176;p39" title="grad.png"/>
          <p:cNvPicPr preferRelativeResize="0"/>
          <p:nvPr/>
        </p:nvPicPr>
        <p:blipFill rotWithShape="1">
          <a:blip r:embed="rId2">
            <a:alphaModFix amt="64000"/>
          </a:blip>
          <a:srcRect b="8156" l="11022" r="13739" t="0"/>
          <a:stretch/>
        </p:blipFill>
        <p:spPr>
          <a:xfrm rot="4361546">
            <a:off x="5069624" y="2708649"/>
            <a:ext cx="6626049" cy="5777701"/>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177" name="Shape 177"/>
        <p:cNvGrpSpPr/>
        <p:nvPr/>
      </p:nvGrpSpPr>
      <p:grpSpPr>
        <a:xfrm>
          <a:off x="0" y="0"/>
          <a:ext cx="0" cy="0"/>
          <a:chOff x="0" y="0"/>
          <a:chExt cx="0" cy="0"/>
        </a:xfrm>
      </p:grpSpPr>
      <p:sp>
        <p:nvSpPr>
          <p:cNvPr id="178" name="Google Shape;178;p40"/>
          <p:cNvSpPr txBox="1"/>
          <p:nvPr>
            <p:ph idx="1" type="subTitle"/>
          </p:nvPr>
        </p:nvSpPr>
        <p:spPr>
          <a:xfrm>
            <a:off x="1388993" y="1626476"/>
            <a:ext cx="2772300" cy="622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79" name="Google Shape;179;p40"/>
          <p:cNvSpPr txBox="1"/>
          <p:nvPr>
            <p:ph idx="2" type="subTitle"/>
          </p:nvPr>
        </p:nvSpPr>
        <p:spPr>
          <a:xfrm>
            <a:off x="4982696" y="1626476"/>
            <a:ext cx="2772300" cy="622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80" name="Google Shape;180;p40"/>
          <p:cNvSpPr txBox="1"/>
          <p:nvPr>
            <p:ph idx="3" type="subTitle"/>
          </p:nvPr>
        </p:nvSpPr>
        <p:spPr>
          <a:xfrm>
            <a:off x="1388993" y="2816631"/>
            <a:ext cx="2772300" cy="622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81" name="Google Shape;181;p40"/>
          <p:cNvSpPr txBox="1"/>
          <p:nvPr>
            <p:ph idx="4" type="subTitle"/>
          </p:nvPr>
        </p:nvSpPr>
        <p:spPr>
          <a:xfrm>
            <a:off x="4982696" y="4006823"/>
            <a:ext cx="2772300" cy="622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82" name="Google Shape;182;p40"/>
          <p:cNvSpPr txBox="1"/>
          <p:nvPr>
            <p:ph idx="5" type="subTitle"/>
          </p:nvPr>
        </p:nvSpPr>
        <p:spPr>
          <a:xfrm>
            <a:off x="1388990" y="4006873"/>
            <a:ext cx="2772300" cy="622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83" name="Google Shape;183;p40"/>
          <p:cNvSpPr txBox="1"/>
          <p:nvPr>
            <p:ph idx="6" type="subTitle"/>
          </p:nvPr>
        </p:nvSpPr>
        <p:spPr>
          <a:xfrm>
            <a:off x="4982698" y="2816631"/>
            <a:ext cx="2772300" cy="622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84" name="Google Shape;184;p40"/>
          <p:cNvSpPr txBox="1"/>
          <p:nvPr>
            <p:ph idx="7" type="subTitle"/>
          </p:nvPr>
        </p:nvSpPr>
        <p:spPr>
          <a:xfrm>
            <a:off x="1388998" y="1345450"/>
            <a:ext cx="2772300" cy="391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85" name="Google Shape;185;p40"/>
          <p:cNvSpPr txBox="1"/>
          <p:nvPr>
            <p:ph idx="8" type="subTitle"/>
          </p:nvPr>
        </p:nvSpPr>
        <p:spPr>
          <a:xfrm>
            <a:off x="4982698" y="1345450"/>
            <a:ext cx="2772300" cy="391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86" name="Google Shape;186;p40"/>
          <p:cNvSpPr txBox="1"/>
          <p:nvPr>
            <p:ph idx="9" type="subTitle"/>
          </p:nvPr>
        </p:nvSpPr>
        <p:spPr>
          <a:xfrm>
            <a:off x="1388988" y="3725847"/>
            <a:ext cx="2772300" cy="391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87" name="Google Shape;187;p40"/>
          <p:cNvSpPr txBox="1"/>
          <p:nvPr>
            <p:ph idx="13" type="subTitle"/>
          </p:nvPr>
        </p:nvSpPr>
        <p:spPr>
          <a:xfrm>
            <a:off x="1388998" y="2535655"/>
            <a:ext cx="2772300" cy="391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88" name="Google Shape;188;p40"/>
          <p:cNvSpPr txBox="1"/>
          <p:nvPr>
            <p:ph idx="14" type="subTitle"/>
          </p:nvPr>
        </p:nvSpPr>
        <p:spPr>
          <a:xfrm>
            <a:off x="4982705" y="3725847"/>
            <a:ext cx="2772300" cy="391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89" name="Google Shape;189;p40"/>
          <p:cNvSpPr txBox="1"/>
          <p:nvPr>
            <p:ph idx="15" type="subTitle"/>
          </p:nvPr>
        </p:nvSpPr>
        <p:spPr>
          <a:xfrm>
            <a:off x="4982702" y="2535655"/>
            <a:ext cx="2772300" cy="391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90" name="Google Shape;190;p40"/>
          <p:cNvSpPr txBox="1"/>
          <p:nvPr>
            <p:ph type="title"/>
          </p:nvPr>
        </p:nvSpPr>
        <p:spPr>
          <a:xfrm>
            <a:off x="457200" y="212325"/>
            <a:ext cx="8171700" cy="644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500"/>
              <a:buNone/>
              <a:defRPr sz="33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pic>
        <p:nvPicPr>
          <p:cNvPr id="191" name="Google Shape;191;p40" title="grad.png"/>
          <p:cNvPicPr preferRelativeResize="0"/>
          <p:nvPr/>
        </p:nvPicPr>
        <p:blipFill rotWithShape="1">
          <a:blip r:embed="rId2">
            <a:alphaModFix amt="64000"/>
          </a:blip>
          <a:srcRect b="8156" l="11022" r="13739" t="0"/>
          <a:stretch/>
        </p:blipFill>
        <p:spPr>
          <a:xfrm rot="-10217320">
            <a:off x="5733322" y="-2469272"/>
            <a:ext cx="6626053" cy="5777700"/>
          </a:xfrm>
          <a:prstGeom prst="rect">
            <a:avLst/>
          </a:prstGeom>
          <a:no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192" name="Shape 192"/>
        <p:cNvGrpSpPr/>
        <p:nvPr/>
      </p:nvGrpSpPr>
      <p:grpSpPr>
        <a:xfrm>
          <a:off x="0" y="0"/>
          <a:ext cx="0" cy="0"/>
          <a:chOff x="0" y="0"/>
          <a:chExt cx="0" cy="0"/>
        </a:xfrm>
      </p:grpSpPr>
      <p:sp>
        <p:nvSpPr>
          <p:cNvPr id="193" name="Google Shape;193;p41"/>
          <p:cNvSpPr txBox="1"/>
          <p:nvPr>
            <p:ph type="title"/>
          </p:nvPr>
        </p:nvSpPr>
        <p:spPr>
          <a:xfrm flipH="1">
            <a:off x="457200" y="535613"/>
            <a:ext cx="3418200" cy="7545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6200"/>
              <a:buNone/>
              <a:defRPr i="1" sz="4300"/>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194" name="Google Shape;194;p41"/>
          <p:cNvSpPr txBox="1"/>
          <p:nvPr>
            <p:ph idx="1" type="subTitle"/>
          </p:nvPr>
        </p:nvSpPr>
        <p:spPr>
          <a:xfrm flipH="1">
            <a:off x="457200" y="1143166"/>
            <a:ext cx="3418200" cy="309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5" name="Google Shape;195;p41"/>
          <p:cNvSpPr txBox="1"/>
          <p:nvPr>
            <p:ph idx="2" type="title"/>
          </p:nvPr>
        </p:nvSpPr>
        <p:spPr>
          <a:xfrm>
            <a:off x="5268600" y="3691238"/>
            <a:ext cx="3418200" cy="7545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SzPts val="6200"/>
              <a:buNone/>
              <a:defRPr i="1" sz="4300"/>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196" name="Google Shape;196;p41"/>
          <p:cNvSpPr txBox="1"/>
          <p:nvPr>
            <p:ph idx="3" type="subTitle"/>
          </p:nvPr>
        </p:nvSpPr>
        <p:spPr>
          <a:xfrm>
            <a:off x="5268600" y="4298566"/>
            <a:ext cx="3418200" cy="3093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pic>
        <p:nvPicPr>
          <p:cNvPr id="197" name="Google Shape;197;p41" title="grad.png"/>
          <p:cNvPicPr preferRelativeResize="0"/>
          <p:nvPr/>
        </p:nvPicPr>
        <p:blipFill rotWithShape="1">
          <a:blip r:embed="rId2">
            <a:alphaModFix amt="64000"/>
          </a:blip>
          <a:srcRect b="8156" l="11022" r="13739" t="0"/>
          <a:stretch/>
        </p:blipFill>
        <p:spPr>
          <a:xfrm rot="-1375060">
            <a:off x="-2000797" y="1668352"/>
            <a:ext cx="6626044" cy="5777701"/>
          </a:xfrm>
          <a:prstGeom prst="rect">
            <a:avLst/>
          </a:prstGeom>
          <a:no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bg>
      <p:bgPr>
        <a:solidFill>
          <a:schemeClr val="lt1"/>
        </a:solidFill>
      </p:bgPr>
    </p:bg>
    <p:spTree>
      <p:nvGrpSpPr>
        <p:cNvPr id="198" name="Shape 198"/>
        <p:cNvGrpSpPr/>
        <p:nvPr/>
      </p:nvGrpSpPr>
      <p:grpSpPr>
        <a:xfrm>
          <a:off x="0" y="0"/>
          <a:ext cx="0" cy="0"/>
          <a:chOff x="0" y="0"/>
          <a:chExt cx="0" cy="0"/>
        </a:xfrm>
      </p:grpSpPr>
      <p:sp>
        <p:nvSpPr>
          <p:cNvPr id="199" name="Google Shape;199;p42"/>
          <p:cNvSpPr txBox="1"/>
          <p:nvPr>
            <p:ph type="title"/>
          </p:nvPr>
        </p:nvSpPr>
        <p:spPr>
          <a:xfrm>
            <a:off x="3243050" y="456638"/>
            <a:ext cx="5443500" cy="10359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SzPts val="3500"/>
              <a:buNone/>
              <a:defRPr sz="74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200" name="Google Shape;200;p42"/>
          <p:cNvSpPr txBox="1"/>
          <p:nvPr>
            <p:ph idx="1" type="subTitle"/>
          </p:nvPr>
        </p:nvSpPr>
        <p:spPr>
          <a:xfrm>
            <a:off x="4641006" y="1310655"/>
            <a:ext cx="4045800" cy="12318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1" name="Google Shape;201;p42"/>
          <p:cNvSpPr txBox="1"/>
          <p:nvPr/>
        </p:nvSpPr>
        <p:spPr>
          <a:xfrm>
            <a:off x="457200" y="3847013"/>
            <a:ext cx="5757300" cy="55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Albert Sans"/>
                <a:ea typeface="Albert Sans"/>
                <a:cs typeface="Albert Sans"/>
                <a:sym typeface="Albert Sans"/>
              </a:rPr>
              <a:t>CREDITS: This presentation template was created by </a:t>
            </a:r>
            <a:r>
              <a:rPr b="1" i="0" lang="en" sz="1200" u="none" cap="none" strike="noStrike">
                <a:solidFill>
                  <a:schemeClr val="hlink"/>
                </a:solidFill>
                <a:uFill>
                  <a:noFill/>
                </a:uFill>
                <a:latin typeface="Albert Sans"/>
                <a:ea typeface="Albert Sans"/>
                <a:cs typeface="Albert Sans"/>
                <a:sym typeface="Albert Sans"/>
                <a:hlinkClick r:id="rId2"/>
              </a:rPr>
              <a:t>Slidesgo</a:t>
            </a:r>
            <a:r>
              <a:rPr b="0" i="0" lang="en" sz="1200" u="none" cap="none" strike="noStrike">
                <a:solidFill>
                  <a:schemeClr val="dk1"/>
                </a:solidFill>
                <a:latin typeface="Albert Sans"/>
                <a:ea typeface="Albert Sans"/>
                <a:cs typeface="Albert Sans"/>
                <a:sym typeface="Albert Sans"/>
              </a:rPr>
              <a:t>, and includes icons, infographics &amp; images by </a:t>
            </a:r>
            <a:r>
              <a:rPr b="1" i="0" lang="en" sz="1200" u="none" cap="none" strike="noStrike">
                <a:solidFill>
                  <a:schemeClr val="hlink"/>
                </a:solidFill>
                <a:uFill>
                  <a:noFill/>
                </a:uFill>
                <a:latin typeface="Albert Sans"/>
                <a:ea typeface="Albert Sans"/>
                <a:cs typeface="Albert Sans"/>
                <a:sym typeface="Albert Sans"/>
                <a:hlinkClick r:id="rId3"/>
              </a:rPr>
              <a:t>Freepik</a:t>
            </a:r>
            <a:r>
              <a:rPr b="1" i="0" lang="en" sz="1200" u="none" cap="none" strike="noStrike">
                <a:solidFill>
                  <a:schemeClr val="dk1"/>
                </a:solidFill>
                <a:latin typeface="Albert Sans"/>
                <a:ea typeface="Albert Sans"/>
                <a:cs typeface="Albert Sans"/>
                <a:sym typeface="Albert Sans"/>
              </a:rPr>
              <a:t> </a:t>
            </a:r>
            <a:endParaRPr b="1" i="0" sz="1200" u="sng" cap="none" strike="noStrike">
              <a:solidFill>
                <a:schemeClr val="dk1"/>
              </a:solidFill>
              <a:latin typeface="Albert Sans"/>
              <a:ea typeface="Albert Sans"/>
              <a:cs typeface="Albert Sans"/>
              <a:sym typeface="Albert Sans"/>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202" name="Shape 202"/>
        <p:cNvGrpSpPr/>
        <p:nvPr/>
      </p:nvGrpSpPr>
      <p:grpSpPr>
        <a:xfrm>
          <a:off x="0" y="0"/>
          <a:ext cx="0" cy="0"/>
          <a:chOff x="0" y="0"/>
          <a:chExt cx="0" cy="0"/>
        </a:xfrm>
      </p:grpSpPr>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203" name="Shape 203"/>
        <p:cNvGrpSpPr/>
        <p:nvPr/>
      </p:nvGrpSpPr>
      <p:grpSpPr>
        <a:xfrm>
          <a:off x="0" y="0"/>
          <a:ext cx="0" cy="0"/>
          <a:chOff x="0" y="0"/>
          <a:chExt cx="0" cy="0"/>
        </a:xfrm>
      </p:grpSpPr>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1">
    <p:spTree>
      <p:nvGrpSpPr>
        <p:cNvPr id="204" name="Shape 204"/>
        <p:cNvGrpSpPr/>
        <p:nvPr/>
      </p:nvGrpSpPr>
      <p:grpSpPr>
        <a:xfrm>
          <a:off x="0" y="0"/>
          <a:ext cx="0" cy="0"/>
          <a:chOff x="0" y="0"/>
          <a:chExt cx="0" cy="0"/>
        </a:xfrm>
      </p:grpSpPr>
      <p:sp>
        <p:nvSpPr>
          <p:cNvPr id="205" name="Google Shape;205;p45"/>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Play"/>
              <a:buNone/>
              <a:defRPr sz="45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p:txBody>
      </p:sp>
      <p:sp>
        <p:nvSpPr>
          <p:cNvPr id="206" name="Google Shape;206;p45"/>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207" name="Google Shape;207;p45"/>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208" name="Google Shape;208;p45"/>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209" name="Google Shape;209;p4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24" Type="http://schemas.openxmlformats.org/officeDocument/2006/relationships/theme" Target="../theme/theme1.xml"/><Relationship Id="rId12" Type="http://schemas.openxmlformats.org/officeDocument/2006/relationships/slideLayout" Target="../slideLayouts/slideLayout12.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43.xml"/><Relationship Id="rId11" Type="http://schemas.openxmlformats.org/officeDocument/2006/relationships/slideLayout" Target="../slideLayouts/slideLayout34.xml"/><Relationship Id="rId10" Type="http://schemas.openxmlformats.org/officeDocument/2006/relationships/slideLayout" Target="../slideLayouts/slideLayout33.xml"/><Relationship Id="rId21" Type="http://schemas.openxmlformats.org/officeDocument/2006/relationships/theme" Target="../theme/theme3.xml"/><Relationship Id="rId13" Type="http://schemas.openxmlformats.org/officeDocument/2006/relationships/slideLayout" Target="../slideLayouts/slideLayout36.xml"/><Relationship Id="rId12" Type="http://schemas.openxmlformats.org/officeDocument/2006/relationships/slideLayout" Target="../slideLayouts/slideLayout35.xml"/><Relationship Id="rId1" Type="http://schemas.openxmlformats.org/officeDocument/2006/relationships/slideLayout" Target="../slideLayouts/slideLayout24.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5" Type="http://schemas.openxmlformats.org/officeDocument/2006/relationships/slideLayout" Target="../slideLayouts/slideLayout38.xml"/><Relationship Id="rId14" Type="http://schemas.openxmlformats.org/officeDocument/2006/relationships/slideLayout" Target="../slideLayouts/slideLayout37.xml"/><Relationship Id="rId17" Type="http://schemas.openxmlformats.org/officeDocument/2006/relationships/slideLayout" Target="../slideLayouts/slideLayout40.xml"/><Relationship Id="rId16" Type="http://schemas.openxmlformats.org/officeDocument/2006/relationships/slideLayout" Target="../slideLayouts/slideLayout39.xml"/><Relationship Id="rId5" Type="http://schemas.openxmlformats.org/officeDocument/2006/relationships/slideLayout" Target="../slideLayouts/slideLayout28.xml"/><Relationship Id="rId19" Type="http://schemas.openxmlformats.org/officeDocument/2006/relationships/slideLayout" Target="../slideLayouts/slideLayout42.xml"/><Relationship Id="rId6" Type="http://schemas.openxmlformats.org/officeDocument/2006/relationships/slideLayout" Target="../slideLayouts/slideLayout29.xml"/><Relationship Id="rId18" Type="http://schemas.openxmlformats.org/officeDocument/2006/relationships/slideLayout" Target="../slideLayouts/slideLayout41.xml"/><Relationship Id="rId7" Type="http://schemas.openxmlformats.org/officeDocument/2006/relationships/slideLayout" Target="../slideLayouts/slideLayout30.xml"/><Relationship Id="rId8"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500"/>
              <a:buFont typeface="Viaoda Libre"/>
              <a:buNone/>
              <a:defRPr sz="3500">
                <a:solidFill>
                  <a:schemeClr val="dk1"/>
                </a:solidFill>
                <a:latin typeface="Viaoda Libre"/>
                <a:ea typeface="Viaoda Libre"/>
                <a:cs typeface="Viaoda Libre"/>
                <a:sym typeface="Viaoda Libre"/>
              </a:defRPr>
            </a:lvl1pPr>
            <a:lvl2pPr lvl="1" rtl="0">
              <a:spcBef>
                <a:spcPts val="0"/>
              </a:spcBef>
              <a:spcAft>
                <a:spcPts val="0"/>
              </a:spcAft>
              <a:buClr>
                <a:schemeClr val="dk1"/>
              </a:buClr>
              <a:buSzPts val="3500"/>
              <a:buFont typeface="Viaoda Libre"/>
              <a:buNone/>
              <a:defRPr sz="3500">
                <a:solidFill>
                  <a:schemeClr val="dk1"/>
                </a:solidFill>
                <a:latin typeface="Viaoda Libre"/>
                <a:ea typeface="Viaoda Libre"/>
                <a:cs typeface="Viaoda Libre"/>
                <a:sym typeface="Viaoda Libre"/>
              </a:defRPr>
            </a:lvl2pPr>
            <a:lvl3pPr lvl="2" rtl="0">
              <a:spcBef>
                <a:spcPts val="0"/>
              </a:spcBef>
              <a:spcAft>
                <a:spcPts val="0"/>
              </a:spcAft>
              <a:buClr>
                <a:schemeClr val="dk1"/>
              </a:buClr>
              <a:buSzPts val="3500"/>
              <a:buFont typeface="Viaoda Libre"/>
              <a:buNone/>
              <a:defRPr sz="3500">
                <a:solidFill>
                  <a:schemeClr val="dk1"/>
                </a:solidFill>
                <a:latin typeface="Viaoda Libre"/>
                <a:ea typeface="Viaoda Libre"/>
                <a:cs typeface="Viaoda Libre"/>
                <a:sym typeface="Viaoda Libre"/>
              </a:defRPr>
            </a:lvl3pPr>
            <a:lvl4pPr lvl="3" rtl="0">
              <a:spcBef>
                <a:spcPts val="0"/>
              </a:spcBef>
              <a:spcAft>
                <a:spcPts val="0"/>
              </a:spcAft>
              <a:buClr>
                <a:schemeClr val="dk1"/>
              </a:buClr>
              <a:buSzPts val="3500"/>
              <a:buFont typeface="Viaoda Libre"/>
              <a:buNone/>
              <a:defRPr sz="3500">
                <a:solidFill>
                  <a:schemeClr val="dk1"/>
                </a:solidFill>
                <a:latin typeface="Viaoda Libre"/>
                <a:ea typeface="Viaoda Libre"/>
                <a:cs typeface="Viaoda Libre"/>
                <a:sym typeface="Viaoda Libre"/>
              </a:defRPr>
            </a:lvl4pPr>
            <a:lvl5pPr lvl="4" rtl="0">
              <a:spcBef>
                <a:spcPts val="0"/>
              </a:spcBef>
              <a:spcAft>
                <a:spcPts val="0"/>
              </a:spcAft>
              <a:buClr>
                <a:schemeClr val="dk1"/>
              </a:buClr>
              <a:buSzPts val="3500"/>
              <a:buFont typeface="Viaoda Libre"/>
              <a:buNone/>
              <a:defRPr sz="3500">
                <a:solidFill>
                  <a:schemeClr val="dk1"/>
                </a:solidFill>
                <a:latin typeface="Viaoda Libre"/>
                <a:ea typeface="Viaoda Libre"/>
                <a:cs typeface="Viaoda Libre"/>
                <a:sym typeface="Viaoda Libre"/>
              </a:defRPr>
            </a:lvl5pPr>
            <a:lvl6pPr lvl="5" rtl="0">
              <a:spcBef>
                <a:spcPts val="0"/>
              </a:spcBef>
              <a:spcAft>
                <a:spcPts val="0"/>
              </a:spcAft>
              <a:buClr>
                <a:schemeClr val="dk1"/>
              </a:buClr>
              <a:buSzPts val="3500"/>
              <a:buFont typeface="Viaoda Libre"/>
              <a:buNone/>
              <a:defRPr sz="3500">
                <a:solidFill>
                  <a:schemeClr val="dk1"/>
                </a:solidFill>
                <a:latin typeface="Viaoda Libre"/>
                <a:ea typeface="Viaoda Libre"/>
                <a:cs typeface="Viaoda Libre"/>
                <a:sym typeface="Viaoda Libre"/>
              </a:defRPr>
            </a:lvl6pPr>
            <a:lvl7pPr lvl="6" rtl="0">
              <a:spcBef>
                <a:spcPts val="0"/>
              </a:spcBef>
              <a:spcAft>
                <a:spcPts val="0"/>
              </a:spcAft>
              <a:buClr>
                <a:schemeClr val="dk1"/>
              </a:buClr>
              <a:buSzPts val="3500"/>
              <a:buFont typeface="Viaoda Libre"/>
              <a:buNone/>
              <a:defRPr sz="3500">
                <a:solidFill>
                  <a:schemeClr val="dk1"/>
                </a:solidFill>
                <a:latin typeface="Viaoda Libre"/>
                <a:ea typeface="Viaoda Libre"/>
                <a:cs typeface="Viaoda Libre"/>
                <a:sym typeface="Viaoda Libre"/>
              </a:defRPr>
            </a:lvl7pPr>
            <a:lvl8pPr lvl="7" rtl="0">
              <a:spcBef>
                <a:spcPts val="0"/>
              </a:spcBef>
              <a:spcAft>
                <a:spcPts val="0"/>
              </a:spcAft>
              <a:buClr>
                <a:schemeClr val="dk1"/>
              </a:buClr>
              <a:buSzPts val="3500"/>
              <a:buFont typeface="Viaoda Libre"/>
              <a:buNone/>
              <a:defRPr sz="3500">
                <a:solidFill>
                  <a:schemeClr val="dk1"/>
                </a:solidFill>
                <a:latin typeface="Viaoda Libre"/>
                <a:ea typeface="Viaoda Libre"/>
                <a:cs typeface="Viaoda Libre"/>
                <a:sym typeface="Viaoda Libre"/>
              </a:defRPr>
            </a:lvl8pPr>
            <a:lvl9pPr lvl="8" rtl="0">
              <a:spcBef>
                <a:spcPts val="0"/>
              </a:spcBef>
              <a:spcAft>
                <a:spcPts val="0"/>
              </a:spcAft>
              <a:buClr>
                <a:schemeClr val="dk1"/>
              </a:buClr>
              <a:buSzPts val="3500"/>
              <a:buFont typeface="Viaoda Libre"/>
              <a:buNone/>
              <a:defRPr sz="3500">
                <a:solidFill>
                  <a:schemeClr val="dk1"/>
                </a:solidFill>
                <a:latin typeface="Viaoda Libre"/>
                <a:ea typeface="Viaoda Libre"/>
                <a:cs typeface="Viaoda Libre"/>
                <a:sym typeface="Viaoda Libre"/>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1pPr>
            <a:lvl2pPr indent="-317500" lvl="1" marL="9144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2pPr>
            <a:lvl3pPr indent="-317500" lvl="2" marL="13716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3pPr>
            <a:lvl4pPr indent="-317500" lvl="3" marL="18288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4pPr>
            <a:lvl5pPr indent="-317500" lvl="4" marL="22860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5pPr>
            <a:lvl6pPr indent="-317500" lvl="5" marL="27432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6pPr>
            <a:lvl7pPr indent="-317500" lvl="6" marL="32004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7pPr>
            <a:lvl8pPr indent="-317500" lvl="7" marL="36576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8pPr>
            <a:lvl9pPr indent="-317500" lvl="8" marL="41148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13" name="Shape 113"/>
        <p:cNvGrpSpPr/>
        <p:nvPr/>
      </p:nvGrpSpPr>
      <p:grpSpPr>
        <a:xfrm>
          <a:off x="0" y="0"/>
          <a:ext cx="0" cy="0"/>
          <a:chOff x="0" y="0"/>
          <a:chExt cx="0" cy="0"/>
        </a:xfrm>
      </p:grpSpPr>
      <p:sp>
        <p:nvSpPr>
          <p:cNvPr id="114" name="Google Shape;114;p25"/>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500"/>
              <a:buFont typeface="Viaoda Libre"/>
              <a:buNone/>
              <a:defRPr b="0" i="0" sz="3500" u="none" cap="none" strike="noStrike">
                <a:solidFill>
                  <a:schemeClr val="dk1"/>
                </a:solidFill>
                <a:latin typeface="Viaoda Libre"/>
                <a:ea typeface="Viaoda Libre"/>
                <a:cs typeface="Viaoda Libre"/>
                <a:sym typeface="Viaoda Libre"/>
              </a:defRPr>
            </a:lvl1pPr>
            <a:lvl2pPr lvl="1" marR="0" rtl="0" algn="l">
              <a:lnSpc>
                <a:spcPct val="100000"/>
              </a:lnSpc>
              <a:spcBef>
                <a:spcPts val="0"/>
              </a:spcBef>
              <a:spcAft>
                <a:spcPts val="0"/>
              </a:spcAft>
              <a:buClr>
                <a:schemeClr val="dk1"/>
              </a:buClr>
              <a:buSzPts val="3500"/>
              <a:buFont typeface="Viaoda Libre"/>
              <a:buNone/>
              <a:defRPr b="0" i="0" sz="3500" u="none" cap="none" strike="noStrike">
                <a:solidFill>
                  <a:schemeClr val="dk1"/>
                </a:solidFill>
                <a:latin typeface="Viaoda Libre"/>
                <a:ea typeface="Viaoda Libre"/>
                <a:cs typeface="Viaoda Libre"/>
                <a:sym typeface="Viaoda Libre"/>
              </a:defRPr>
            </a:lvl2pPr>
            <a:lvl3pPr lvl="2" marR="0" rtl="0" algn="l">
              <a:lnSpc>
                <a:spcPct val="100000"/>
              </a:lnSpc>
              <a:spcBef>
                <a:spcPts val="0"/>
              </a:spcBef>
              <a:spcAft>
                <a:spcPts val="0"/>
              </a:spcAft>
              <a:buClr>
                <a:schemeClr val="dk1"/>
              </a:buClr>
              <a:buSzPts val="3500"/>
              <a:buFont typeface="Viaoda Libre"/>
              <a:buNone/>
              <a:defRPr b="0" i="0" sz="3500" u="none" cap="none" strike="noStrike">
                <a:solidFill>
                  <a:schemeClr val="dk1"/>
                </a:solidFill>
                <a:latin typeface="Viaoda Libre"/>
                <a:ea typeface="Viaoda Libre"/>
                <a:cs typeface="Viaoda Libre"/>
                <a:sym typeface="Viaoda Libre"/>
              </a:defRPr>
            </a:lvl3pPr>
            <a:lvl4pPr lvl="3" marR="0" rtl="0" algn="l">
              <a:lnSpc>
                <a:spcPct val="100000"/>
              </a:lnSpc>
              <a:spcBef>
                <a:spcPts val="0"/>
              </a:spcBef>
              <a:spcAft>
                <a:spcPts val="0"/>
              </a:spcAft>
              <a:buClr>
                <a:schemeClr val="dk1"/>
              </a:buClr>
              <a:buSzPts val="3500"/>
              <a:buFont typeface="Viaoda Libre"/>
              <a:buNone/>
              <a:defRPr b="0" i="0" sz="3500" u="none" cap="none" strike="noStrike">
                <a:solidFill>
                  <a:schemeClr val="dk1"/>
                </a:solidFill>
                <a:latin typeface="Viaoda Libre"/>
                <a:ea typeface="Viaoda Libre"/>
                <a:cs typeface="Viaoda Libre"/>
                <a:sym typeface="Viaoda Libre"/>
              </a:defRPr>
            </a:lvl4pPr>
            <a:lvl5pPr lvl="4" marR="0" rtl="0" algn="l">
              <a:lnSpc>
                <a:spcPct val="100000"/>
              </a:lnSpc>
              <a:spcBef>
                <a:spcPts val="0"/>
              </a:spcBef>
              <a:spcAft>
                <a:spcPts val="0"/>
              </a:spcAft>
              <a:buClr>
                <a:schemeClr val="dk1"/>
              </a:buClr>
              <a:buSzPts val="3500"/>
              <a:buFont typeface="Viaoda Libre"/>
              <a:buNone/>
              <a:defRPr b="0" i="0" sz="3500" u="none" cap="none" strike="noStrike">
                <a:solidFill>
                  <a:schemeClr val="dk1"/>
                </a:solidFill>
                <a:latin typeface="Viaoda Libre"/>
                <a:ea typeface="Viaoda Libre"/>
                <a:cs typeface="Viaoda Libre"/>
                <a:sym typeface="Viaoda Libre"/>
              </a:defRPr>
            </a:lvl5pPr>
            <a:lvl6pPr lvl="5" marR="0" rtl="0" algn="l">
              <a:lnSpc>
                <a:spcPct val="100000"/>
              </a:lnSpc>
              <a:spcBef>
                <a:spcPts val="0"/>
              </a:spcBef>
              <a:spcAft>
                <a:spcPts val="0"/>
              </a:spcAft>
              <a:buClr>
                <a:schemeClr val="dk1"/>
              </a:buClr>
              <a:buSzPts val="3500"/>
              <a:buFont typeface="Viaoda Libre"/>
              <a:buNone/>
              <a:defRPr b="0" i="0" sz="3500" u="none" cap="none" strike="noStrike">
                <a:solidFill>
                  <a:schemeClr val="dk1"/>
                </a:solidFill>
                <a:latin typeface="Viaoda Libre"/>
                <a:ea typeface="Viaoda Libre"/>
                <a:cs typeface="Viaoda Libre"/>
                <a:sym typeface="Viaoda Libre"/>
              </a:defRPr>
            </a:lvl6pPr>
            <a:lvl7pPr lvl="6" marR="0" rtl="0" algn="l">
              <a:lnSpc>
                <a:spcPct val="100000"/>
              </a:lnSpc>
              <a:spcBef>
                <a:spcPts val="0"/>
              </a:spcBef>
              <a:spcAft>
                <a:spcPts val="0"/>
              </a:spcAft>
              <a:buClr>
                <a:schemeClr val="dk1"/>
              </a:buClr>
              <a:buSzPts val="3500"/>
              <a:buFont typeface="Viaoda Libre"/>
              <a:buNone/>
              <a:defRPr b="0" i="0" sz="3500" u="none" cap="none" strike="noStrike">
                <a:solidFill>
                  <a:schemeClr val="dk1"/>
                </a:solidFill>
                <a:latin typeface="Viaoda Libre"/>
                <a:ea typeface="Viaoda Libre"/>
                <a:cs typeface="Viaoda Libre"/>
                <a:sym typeface="Viaoda Libre"/>
              </a:defRPr>
            </a:lvl7pPr>
            <a:lvl8pPr lvl="7" marR="0" rtl="0" algn="l">
              <a:lnSpc>
                <a:spcPct val="100000"/>
              </a:lnSpc>
              <a:spcBef>
                <a:spcPts val="0"/>
              </a:spcBef>
              <a:spcAft>
                <a:spcPts val="0"/>
              </a:spcAft>
              <a:buClr>
                <a:schemeClr val="dk1"/>
              </a:buClr>
              <a:buSzPts val="3500"/>
              <a:buFont typeface="Viaoda Libre"/>
              <a:buNone/>
              <a:defRPr b="0" i="0" sz="3500" u="none" cap="none" strike="noStrike">
                <a:solidFill>
                  <a:schemeClr val="dk1"/>
                </a:solidFill>
                <a:latin typeface="Viaoda Libre"/>
                <a:ea typeface="Viaoda Libre"/>
                <a:cs typeface="Viaoda Libre"/>
                <a:sym typeface="Viaoda Libre"/>
              </a:defRPr>
            </a:lvl8pPr>
            <a:lvl9pPr lvl="8" marR="0" rtl="0" algn="l">
              <a:lnSpc>
                <a:spcPct val="100000"/>
              </a:lnSpc>
              <a:spcBef>
                <a:spcPts val="0"/>
              </a:spcBef>
              <a:spcAft>
                <a:spcPts val="0"/>
              </a:spcAft>
              <a:buClr>
                <a:schemeClr val="dk1"/>
              </a:buClr>
              <a:buSzPts val="3500"/>
              <a:buFont typeface="Viaoda Libre"/>
              <a:buNone/>
              <a:defRPr b="0" i="0" sz="3500" u="none" cap="none" strike="noStrike">
                <a:solidFill>
                  <a:schemeClr val="dk1"/>
                </a:solidFill>
                <a:latin typeface="Viaoda Libre"/>
                <a:ea typeface="Viaoda Libre"/>
                <a:cs typeface="Viaoda Libre"/>
                <a:sym typeface="Viaoda Libre"/>
              </a:defRPr>
            </a:lvl9pPr>
          </a:lstStyle>
          <a:p/>
        </p:txBody>
      </p:sp>
      <p:sp>
        <p:nvSpPr>
          <p:cNvPr id="115" name="Google Shape;115;p25"/>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chemeClr val="dk1"/>
              </a:buClr>
              <a:buSzPts val="1400"/>
              <a:buFont typeface="Albert Sans"/>
              <a:buChar char="●"/>
              <a:defRPr b="0" i="0" sz="1400" u="none" cap="none" strike="noStrike">
                <a:solidFill>
                  <a:schemeClr val="dk1"/>
                </a:solidFill>
                <a:latin typeface="Albert Sans"/>
                <a:ea typeface="Albert Sans"/>
                <a:cs typeface="Albert Sans"/>
                <a:sym typeface="Albert Sans"/>
              </a:defRPr>
            </a:lvl1pPr>
            <a:lvl2pPr indent="-317500" lvl="1" marL="914400" marR="0" rtl="0" algn="l">
              <a:lnSpc>
                <a:spcPct val="100000"/>
              </a:lnSpc>
              <a:spcBef>
                <a:spcPts val="0"/>
              </a:spcBef>
              <a:spcAft>
                <a:spcPts val="0"/>
              </a:spcAft>
              <a:buClr>
                <a:schemeClr val="dk1"/>
              </a:buClr>
              <a:buSzPts val="1400"/>
              <a:buFont typeface="Albert Sans"/>
              <a:buChar char="○"/>
              <a:defRPr b="0" i="0" sz="1400" u="none" cap="none" strike="noStrike">
                <a:solidFill>
                  <a:schemeClr val="dk1"/>
                </a:solidFill>
                <a:latin typeface="Albert Sans"/>
                <a:ea typeface="Albert Sans"/>
                <a:cs typeface="Albert Sans"/>
                <a:sym typeface="Albert Sans"/>
              </a:defRPr>
            </a:lvl2pPr>
            <a:lvl3pPr indent="-317500" lvl="2" marL="1371600" marR="0" rtl="0" algn="l">
              <a:lnSpc>
                <a:spcPct val="100000"/>
              </a:lnSpc>
              <a:spcBef>
                <a:spcPts val="0"/>
              </a:spcBef>
              <a:spcAft>
                <a:spcPts val="0"/>
              </a:spcAft>
              <a:buClr>
                <a:schemeClr val="dk1"/>
              </a:buClr>
              <a:buSzPts val="1400"/>
              <a:buFont typeface="Albert Sans"/>
              <a:buChar char="■"/>
              <a:defRPr b="0" i="0" sz="1400" u="none" cap="none" strike="noStrike">
                <a:solidFill>
                  <a:schemeClr val="dk1"/>
                </a:solidFill>
                <a:latin typeface="Albert Sans"/>
                <a:ea typeface="Albert Sans"/>
                <a:cs typeface="Albert Sans"/>
                <a:sym typeface="Albert Sans"/>
              </a:defRPr>
            </a:lvl3pPr>
            <a:lvl4pPr indent="-317500" lvl="3" marL="1828800" marR="0" rtl="0" algn="l">
              <a:lnSpc>
                <a:spcPct val="100000"/>
              </a:lnSpc>
              <a:spcBef>
                <a:spcPts val="0"/>
              </a:spcBef>
              <a:spcAft>
                <a:spcPts val="0"/>
              </a:spcAft>
              <a:buClr>
                <a:schemeClr val="dk1"/>
              </a:buClr>
              <a:buSzPts val="1400"/>
              <a:buFont typeface="Albert Sans"/>
              <a:buChar char="●"/>
              <a:defRPr b="0" i="0" sz="1400" u="none" cap="none" strike="noStrike">
                <a:solidFill>
                  <a:schemeClr val="dk1"/>
                </a:solidFill>
                <a:latin typeface="Albert Sans"/>
                <a:ea typeface="Albert Sans"/>
                <a:cs typeface="Albert Sans"/>
                <a:sym typeface="Albert Sans"/>
              </a:defRPr>
            </a:lvl4pPr>
            <a:lvl5pPr indent="-317500" lvl="4" marL="2286000" marR="0" rtl="0" algn="l">
              <a:lnSpc>
                <a:spcPct val="100000"/>
              </a:lnSpc>
              <a:spcBef>
                <a:spcPts val="0"/>
              </a:spcBef>
              <a:spcAft>
                <a:spcPts val="0"/>
              </a:spcAft>
              <a:buClr>
                <a:schemeClr val="dk1"/>
              </a:buClr>
              <a:buSzPts val="1400"/>
              <a:buFont typeface="Albert Sans"/>
              <a:buChar char="○"/>
              <a:defRPr b="0" i="0" sz="1400" u="none" cap="none" strike="noStrike">
                <a:solidFill>
                  <a:schemeClr val="dk1"/>
                </a:solidFill>
                <a:latin typeface="Albert Sans"/>
                <a:ea typeface="Albert Sans"/>
                <a:cs typeface="Albert Sans"/>
                <a:sym typeface="Albert Sans"/>
              </a:defRPr>
            </a:lvl5pPr>
            <a:lvl6pPr indent="-317500" lvl="5" marL="2743200" marR="0" rtl="0" algn="l">
              <a:lnSpc>
                <a:spcPct val="100000"/>
              </a:lnSpc>
              <a:spcBef>
                <a:spcPts val="0"/>
              </a:spcBef>
              <a:spcAft>
                <a:spcPts val="0"/>
              </a:spcAft>
              <a:buClr>
                <a:schemeClr val="dk1"/>
              </a:buClr>
              <a:buSzPts val="1400"/>
              <a:buFont typeface="Albert Sans"/>
              <a:buChar char="■"/>
              <a:defRPr b="0" i="0" sz="1400" u="none" cap="none" strike="noStrike">
                <a:solidFill>
                  <a:schemeClr val="dk1"/>
                </a:solidFill>
                <a:latin typeface="Albert Sans"/>
                <a:ea typeface="Albert Sans"/>
                <a:cs typeface="Albert Sans"/>
                <a:sym typeface="Albert Sans"/>
              </a:defRPr>
            </a:lvl6pPr>
            <a:lvl7pPr indent="-317500" lvl="6" marL="3200400" marR="0" rtl="0" algn="l">
              <a:lnSpc>
                <a:spcPct val="100000"/>
              </a:lnSpc>
              <a:spcBef>
                <a:spcPts val="0"/>
              </a:spcBef>
              <a:spcAft>
                <a:spcPts val="0"/>
              </a:spcAft>
              <a:buClr>
                <a:schemeClr val="dk1"/>
              </a:buClr>
              <a:buSzPts val="1400"/>
              <a:buFont typeface="Albert Sans"/>
              <a:buChar char="●"/>
              <a:defRPr b="0" i="0" sz="1400" u="none" cap="none" strike="noStrike">
                <a:solidFill>
                  <a:schemeClr val="dk1"/>
                </a:solidFill>
                <a:latin typeface="Albert Sans"/>
                <a:ea typeface="Albert Sans"/>
                <a:cs typeface="Albert Sans"/>
                <a:sym typeface="Albert Sans"/>
              </a:defRPr>
            </a:lvl7pPr>
            <a:lvl8pPr indent="-317500" lvl="7" marL="3657600" marR="0" rtl="0" algn="l">
              <a:lnSpc>
                <a:spcPct val="100000"/>
              </a:lnSpc>
              <a:spcBef>
                <a:spcPts val="0"/>
              </a:spcBef>
              <a:spcAft>
                <a:spcPts val="0"/>
              </a:spcAft>
              <a:buClr>
                <a:schemeClr val="dk1"/>
              </a:buClr>
              <a:buSzPts val="1400"/>
              <a:buFont typeface="Albert Sans"/>
              <a:buChar char="○"/>
              <a:defRPr b="0" i="0" sz="1400" u="none" cap="none" strike="noStrike">
                <a:solidFill>
                  <a:schemeClr val="dk1"/>
                </a:solidFill>
                <a:latin typeface="Albert Sans"/>
                <a:ea typeface="Albert Sans"/>
                <a:cs typeface="Albert Sans"/>
                <a:sym typeface="Albert Sans"/>
              </a:defRPr>
            </a:lvl8pPr>
            <a:lvl9pPr indent="-317500" lvl="8" marL="4114800" marR="0" rtl="0" algn="l">
              <a:lnSpc>
                <a:spcPct val="100000"/>
              </a:lnSpc>
              <a:spcBef>
                <a:spcPts val="0"/>
              </a:spcBef>
              <a:spcAft>
                <a:spcPts val="0"/>
              </a:spcAft>
              <a:buClr>
                <a:schemeClr val="dk1"/>
              </a:buClr>
              <a:buSzPts val="1400"/>
              <a:buFont typeface="Albert Sans"/>
              <a:buChar char="■"/>
              <a:defRPr b="0" i="0" sz="1400" u="none" cap="none" strike="noStrike">
                <a:solidFill>
                  <a:schemeClr val="dk1"/>
                </a:solidFill>
                <a:latin typeface="Albert Sans"/>
                <a:ea typeface="Albert Sans"/>
                <a:cs typeface="Albert Sans"/>
                <a:sym typeface="Albert Sans"/>
              </a:defRPr>
            </a:lvl9pPr>
          </a:lstStyle>
          <a:p/>
        </p:txBody>
      </p:sp>
    </p:spTree>
  </p:cSld>
  <p:clrMap accent1="accent1" accent2="accent2" accent3="accent3" accent4="accent4" accent5="accent5" accent6="accent6" bg1="lt1" bg2="dk2" tx1="dk1" tx2="lt2" folHlink="folHlink" hlink="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4" r:id="rId14"/>
    <p:sldLayoutId id="2147483685" r:id="rId15"/>
    <p:sldLayoutId id="2147483686" r:id="rId16"/>
    <p:sldLayoutId id="2147483687" r:id="rId17"/>
    <p:sldLayoutId id="2147483688" r:id="rId18"/>
    <p:sldLayoutId id="2147483689" r:id="rId19"/>
    <p:sldLayoutId id="2147483690" r:id="rId2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 Id="rId3" Type="http://schemas.openxmlformats.org/officeDocument/2006/relationships/image" Target="../media/image4.jpg"/></Relationships>
</file>

<file path=ppt/slides/_rels/slide3.xml.rels><?xml version="1.0" encoding="UTF-8" standalone="yes"?><Relationships xmlns="http://schemas.openxmlformats.org/package/2006/relationships"><Relationship Id="rId10" Type="http://schemas.openxmlformats.org/officeDocument/2006/relationships/image" Target="../media/image4.jpg"/><Relationship Id="rId1" Type="http://schemas.openxmlformats.org/officeDocument/2006/relationships/slideLayout" Target="../slideLayouts/slideLayout15.xml"/><Relationship Id="rId2" Type="http://schemas.openxmlformats.org/officeDocument/2006/relationships/notesSlide" Target="../notesSlides/notesSlide3.xml"/><Relationship Id="rId3" Type="http://schemas.openxmlformats.org/officeDocument/2006/relationships/image" Target="../media/image72.jpg"/><Relationship Id="rId4" Type="http://schemas.openxmlformats.org/officeDocument/2006/relationships/image" Target="../media/image7.jpg"/><Relationship Id="rId9" Type="http://schemas.openxmlformats.org/officeDocument/2006/relationships/image" Target="../media/image3.jpg"/><Relationship Id="rId5" Type="http://schemas.openxmlformats.org/officeDocument/2006/relationships/image" Target="../media/image6.png"/><Relationship Id="rId6" Type="http://schemas.openxmlformats.org/officeDocument/2006/relationships/image" Target="../media/image9.jpg"/><Relationship Id="rId7" Type="http://schemas.openxmlformats.org/officeDocument/2006/relationships/image" Target="../media/image5.jpg"/><Relationship Id="rId8" Type="http://schemas.openxmlformats.org/officeDocument/2006/relationships/image" Target="../media/image10.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4.jpg"/><Relationship Id="rId4" Type="http://schemas.openxmlformats.org/officeDocument/2006/relationships/image" Target="../media/image4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4.jpg"/><Relationship Id="rId4" Type="http://schemas.openxmlformats.org/officeDocument/2006/relationships/image" Target="../media/image12.png"/><Relationship Id="rId5"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12.png"/><Relationship Id="rId5"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4.jpg"/><Relationship Id="rId4" Type="http://schemas.openxmlformats.org/officeDocument/2006/relationships/image" Target="../media/image51.png"/></Relationships>
</file>

<file path=ppt/slides/_rels/slide15.xml.rels><?xml version="1.0" encoding="UTF-8" standalone="yes"?><Relationships xmlns="http://schemas.openxmlformats.org/package/2006/relationships"><Relationship Id="rId11" Type="http://schemas.openxmlformats.org/officeDocument/2006/relationships/image" Target="../media/image27.png"/><Relationship Id="rId10" Type="http://schemas.openxmlformats.org/officeDocument/2006/relationships/image" Target="../media/image43.png"/><Relationship Id="rId13" Type="http://schemas.openxmlformats.org/officeDocument/2006/relationships/image" Target="../media/image23.png"/><Relationship Id="rId12" Type="http://schemas.openxmlformats.org/officeDocument/2006/relationships/image" Target="../media/image26.png"/><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16.png"/><Relationship Id="rId4" Type="http://schemas.openxmlformats.org/officeDocument/2006/relationships/image" Target="../media/image41.png"/><Relationship Id="rId9" Type="http://schemas.openxmlformats.org/officeDocument/2006/relationships/image" Target="../media/image22.png"/><Relationship Id="rId15" Type="http://schemas.openxmlformats.org/officeDocument/2006/relationships/image" Target="../media/image19.png"/><Relationship Id="rId14" Type="http://schemas.openxmlformats.org/officeDocument/2006/relationships/image" Target="../media/image48.png"/><Relationship Id="rId17" Type="http://schemas.openxmlformats.org/officeDocument/2006/relationships/image" Target="../media/image17.png"/><Relationship Id="rId16" Type="http://schemas.openxmlformats.org/officeDocument/2006/relationships/image" Target="../media/image18.png"/><Relationship Id="rId5" Type="http://schemas.openxmlformats.org/officeDocument/2006/relationships/image" Target="../media/image21.png"/><Relationship Id="rId19" Type="http://schemas.openxmlformats.org/officeDocument/2006/relationships/image" Target="../media/image31.png"/><Relationship Id="rId6" Type="http://schemas.openxmlformats.org/officeDocument/2006/relationships/image" Target="../media/image34.png"/><Relationship Id="rId18" Type="http://schemas.openxmlformats.org/officeDocument/2006/relationships/image" Target="../media/image29.png"/><Relationship Id="rId7" Type="http://schemas.openxmlformats.org/officeDocument/2006/relationships/image" Target="../media/image20.png"/><Relationship Id="rId8"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6.xml"/><Relationship Id="rId3" Type="http://schemas.openxmlformats.org/officeDocument/2006/relationships/image" Target="../media/image42.png"/><Relationship Id="rId4" Type="http://schemas.openxmlformats.org/officeDocument/2006/relationships/image" Target="../media/image25.png"/><Relationship Id="rId5" Type="http://schemas.openxmlformats.org/officeDocument/2006/relationships/image" Target="../media/image35.png"/><Relationship Id="rId6" Type="http://schemas.openxmlformats.org/officeDocument/2006/relationships/image" Target="../media/image3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7.xml"/><Relationship Id="rId3" Type="http://schemas.openxmlformats.org/officeDocument/2006/relationships/image" Target="../media/image53.png"/><Relationship Id="rId4" Type="http://schemas.openxmlformats.org/officeDocument/2006/relationships/image" Target="../media/image33.png"/><Relationship Id="rId5" Type="http://schemas.openxmlformats.org/officeDocument/2006/relationships/image" Target="../media/image30.png"/><Relationship Id="rId6" Type="http://schemas.openxmlformats.org/officeDocument/2006/relationships/image" Target="../media/image2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8.xml"/><Relationship Id="rId3" Type="http://schemas.openxmlformats.org/officeDocument/2006/relationships/image" Target="../media/image37.png"/><Relationship Id="rId4" Type="http://schemas.openxmlformats.org/officeDocument/2006/relationships/image" Target="../media/image4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9.xml"/><Relationship Id="rId3" Type="http://schemas.openxmlformats.org/officeDocument/2006/relationships/image" Target="../media/image40.png"/><Relationship Id="rId4" Type="http://schemas.openxmlformats.org/officeDocument/2006/relationships/image" Target="../media/image52.png"/><Relationship Id="rId5" Type="http://schemas.openxmlformats.org/officeDocument/2006/relationships/image" Target="../media/image36.png"/><Relationship Id="rId6" Type="http://schemas.openxmlformats.org/officeDocument/2006/relationships/image" Target="../media/image38.png"/><Relationship Id="rId7" Type="http://schemas.openxmlformats.org/officeDocument/2006/relationships/image" Target="../media/image39.png"/><Relationship Id="rId8" Type="http://schemas.openxmlformats.org/officeDocument/2006/relationships/image" Target="../media/image5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 Id="rId3" Type="http://schemas.openxmlformats.org/officeDocument/2006/relationships/image" Target="../media/image8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 Id="rId3" Type="http://schemas.openxmlformats.org/officeDocument/2006/relationships/image" Target="../media/image4.jpg"/><Relationship Id="rId4" Type="http://schemas.openxmlformats.org/officeDocument/2006/relationships/image" Target="../media/image4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 Id="rId3" Type="http://schemas.openxmlformats.org/officeDocument/2006/relationships/image" Target="../media/image47.png"/><Relationship Id="rId4" Type="http://schemas.openxmlformats.org/officeDocument/2006/relationships/image" Target="../media/image4.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 Id="rId3" Type="http://schemas.openxmlformats.org/officeDocument/2006/relationships/image" Target="../media/image66.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 Id="rId3" Type="http://schemas.openxmlformats.org/officeDocument/2006/relationships/image" Target="../media/image4.jpg"/><Relationship Id="rId4" Type="http://schemas.openxmlformats.org/officeDocument/2006/relationships/image" Target="../media/image5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 Id="rId3" Type="http://schemas.openxmlformats.org/officeDocument/2006/relationships/image" Target="../media/image4.jpg"/><Relationship Id="rId4" Type="http://schemas.openxmlformats.org/officeDocument/2006/relationships/image" Target="../media/image4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 Id="rId3" Type="http://schemas.openxmlformats.org/officeDocument/2006/relationships/image" Target="../media/image4.jpg"/><Relationship Id="rId4" Type="http://schemas.openxmlformats.org/officeDocument/2006/relationships/image" Target="../media/image8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 Id="rId3" Type="http://schemas.openxmlformats.org/officeDocument/2006/relationships/image" Target="../media/image4.jpg"/><Relationship Id="rId4" Type="http://schemas.openxmlformats.org/officeDocument/2006/relationships/image" Target="../media/image8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 Id="rId3" Type="http://schemas.openxmlformats.org/officeDocument/2006/relationships/image" Target="../media/image4.jpg"/><Relationship Id="rId4" Type="http://schemas.openxmlformats.org/officeDocument/2006/relationships/image" Target="../media/image8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 Id="rId3" Type="http://schemas.openxmlformats.org/officeDocument/2006/relationships/image" Target="../media/image4.jpg"/><Relationship Id="rId4" Type="http://schemas.openxmlformats.org/officeDocument/2006/relationships/image" Target="../media/image8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 Id="rId3" Type="http://schemas.openxmlformats.org/officeDocument/2006/relationships/image" Target="../media/image4.jpg"/><Relationship Id="rId4" Type="http://schemas.openxmlformats.org/officeDocument/2006/relationships/image" Target="../media/image5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 Id="rId3" Type="http://schemas.openxmlformats.org/officeDocument/2006/relationships/image" Target="../media/image4.jpg"/><Relationship Id="rId4" Type="http://schemas.openxmlformats.org/officeDocument/2006/relationships/image" Target="../media/image5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 Id="rId3" Type="http://schemas.openxmlformats.org/officeDocument/2006/relationships/image" Target="../media/image4.jpg"/><Relationship Id="rId4" Type="http://schemas.openxmlformats.org/officeDocument/2006/relationships/image" Target="../media/image7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 Id="rId3" Type="http://schemas.openxmlformats.org/officeDocument/2006/relationships/image" Target="../media/image4.jpg"/><Relationship Id="rId4" Type="http://schemas.openxmlformats.org/officeDocument/2006/relationships/image" Target="../media/image7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 Id="rId3" Type="http://schemas.openxmlformats.org/officeDocument/2006/relationships/image" Target="../media/image4.jpg"/><Relationship Id="rId4" Type="http://schemas.openxmlformats.org/officeDocument/2006/relationships/image" Target="../media/image5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3.xml"/><Relationship Id="rId3" Type="http://schemas.openxmlformats.org/officeDocument/2006/relationships/image" Target="../media/image4.jpg"/><Relationship Id="rId4" Type="http://schemas.openxmlformats.org/officeDocument/2006/relationships/image" Target="../media/image7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 Id="rId3" Type="http://schemas.openxmlformats.org/officeDocument/2006/relationships/image" Target="../media/image4.jpg"/><Relationship Id="rId4" Type="http://schemas.openxmlformats.org/officeDocument/2006/relationships/image" Target="../media/image8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5.xml"/><Relationship Id="rId3" Type="http://schemas.openxmlformats.org/officeDocument/2006/relationships/image" Target="../media/image4.jpg"/><Relationship Id="rId4" Type="http://schemas.openxmlformats.org/officeDocument/2006/relationships/image" Target="../media/image7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6.xml"/><Relationship Id="rId3" Type="http://schemas.openxmlformats.org/officeDocument/2006/relationships/image" Target="../media/image4.jpg"/><Relationship Id="rId4" Type="http://schemas.openxmlformats.org/officeDocument/2006/relationships/image" Target="../media/image6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7.xml"/><Relationship Id="rId3" Type="http://schemas.openxmlformats.org/officeDocument/2006/relationships/image" Target="../media/image4.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8.xml"/><Relationship Id="rId3" Type="http://schemas.openxmlformats.org/officeDocument/2006/relationships/image" Target="../media/image4.jpg"/><Relationship Id="rId4" Type="http://schemas.openxmlformats.org/officeDocument/2006/relationships/image" Target="../media/image5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9.xml"/><Relationship Id="rId3" Type="http://schemas.openxmlformats.org/officeDocument/2006/relationships/image" Target="../media/image4.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0.xml"/><Relationship Id="rId3" Type="http://schemas.openxmlformats.org/officeDocument/2006/relationships/image" Target="../media/image4.jpg"/><Relationship Id="rId4" Type="http://schemas.openxmlformats.org/officeDocument/2006/relationships/image" Target="../media/image6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1.xml"/><Relationship Id="rId3" Type="http://schemas.openxmlformats.org/officeDocument/2006/relationships/image" Target="../media/image65.png"/><Relationship Id="rId4" Type="http://schemas.openxmlformats.org/officeDocument/2006/relationships/image" Target="../media/image57.png"/><Relationship Id="rId9" Type="http://schemas.openxmlformats.org/officeDocument/2006/relationships/image" Target="../media/image4.jpg"/><Relationship Id="rId5" Type="http://schemas.openxmlformats.org/officeDocument/2006/relationships/image" Target="../media/image61.png"/><Relationship Id="rId6" Type="http://schemas.openxmlformats.org/officeDocument/2006/relationships/image" Target="../media/image64.png"/><Relationship Id="rId7" Type="http://schemas.openxmlformats.org/officeDocument/2006/relationships/image" Target="../media/image60.png"/><Relationship Id="rId8" Type="http://schemas.openxmlformats.org/officeDocument/2006/relationships/image" Target="../media/image6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2.xml"/><Relationship Id="rId3" Type="http://schemas.openxmlformats.org/officeDocument/2006/relationships/image" Target="../media/image70.png"/><Relationship Id="rId4" Type="http://schemas.openxmlformats.org/officeDocument/2006/relationships/image" Target="../media/image74.png"/><Relationship Id="rId5" Type="http://schemas.openxmlformats.org/officeDocument/2006/relationships/image" Target="../media/image69.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4.xml"/><Relationship Id="rId3" Type="http://schemas.openxmlformats.org/officeDocument/2006/relationships/image" Target="../media/image4.jpg"/><Relationship Id="rId4" Type="http://schemas.openxmlformats.org/officeDocument/2006/relationships/image" Target="../media/image80.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5.xml"/><Relationship Id="rId3" Type="http://schemas.openxmlformats.org/officeDocument/2006/relationships/image" Target="../media/image4.jpg"/><Relationship Id="rId4" Type="http://schemas.openxmlformats.org/officeDocument/2006/relationships/image" Target="../media/image7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6.xml"/><Relationship Id="rId3" Type="http://schemas.openxmlformats.org/officeDocument/2006/relationships/image" Target="../media/image4.jpg"/><Relationship Id="rId4" Type="http://schemas.openxmlformats.org/officeDocument/2006/relationships/image" Target="../media/image7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7.xml"/><Relationship Id="rId3" Type="http://schemas.openxmlformats.org/officeDocument/2006/relationships/image" Target="../media/image4.jpg"/><Relationship Id="rId4" Type="http://schemas.openxmlformats.org/officeDocument/2006/relationships/image" Target="../media/image90.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8.xml"/><Relationship Id="rId3" Type="http://schemas.openxmlformats.org/officeDocument/2006/relationships/image" Target="../media/image4.jpg"/><Relationship Id="rId4" Type="http://schemas.openxmlformats.org/officeDocument/2006/relationships/image" Target="../media/image88.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9.xml"/><Relationship Id="rId3" Type="http://schemas.openxmlformats.org/officeDocument/2006/relationships/image" Target="../media/image4.jpg"/><Relationship Id="rId4" Type="http://schemas.openxmlformats.org/officeDocument/2006/relationships/image" Target="../media/image87.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0.xml"/><Relationship Id="rId3" Type="http://schemas.openxmlformats.org/officeDocument/2006/relationships/image" Target="../media/image4.jpg"/><Relationship Id="rId4" Type="http://schemas.openxmlformats.org/officeDocument/2006/relationships/image" Target="../media/image8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1.xml"/><Relationship Id="rId3" Type="http://schemas.openxmlformats.org/officeDocument/2006/relationships/hyperlink" Target="https://github.com/htmw/STARLABS/wiki#kneevision" TargetMode="External"/><Relationship Id="rId4" Type="http://schemas.openxmlformats.org/officeDocument/2006/relationships/image" Target="../media/image4.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2.xml"/><Relationship Id="rId3" Type="http://schemas.openxmlformats.org/officeDocument/2006/relationships/image" Target="../media/image4.jpg"/><Relationship Id="rId4" Type="http://schemas.openxmlformats.org/officeDocument/2006/relationships/image" Target="../media/image8.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3.xml"/><Relationship Id="rId3" Type="http://schemas.openxmlformats.org/officeDocument/2006/relationships/image" Target="../media/image4.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46"/>
          <p:cNvSpPr txBox="1"/>
          <p:nvPr>
            <p:ph idx="1" type="subTitle"/>
          </p:nvPr>
        </p:nvSpPr>
        <p:spPr>
          <a:xfrm flipH="1">
            <a:off x="457200" y="4391750"/>
            <a:ext cx="4215600" cy="38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Team S.T.A.R Labs</a:t>
            </a:r>
            <a:endParaRPr/>
          </a:p>
        </p:txBody>
      </p:sp>
      <p:sp>
        <p:nvSpPr>
          <p:cNvPr id="215" name="Google Shape;215;p46"/>
          <p:cNvSpPr txBox="1"/>
          <p:nvPr>
            <p:ph type="ctrTitle"/>
          </p:nvPr>
        </p:nvSpPr>
        <p:spPr>
          <a:xfrm flipH="1" rot="130">
            <a:off x="457525" y="368058"/>
            <a:ext cx="7931100" cy="243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KneeVision</a:t>
            </a:r>
            <a:endParaRPr i="1"/>
          </a:p>
        </p:txBody>
      </p:sp>
      <p:pic>
        <p:nvPicPr>
          <p:cNvPr id="216" name="Google Shape;216;p46" title="Screenshot 2026-02-16 at 9.46.18 PM.png"/>
          <p:cNvPicPr preferRelativeResize="0"/>
          <p:nvPr/>
        </p:nvPicPr>
        <p:blipFill rotWithShape="1">
          <a:blip r:embed="rId3">
            <a:alphaModFix/>
          </a:blip>
          <a:srcRect b="0" l="0" r="0" t="0"/>
          <a:stretch/>
        </p:blipFill>
        <p:spPr>
          <a:xfrm>
            <a:off x="6014125" y="1822700"/>
            <a:ext cx="2374500" cy="2112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47"/>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Agenda</a:t>
            </a:r>
            <a:endParaRPr/>
          </a:p>
        </p:txBody>
      </p:sp>
      <p:sp>
        <p:nvSpPr>
          <p:cNvPr id="222" name="Google Shape;222;p47"/>
          <p:cNvSpPr/>
          <p:nvPr/>
        </p:nvSpPr>
        <p:spPr>
          <a:xfrm>
            <a:off x="1137142" y="1075986"/>
            <a:ext cx="662700" cy="461100"/>
          </a:xfrm>
          <a:prstGeom prst="rect">
            <a:avLst/>
          </a:prstGeom>
          <a:noFill/>
          <a:ln>
            <a:noFill/>
          </a:ln>
        </p:spPr>
        <p:txBody>
          <a:bodyPr anchorCtr="0" anchor="ctr" bIns="69225" lIns="69225" spcFirstLastPara="1" rIns="69225" wrap="square" tIns="69225">
            <a:noAutofit/>
          </a:bodyPr>
          <a:lstStyle/>
          <a:p>
            <a:pPr indent="0" lvl="0" marL="0" rtl="0" algn="ctr">
              <a:spcBef>
                <a:spcPts val="0"/>
              </a:spcBef>
              <a:spcAft>
                <a:spcPts val="0"/>
              </a:spcAft>
              <a:buNone/>
            </a:pPr>
            <a:r>
              <a:rPr i="1" lang="en" sz="2497">
                <a:solidFill>
                  <a:schemeClr val="dk1"/>
                </a:solidFill>
                <a:latin typeface="Viaoda Libre"/>
                <a:ea typeface="Viaoda Libre"/>
                <a:cs typeface="Viaoda Libre"/>
                <a:sym typeface="Viaoda Libre"/>
              </a:rPr>
              <a:t>01</a:t>
            </a:r>
            <a:endParaRPr i="1" sz="2497">
              <a:solidFill>
                <a:schemeClr val="dk1"/>
              </a:solidFill>
              <a:latin typeface="Viaoda Libre"/>
              <a:ea typeface="Viaoda Libre"/>
              <a:cs typeface="Viaoda Libre"/>
              <a:sym typeface="Viaoda Libre"/>
            </a:endParaRPr>
          </a:p>
        </p:txBody>
      </p:sp>
      <p:sp>
        <p:nvSpPr>
          <p:cNvPr id="223" name="Google Shape;223;p47"/>
          <p:cNvSpPr/>
          <p:nvPr/>
        </p:nvSpPr>
        <p:spPr>
          <a:xfrm>
            <a:off x="2688867" y="1075986"/>
            <a:ext cx="662700" cy="461100"/>
          </a:xfrm>
          <a:prstGeom prst="rect">
            <a:avLst/>
          </a:prstGeom>
          <a:noFill/>
          <a:ln>
            <a:noFill/>
          </a:ln>
        </p:spPr>
        <p:txBody>
          <a:bodyPr anchorCtr="0" anchor="ctr" bIns="69225" lIns="69225" spcFirstLastPara="1" rIns="69225" wrap="square" tIns="69225">
            <a:noAutofit/>
          </a:bodyPr>
          <a:lstStyle/>
          <a:p>
            <a:pPr indent="0" lvl="0" marL="0" rtl="0" algn="ctr">
              <a:spcBef>
                <a:spcPts val="0"/>
              </a:spcBef>
              <a:spcAft>
                <a:spcPts val="0"/>
              </a:spcAft>
              <a:buNone/>
            </a:pPr>
            <a:r>
              <a:rPr i="1" lang="en" sz="2497">
                <a:solidFill>
                  <a:schemeClr val="dk1"/>
                </a:solidFill>
                <a:latin typeface="Viaoda Libre"/>
                <a:ea typeface="Viaoda Libre"/>
                <a:cs typeface="Viaoda Libre"/>
                <a:sym typeface="Viaoda Libre"/>
              </a:rPr>
              <a:t>02</a:t>
            </a:r>
            <a:endParaRPr i="1" sz="2497">
              <a:solidFill>
                <a:schemeClr val="dk1"/>
              </a:solidFill>
              <a:latin typeface="Viaoda Libre"/>
              <a:ea typeface="Viaoda Libre"/>
              <a:cs typeface="Viaoda Libre"/>
              <a:sym typeface="Viaoda Libre"/>
            </a:endParaRPr>
          </a:p>
        </p:txBody>
      </p:sp>
      <p:sp>
        <p:nvSpPr>
          <p:cNvPr id="224" name="Google Shape;224;p47"/>
          <p:cNvSpPr txBox="1"/>
          <p:nvPr/>
        </p:nvSpPr>
        <p:spPr>
          <a:xfrm>
            <a:off x="805959" y="2734923"/>
            <a:ext cx="1325100" cy="387900"/>
          </a:xfrm>
          <a:prstGeom prst="rect">
            <a:avLst/>
          </a:prstGeom>
          <a:noFill/>
          <a:ln>
            <a:noFill/>
          </a:ln>
        </p:spPr>
        <p:txBody>
          <a:bodyPr anchorCtr="0" anchor="b" bIns="69225" lIns="69225" spcFirstLastPara="1" rIns="69225" wrap="square" tIns="69225">
            <a:noAutofit/>
          </a:bodyPr>
          <a:lstStyle/>
          <a:p>
            <a:pPr indent="0" lvl="0" marL="0" rtl="0" algn="ctr">
              <a:spcBef>
                <a:spcPts val="0"/>
              </a:spcBef>
              <a:spcAft>
                <a:spcPts val="0"/>
              </a:spcAft>
              <a:buNone/>
            </a:pPr>
            <a:r>
              <a:rPr lang="en" sz="1740">
                <a:solidFill>
                  <a:schemeClr val="dk2"/>
                </a:solidFill>
                <a:latin typeface="Viaoda Libre"/>
                <a:ea typeface="Viaoda Libre"/>
                <a:cs typeface="Viaoda Libre"/>
                <a:sym typeface="Viaoda Libre"/>
              </a:rPr>
              <a:t>SPRINT 0 RECAP</a:t>
            </a:r>
            <a:endParaRPr sz="1740">
              <a:solidFill>
                <a:schemeClr val="dk2"/>
              </a:solidFill>
              <a:latin typeface="Viaoda Libre"/>
              <a:ea typeface="Viaoda Libre"/>
              <a:cs typeface="Viaoda Libre"/>
              <a:sym typeface="Viaoda Libre"/>
            </a:endParaRPr>
          </a:p>
        </p:txBody>
      </p:sp>
      <p:sp>
        <p:nvSpPr>
          <p:cNvPr id="225" name="Google Shape;225;p47"/>
          <p:cNvSpPr txBox="1"/>
          <p:nvPr/>
        </p:nvSpPr>
        <p:spPr>
          <a:xfrm>
            <a:off x="570798" y="3493200"/>
            <a:ext cx="1560300" cy="1281600"/>
          </a:xfrm>
          <a:prstGeom prst="rect">
            <a:avLst/>
          </a:prstGeom>
          <a:noFill/>
          <a:ln>
            <a:noFill/>
          </a:ln>
        </p:spPr>
        <p:txBody>
          <a:bodyPr anchorCtr="0" anchor="t" bIns="69225" lIns="69225" spcFirstLastPara="1" rIns="69225" wrap="square" tIns="69225">
            <a:spAutoFit/>
          </a:bodyPr>
          <a:lstStyle/>
          <a:p>
            <a:pPr indent="-295882" lvl="0" marL="457200" rtl="0" algn="l">
              <a:spcBef>
                <a:spcPts val="0"/>
              </a:spcBef>
              <a:spcAft>
                <a:spcPts val="0"/>
              </a:spcAft>
              <a:buClr>
                <a:schemeClr val="dk1"/>
              </a:buClr>
              <a:buSzPts val="1060"/>
              <a:buFont typeface="Albert Sans"/>
              <a:buChar char="●"/>
            </a:pPr>
            <a:r>
              <a:rPr lang="en" sz="1059">
                <a:solidFill>
                  <a:schemeClr val="dk1"/>
                </a:solidFill>
                <a:latin typeface="Albert Sans"/>
                <a:ea typeface="Albert Sans"/>
                <a:cs typeface="Albert Sans"/>
                <a:sym typeface="Albert Sans"/>
              </a:rPr>
              <a:t>Research Team</a:t>
            </a:r>
            <a:endParaRPr sz="1059">
              <a:solidFill>
                <a:schemeClr val="dk1"/>
              </a:solidFill>
              <a:latin typeface="Albert Sans"/>
              <a:ea typeface="Albert Sans"/>
              <a:cs typeface="Albert Sans"/>
              <a:sym typeface="Albert Sans"/>
            </a:endParaRPr>
          </a:p>
          <a:p>
            <a:pPr indent="-295882" lvl="0" marL="457200" rtl="0" algn="l">
              <a:spcBef>
                <a:spcPts val="0"/>
              </a:spcBef>
              <a:spcAft>
                <a:spcPts val="0"/>
              </a:spcAft>
              <a:buClr>
                <a:schemeClr val="dk1"/>
              </a:buClr>
              <a:buSzPts val="1060"/>
              <a:buFont typeface="Albert Sans"/>
              <a:buChar char="●"/>
            </a:pPr>
            <a:r>
              <a:rPr lang="en" sz="1059">
                <a:solidFill>
                  <a:schemeClr val="dk1"/>
                </a:solidFill>
                <a:latin typeface="Albert Sans"/>
                <a:ea typeface="Albert Sans"/>
                <a:cs typeface="Albert Sans"/>
                <a:sym typeface="Albert Sans"/>
              </a:rPr>
              <a:t>Improvements</a:t>
            </a:r>
            <a:endParaRPr sz="1059">
              <a:solidFill>
                <a:schemeClr val="dk1"/>
              </a:solidFill>
              <a:latin typeface="Albert Sans"/>
              <a:ea typeface="Albert Sans"/>
              <a:cs typeface="Albert Sans"/>
              <a:sym typeface="Albert Sans"/>
            </a:endParaRPr>
          </a:p>
          <a:p>
            <a:pPr indent="-295882" lvl="0" marL="457200" rtl="0" algn="l">
              <a:spcBef>
                <a:spcPts val="0"/>
              </a:spcBef>
              <a:spcAft>
                <a:spcPts val="0"/>
              </a:spcAft>
              <a:buClr>
                <a:schemeClr val="dk1"/>
              </a:buClr>
              <a:buSzPts val="1060"/>
              <a:buFont typeface="Albert Sans"/>
              <a:buChar char="●"/>
            </a:pPr>
            <a:r>
              <a:rPr lang="en" sz="1059">
                <a:solidFill>
                  <a:schemeClr val="dk1"/>
                </a:solidFill>
                <a:latin typeface="Albert Sans"/>
                <a:ea typeface="Albert Sans"/>
                <a:cs typeface="Albert Sans"/>
                <a:sym typeface="Albert Sans"/>
              </a:rPr>
              <a:t>Project Description</a:t>
            </a:r>
            <a:endParaRPr sz="1059">
              <a:solidFill>
                <a:schemeClr val="dk1"/>
              </a:solidFill>
              <a:latin typeface="Albert Sans"/>
              <a:ea typeface="Albert Sans"/>
              <a:cs typeface="Albert Sans"/>
              <a:sym typeface="Albert Sans"/>
            </a:endParaRPr>
          </a:p>
          <a:p>
            <a:pPr indent="-295882" lvl="0" marL="457200" rtl="0" algn="l">
              <a:spcBef>
                <a:spcPts val="0"/>
              </a:spcBef>
              <a:spcAft>
                <a:spcPts val="0"/>
              </a:spcAft>
              <a:buClr>
                <a:schemeClr val="dk1"/>
              </a:buClr>
              <a:buSzPts val="1060"/>
              <a:buFont typeface="Albert Sans"/>
              <a:buChar char="●"/>
            </a:pPr>
            <a:r>
              <a:rPr lang="en" sz="1059">
                <a:solidFill>
                  <a:schemeClr val="dk1"/>
                </a:solidFill>
                <a:latin typeface="Albert Sans"/>
                <a:ea typeface="Albert Sans"/>
                <a:cs typeface="Albert Sans"/>
                <a:sym typeface="Albert Sans"/>
              </a:rPr>
              <a:t>Team Working Agreement</a:t>
            </a:r>
            <a:endParaRPr sz="1059">
              <a:solidFill>
                <a:schemeClr val="dk1"/>
              </a:solidFill>
              <a:latin typeface="Albert Sans"/>
              <a:ea typeface="Albert Sans"/>
              <a:cs typeface="Albert Sans"/>
              <a:sym typeface="Albert Sans"/>
            </a:endParaRPr>
          </a:p>
          <a:p>
            <a:pPr indent="-295882" lvl="0" marL="457200" rtl="0" algn="l">
              <a:spcBef>
                <a:spcPts val="0"/>
              </a:spcBef>
              <a:spcAft>
                <a:spcPts val="0"/>
              </a:spcAft>
              <a:buClr>
                <a:schemeClr val="dk1"/>
              </a:buClr>
              <a:buSzPts val="1060"/>
              <a:buFont typeface="Albert Sans"/>
              <a:buChar char="●"/>
            </a:pPr>
            <a:r>
              <a:rPr lang="en" sz="1059">
                <a:solidFill>
                  <a:schemeClr val="dk1"/>
                </a:solidFill>
                <a:latin typeface="Albert Sans"/>
                <a:ea typeface="Albert Sans"/>
                <a:cs typeface="Albert Sans"/>
                <a:sym typeface="Albert Sans"/>
              </a:rPr>
              <a:t>Personas</a:t>
            </a:r>
            <a:endParaRPr sz="1059">
              <a:solidFill>
                <a:schemeClr val="dk1"/>
              </a:solidFill>
              <a:latin typeface="Albert Sans"/>
              <a:ea typeface="Albert Sans"/>
              <a:cs typeface="Albert Sans"/>
              <a:sym typeface="Albert Sans"/>
            </a:endParaRPr>
          </a:p>
        </p:txBody>
      </p:sp>
      <p:sp>
        <p:nvSpPr>
          <p:cNvPr id="226" name="Google Shape;226;p47"/>
          <p:cNvSpPr txBox="1"/>
          <p:nvPr/>
        </p:nvSpPr>
        <p:spPr>
          <a:xfrm>
            <a:off x="2245425" y="2457125"/>
            <a:ext cx="1560300" cy="675600"/>
          </a:xfrm>
          <a:prstGeom prst="rect">
            <a:avLst/>
          </a:prstGeom>
          <a:noFill/>
          <a:ln>
            <a:noFill/>
          </a:ln>
        </p:spPr>
        <p:txBody>
          <a:bodyPr anchorCtr="0" anchor="b" bIns="69225" lIns="69225" spcFirstLastPara="1" rIns="69225" wrap="square" tIns="69225">
            <a:spAutoFit/>
          </a:bodyPr>
          <a:lstStyle/>
          <a:p>
            <a:pPr indent="0" lvl="0" marL="0" rtl="0" algn="ctr">
              <a:spcBef>
                <a:spcPts val="0"/>
              </a:spcBef>
              <a:spcAft>
                <a:spcPts val="0"/>
              </a:spcAft>
              <a:buNone/>
            </a:pPr>
            <a:r>
              <a:rPr lang="en" sz="1740">
                <a:solidFill>
                  <a:schemeClr val="dk2"/>
                </a:solidFill>
                <a:latin typeface="Viaoda Libre"/>
                <a:ea typeface="Viaoda Libre"/>
                <a:cs typeface="Viaoda Libre"/>
                <a:sym typeface="Viaoda Libre"/>
              </a:rPr>
              <a:t>PROJECT OVERVIEW</a:t>
            </a:r>
            <a:endParaRPr sz="1740">
              <a:solidFill>
                <a:schemeClr val="dk2"/>
              </a:solidFill>
              <a:latin typeface="Viaoda Libre"/>
              <a:ea typeface="Viaoda Libre"/>
              <a:cs typeface="Viaoda Libre"/>
              <a:sym typeface="Viaoda Libre"/>
            </a:endParaRPr>
          </a:p>
        </p:txBody>
      </p:sp>
      <p:sp>
        <p:nvSpPr>
          <p:cNvPr id="227" name="Google Shape;227;p47"/>
          <p:cNvSpPr txBox="1"/>
          <p:nvPr/>
        </p:nvSpPr>
        <p:spPr>
          <a:xfrm>
            <a:off x="2245428" y="3493212"/>
            <a:ext cx="1325100" cy="955200"/>
          </a:xfrm>
          <a:prstGeom prst="rect">
            <a:avLst/>
          </a:prstGeom>
          <a:noFill/>
          <a:ln>
            <a:noFill/>
          </a:ln>
        </p:spPr>
        <p:txBody>
          <a:bodyPr anchorCtr="0" anchor="t" bIns="69225" lIns="69225" spcFirstLastPara="1" rIns="69225" wrap="square" tIns="69225">
            <a:spAutoFit/>
          </a:bodyPr>
          <a:lstStyle/>
          <a:p>
            <a:pPr indent="-295882" lvl="0" marL="457200" rtl="0" algn="l">
              <a:spcBef>
                <a:spcPts val="0"/>
              </a:spcBef>
              <a:spcAft>
                <a:spcPts val="0"/>
              </a:spcAft>
              <a:buClr>
                <a:schemeClr val="dk1"/>
              </a:buClr>
              <a:buSzPts val="1060"/>
              <a:buFont typeface="Albert Sans"/>
              <a:buChar char="●"/>
            </a:pPr>
            <a:r>
              <a:rPr lang="en" sz="1059">
                <a:solidFill>
                  <a:schemeClr val="dk1"/>
                </a:solidFill>
                <a:latin typeface="Albert Sans"/>
                <a:ea typeface="Albert Sans"/>
                <a:cs typeface="Albert Sans"/>
                <a:sym typeface="Albert Sans"/>
              </a:rPr>
              <a:t>MVP</a:t>
            </a:r>
            <a:endParaRPr sz="1059">
              <a:solidFill>
                <a:schemeClr val="dk1"/>
              </a:solidFill>
              <a:latin typeface="Albert Sans"/>
              <a:ea typeface="Albert Sans"/>
              <a:cs typeface="Albert Sans"/>
              <a:sym typeface="Albert Sans"/>
            </a:endParaRPr>
          </a:p>
          <a:p>
            <a:pPr indent="-295882" lvl="0" marL="457200" rtl="0" algn="l">
              <a:spcBef>
                <a:spcPts val="0"/>
              </a:spcBef>
              <a:spcAft>
                <a:spcPts val="0"/>
              </a:spcAft>
              <a:buClr>
                <a:schemeClr val="dk1"/>
              </a:buClr>
              <a:buSzPts val="1060"/>
              <a:buFont typeface="Albert Sans"/>
              <a:buChar char="●"/>
            </a:pPr>
            <a:r>
              <a:rPr lang="en" sz="1059">
                <a:solidFill>
                  <a:schemeClr val="dk1"/>
                </a:solidFill>
                <a:latin typeface="Albert Sans"/>
                <a:ea typeface="Albert Sans"/>
                <a:cs typeface="Albert Sans"/>
                <a:sym typeface="Albert Sans"/>
              </a:rPr>
              <a:t>Languages and Tools</a:t>
            </a:r>
            <a:endParaRPr sz="1059">
              <a:solidFill>
                <a:schemeClr val="dk1"/>
              </a:solidFill>
              <a:latin typeface="Albert Sans"/>
              <a:ea typeface="Albert Sans"/>
              <a:cs typeface="Albert Sans"/>
              <a:sym typeface="Albert Sans"/>
            </a:endParaRPr>
          </a:p>
          <a:p>
            <a:pPr indent="-295882" lvl="0" marL="457200" rtl="0" algn="l">
              <a:spcBef>
                <a:spcPts val="0"/>
              </a:spcBef>
              <a:spcAft>
                <a:spcPts val="0"/>
              </a:spcAft>
              <a:buClr>
                <a:schemeClr val="dk1"/>
              </a:buClr>
              <a:buSzPts val="1060"/>
              <a:buFont typeface="Albert Sans"/>
              <a:buChar char="●"/>
            </a:pPr>
            <a:r>
              <a:rPr lang="en" sz="1059">
                <a:solidFill>
                  <a:schemeClr val="dk1"/>
                </a:solidFill>
                <a:latin typeface="Albert Sans"/>
                <a:ea typeface="Albert Sans"/>
                <a:cs typeface="Albert Sans"/>
                <a:sym typeface="Albert Sans"/>
              </a:rPr>
              <a:t>Algorithms</a:t>
            </a:r>
            <a:endParaRPr sz="1059">
              <a:solidFill>
                <a:schemeClr val="dk1"/>
              </a:solidFill>
              <a:latin typeface="Albert Sans"/>
              <a:ea typeface="Albert Sans"/>
              <a:cs typeface="Albert Sans"/>
              <a:sym typeface="Albert Sans"/>
            </a:endParaRPr>
          </a:p>
          <a:p>
            <a:pPr indent="-295882" lvl="0" marL="457200" rtl="0" algn="l">
              <a:spcBef>
                <a:spcPts val="0"/>
              </a:spcBef>
              <a:spcAft>
                <a:spcPts val="0"/>
              </a:spcAft>
              <a:buClr>
                <a:schemeClr val="dk1"/>
              </a:buClr>
              <a:buSzPts val="1060"/>
              <a:buFont typeface="Albert Sans"/>
              <a:buChar char="●"/>
            </a:pPr>
            <a:r>
              <a:rPr lang="en" sz="1059">
                <a:solidFill>
                  <a:schemeClr val="dk1"/>
                </a:solidFill>
                <a:latin typeface="Albert Sans"/>
                <a:ea typeface="Albert Sans"/>
                <a:cs typeface="Albert Sans"/>
                <a:sym typeface="Albert Sans"/>
              </a:rPr>
              <a:t>Diagrams</a:t>
            </a:r>
            <a:endParaRPr sz="1059">
              <a:solidFill>
                <a:schemeClr val="dk1"/>
              </a:solidFill>
              <a:latin typeface="Albert Sans"/>
              <a:ea typeface="Albert Sans"/>
              <a:cs typeface="Albert Sans"/>
              <a:sym typeface="Albert Sans"/>
            </a:endParaRPr>
          </a:p>
        </p:txBody>
      </p:sp>
      <p:sp>
        <p:nvSpPr>
          <p:cNvPr id="228" name="Google Shape;228;p47"/>
          <p:cNvSpPr/>
          <p:nvPr/>
        </p:nvSpPr>
        <p:spPr>
          <a:xfrm>
            <a:off x="4240565" y="1075986"/>
            <a:ext cx="662700" cy="461100"/>
          </a:xfrm>
          <a:prstGeom prst="rect">
            <a:avLst/>
          </a:prstGeom>
          <a:noFill/>
          <a:ln>
            <a:noFill/>
          </a:ln>
        </p:spPr>
        <p:txBody>
          <a:bodyPr anchorCtr="0" anchor="ctr" bIns="69225" lIns="69225" spcFirstLastPara="1" rIns="69225" wrap="square" tIns="69225">
            <a:noAutofit/>
          </a:bodyPr>
          <a:lstStyle/>
          <a:p>
            <a:pPr indent="0" lvl="0" marL="0" rtl="0" algn="ctr">
              <a:spcBef>
                <a:spcPts val="0"/>
              </a:spcBef>
              <a:spcAft>
                <a:spcPts val="0"/>
              </a:spcAft>
              <a:buNone/>
            </a:pPr>
            <a:r>
              <a:rPr i="1" lang="en" sz="2497">
                <a:solidFill>
                  <a:schemeClr val="dk1"/>
                </a:solidFill>
                <a:latin typeface="Viaoda Libre"/>
                <a:ea typeface="Viaoda Libre"/>
                <a:cs typeface="Viaoda Libre"/>
                <a:sym typeface="Viaoda Libre"/>
              </a:rPr>
              <a:t>03</a:t>
            </a:r>
            <a:endParaRPr i="1" sz="2497">
              <a:solidFill>
                <a:schemeClr val="dk1"/>
              </a:solidFill>
              <a:latin typeface="Viaoda Libre"/>
              <a:ea typeface="Viaoda Libre"/>
              <a:cs typeface="Viaoda Libre"/>
              <a:sym typeface="Viaoda Libre"/>
            </a:endParaRPr>
          </a:p>
        </p:txBody>
      </p:sp>
      <p:sp>
        <p:nvSpPr>
          <p:cNvPr id="229" name="Google Shape;229;p47"/>
          <p:cNvSpPr txBox="1"/>
          <p:nvPr/>
        </p:nvSpPr>
        <p:spPr>
          <a:xfrm>
            <a:off x="3769275" y="2472575"/>
            <a:ext cx="1610400" cy="644700"/>
          </a:xfrm>
          <a:prstGeom prst="rect">
            <a:avLst/>
          </a:prstGeom>
          <a:noFill/>
          <a:ln>
            <a:noFill/>
          </a:ln>
        </p:spPr>
        <p:txBody>
          <a:bodyPr anchorCtr="0" anchor="b" bIns="69225" lIns="69225" spcFirstLastPara="1" rIns="69225" wrap="square" tIns="69225">
            <a:noAutofit/>
          </a:bodyPr>
          <a:lstStyle/>
          <a:p>
            <a:pPr indent="0" lvl="0" marL="0" rtl="0" algn="ctr">
              <a:spcBef>
                <a:spcPts val="0"/>
              </a:spcBef>
              <a:spcAft>
                <a:spcPts val="0"/>
              </a:spcAft>
              <a:buSzPts val="770"/>
              <a:buNone/>
            </a:pPr>
            <a:r>
              <a:rPr lang="en" sz="1718">
                <a:solidFill>
                  <a:schemeClr val="dk2"/>
                </a:solidFill>
                <a:latin typeface="Viaoda Libre"/>
                <a:ea typeface="Viaoda Libre"/>
                <a:cs typeface="Viaoda Libre"/>
                <a:sym typeface="Viaoda Libre"/>
              </a:rPr>
              <a:t>PROJECT BACKLOG</a:t>
            </a:r>
            <a:endParaRPr sz="1718">
              <a:solidFill>
                <a:schemeClr val="dk2"/>
              </a:solidFill>
              <a:latin typeface="Viaoda Libre"/>
              <a:ea typeface="Viaoda Libre"/>
              <a:cs typeface="Viaoda Libre"/>
              <a:sym typeface="Viaoda Libre"/>
            </a:endParaRPr>
          </a:p>
        </p:txBody>
      </p:sp>
      <p:sp>
        <p:nvSpPr>
          <p:cNvPr id="230" name="Google Shape;230;p47"/>
          <p:cNvSpPr txBox="1"/>
          <p:nvPr/>
        </p:nvSpPr>
        <p:spPr>
          <a:xfrm>
            <a:off x="3909436" y="3493205"/>
            <a:ext cx="1325100" cy="955200"/>
          </a:xfrm>
          <a:prstGeom prst="rect">
            <a:avLst/>
          </a:prstGeom>
          <a:noFill/>
          <a:ln>
            <a:noFill/>
          </a:ln>
        </p:spPr>
        <p:txBody>
          <a:bodyPr anchorCtr="0" anchor="t" bIns="69225" lIns="69225" spcFirstLastPara="1" rIns="69225" wrap="square" tIns="69225">
            <a:spAutoFit/>
          </a:bodyPr>
          <a:lstStyle/>
          <a:p>
            <a:pPr indent="-295882" lvl="0" marL="457200" rtl="0" algn="l">
              <a:spcBef>
                <a:spcPts val="0"/>
              </a:spcBef>
              <a:spcAft>
                <a:spcPts val="0"/>
              </a:spcAft>
              <a:buClr>
                <a:schemeClr val="dk1"/>
              </a:buClr>
              <a:buSzPts val="1060"/>
              <a:buFont typeface="Albert Sans"/>
              <a:buChar char="●"/>
            </a:pPr>
            <a:r>
              <a:rPr lang="en" sz="1059">
                <a:solidFill>
                  <a:schemeClr val="dk1"/>
                </a:solidFill>
                <a:latin typeface="Albert Sans"/>
                <a:ea typeface="Albert Sans"/>
                <a:cs typeface="Albert Sans"/>
                <a:sym typeface="Albert Sans"/>
              </a:rPr>
              <a:t>User Stories</a:t>
            </a:r>
            <a:endParaRPr sz="1059">
              <a:solidFill>
                <a:schemeClr val="dk1"/>
              </a:solidFill>
              <a:latin typeface="Albert Sans"/>
              <a:ea typeface="Albert Sans"/>
              <a:cs typeface="Albert Sans"/>
              <a:sym typeface="Albert Sans"/>
            </a:endParaRPr>
          </a:p>
          <a:p>
            <a:pPr indent="-295882" lvl="0" marL="457200" rtl="0" algn="l">
              <a:spcBef>
                <a:spcPts val="0"/>
              </a:spcBef>
              <a:spcAft>
                <a:spcPts val="0"/>
              </a:spcAft>
              <a:buClr>
                <a:schemeClr val="dk1"/>
              </a:buClr>
              <a:buSzPts val="1060"/>
              <a:buFont typeface="Albert Sans"/>
              <a:buChar char="●"/>
            </a:pPr>
            <a:r>
              <a:rPr lang="en" sz="1059">
                <a:solidFill>
                  <a:schemeClr val="dk1"/>
                </a:solidFill>
                <a:latin typeface="Albert Sans"/>
                <a:ea typeface="Albert Sans"/>
                <a:cs typeface="Albert Sans"/>
                <a:sym typeface="Albert Sans"/>
              </a:rPr>
              <a:t>Sprint 1 Stories</a:t>
            </a:r>
            <a:endParaRPr sz="1059">
              <a:solidFill>
                <a:schemeClr val="dk1"/>
              </a:solidFill>
              <a:latin typeface="Albert Sans"/>
              <a:ea typeface="Albert Sans"/>
              <a:cs typeface="Albert Sans"/>
              <a:sym typeface="Albert Sans"/>
            </a:endParaRPr>
          </a:p>
          <a:p>
            <a:pPr indent="-295882" lvl="0" marL="457200" rtl="0" algn="l">
              <a:spcBef>
                <a:spcPts val="0"/>
              </a:spcBef>
              <a:spcAft>
                <a:spcPts val="0"/>
              </a:spcAft>
              <a:buClr>
                <a:schemeClr val="dk1"/>
              </a:buClr>
              <a:buSzPts val="1060"/>
              <a:buFont typeface="Albert Sans"/>
              <a:buChar char="●"/>
            </a:pPr>
            <a:r>
              <a:rPr lang="en" sz="1059">
                <a:solidFill>
                  <a:schemeClr val="dk1"/>
                </a:solidFill>
                <a:latin typeface="Albert Sans"/>
                <a:ea typeface="Albert Sans"/>
                <a:cs typeface="Albert Sans"/>
                <a:sym typeface="Albert Sans"/>
              </a:rPr>
              <a:t>Test Cases</a:t>
            </a:r>
            <a:endParaRPr sz="1059">
              <a:solidFill>
                <a:schemeClr val="dk1"/>
              </a:solidFill>
              <a:latin typeface="Albert Sans"/>
              <a:ea typeface="Albert Sans"/>
              <a:cs typeface="Albert Sans"/>
              <a:sym typeface="Albert Sans"/>
            </a:endParaRPr>
          </a:p>
        </p:txBody>
      </p:sp>
      <p:sp>
        <p:nvSpPr>
          <p:cNvPr id="231" name="Google Shape;231;p47"/>
          <p:cNvSpPr/>
          <p:nvPr/>
        </p:nvSpPr>
        <p:spPr>
          <a:xfrm>
            <a:off x="5792277" y="1075986"/>
            <a:ext cx="662700" cy="461100"/>
          </a:xfrm>
          <a:prstGeom prst="rect">
            <a:avLst/>
          </a:prstGeom>
          <a:noFill/>
          <a:ln>
            <a:noFill/>
          </a:ln>
        </p:spPr>
        <p:txBody>
          <a:bodyPr anchorCtr="0" anchor="ctr" bIns="69225" lIns="69225" spcFirstLastPara="1" rIns="69225" wrap="square" tIns="69225">
            <a:noAutofit/>
          </a:bodyPr>
          <a:lstStyle/>
          <a:p>
            <a:pPr indent="0" lvl="0" marL="0" rtl="0" algn="ctr">
              <a:spcBef>
                <a:spcPts val="0"/>
              </a:spcBef>
              <a:spcAft>
                <a:spcPts val="0"/>
              </a:spcAft>
              <a:buNone/>
            </a:pPr>
            <a:r>
              <a:rPr i="1" lang="en" sz="2497">
                <a:solidFill>
                  <a:schemeClr val="dk1"/>
                </a:solidFill>
                <a:latin typeface="Viaoda Libre"/>
                <a:ea typeface="Viaoda Libre"/>
                <a:cs typeface="Viaoda Libre"/>
                <a:sym typeface="Viaoda Libre"/>
              </a:rPr>
              <a:t>04</a:t>
            </a:r>
            <a:endParaRPr i="1" sz="2497">
              <a:solidFill>
                <a:schemeClr val="dk1"/>
              </a:solidFill>
              <a:latin typeface="Viaoda Libre"/>
              <a:ea typeface="Viaoda Libre"/>
              <a:cs typeface="Viaoda Libre"/>
              <a:sym typeface="Viaoda Libre"/>
            </a:endParaRPr>
          </a:p>
        </p:txBody>
      </p:sp>
      <p:sp>
        <p:nvSpPr>
          <p:cNvPr id="232" name="Google Shape;232;p47"/>
          <p:cNvSpPr txBox="1"/>
          <p:nvPr/>
        </p:nvSpPr>
        <p:spPr>
          <a:xfrm>
            <a:off x="5461145" y="2457123"/>
            <a:ext cx="1325100" cy="943500"/>
          </a:xfrm>
          <a:prstGeom prst="rect">
            <a:avLst/>
          </a:prstGeom>
          <a:noFill/>
          <a:ln>
            <a:noFill/>
          </a:ln>
        </p:spPr>
        <p:txBody>
          <a:bodyPr anchorCtr="0" anchor="b" bIns="69225" lIns="69225" spcFirstLastPara="1" rIns="69225" wrap="square" tIns="69225">
            <a:spAutoFit/>
          </a:bodyPr>
          <a:lstStyle/>
          <a:p>
            <a:pPr indent="0" lvl="0" marL="0" rtl="0" algn="ctr">
              <a:spcBef>
                <a:spcPts val="0"/>
              </a:spcBef>
              <a:spcAft>
                <a:spcPts val="0"/>
              </a:spcAft>
              <a:buClr>
                <a:schemeClr val="dk1"/>
              </a:buClr>
              <a:buSzPts val="1100"/>
              <a:buFont typeface="Arial"/>
              <a:buNone/>
            </a:pPr>
            <a:r>
              <a:rPr lang="en" sz="1740">
                <a:solidFill>
                  <a:schemeClr val="dk1"/>
                </a:solidFill>
                <a:latin typeface="Viaoda Libre"/>
                <a:ea typeface="Viaoda Libre"/>
                <a:cs typeface="Viaoda Libre"/>
                <a:sym typeface="Viaoda Libre"/>
              </a:rPr>
              <a:t>TEAM METRICS</a:t>
            </a:r>
            <a:endParaRPr sz="1740">
              <a:solidFill>
                <a:schemeClr val="dk1"/>
              </a:solidFill>
              <a:latin typeface="Viaoda Libre"/>
              <a:ea typeface="Viaoda Libre"/>
              <a:cs typeface="Viaoda Libre"/>
              <a:sym typeface="Viaoda Libre"/>
            </a:endParaRPr>
          </a:p>
          <a:p>
            <a:pPr indent="0" lvl="0" marL="0" rtl="0" algn="ctr">
              <a:spcBef>
                <a:spcPts val="0"/>
              </a:spcBef>
              <a:spcAft>
                <a:spcPts val="0"/>
              </a:spcAft>
              <a:buNone/>
            </a:pPr>
            <a:r>
              <a:t/>
            </a:r>
            <a:endParaRPr sz="1740">
              <a:solidFill>
                <a:schemeClr val="dk2"/>
              </a:solidFill>
              <a:latin typeface="Viaoda Libre"/>
              <a:ea typeface="Viaoda Libre"/>
              <a:cs typeface="Viaoda Libre"/>
              <a:sym typeface="Viaoda Libre"/>
            </a:endParaRPr>
          </a:p>
        </p:txBody>
      </p:sp>
      <p:sp>
        <p:nvSpPr>
          <p:cNvPr id="233" name="Google Shape;233;p47"/>
          <p:cNvSpPr txBox="1"/>
          <p:nvPr/>
        </p:nvSpPr>
        <p:spPr>
          <a:xfrm>
            <a:off x="5461150" y="3493200"/>
            <a:ext cx="1350600" cy="1281600"/>
          </a:xfrm>
          <a:prstGeom prst="rect">
            <a:avLst/>
          </a:prstGeom>
          <a:noFill/>
          <a:ln>
            <a:noFill/>
          </a:ln>
        </p:spPr>
        <p:txBody>
          <a:bodyPr anchorCtr="0" anchor="t" bIns="69225" lIns="69225" spcFirstLastPara="1" rIns="69225" wrap="square" tIns="69225">
            <a:spAutoFit/>
          </a:bodyPr>
          <a:lstStyle/>
          <a:p>
            <a:pPr indent="-295882" lvl="0" marL="457200" rtl="0" algn="l">
              <a:spcBef>
                <a:spcPts val="0"/>
              </a:spcBef>
              <a:spcAft>
                <a:spcPts val="0"/>
              </a:spcAft>
              <a:buClr>
                <a:schemeClr val="dk1"/>
              </a:buClr>
              <a:buSzPts val="1060"/>
              <a:buFont typeface="Albert Sans"/>
              <a:buChar char="●"/>
            </a:pPr>
            <a:r>
              <a:rPr lang="en" sz="1059">
                <a:solidFill>
                  <a:schemeClr val="dk1"/>
                </a:solidFill>
                <a:latin typeface="Albert Sans"/>
                <a:ea typeface="Albert Sans"/>
                <a:cs typeface="Albert Sans"/>
                <a:sym typeface="Albert Sans"/>
              </a:rPr>
              <a:t>Team Velocity</a:t>
            </a:r>
            <a:endParaRPr sz="1059">
              <a:solidFill>
                <a:schemeClr val="dk1"/>
              </a:solidFill>
              <a:latin typeface="Albert Sans"/>
              <a:ea typeface="Albert Sans"/>
              <a:cs typeface="Albert Sans"/>
              <a:sym typeface="Albert Sans"/>
            </a:endParaRPr>
          </a:p>
          <a:p>
            <a:pPr indent="-295882" lvl="0" marL="457200" rtl="0" algn="l">
              <a:spcBef>
                <a:spcPts val="0"/>
              </a:spcBef>
              <a:spcAft>
                <a:spcPts val="0"/>
              </a:spcAft>
              <a:buClr>
                <a:schemeClr val="dk1"/>
              </a:buClr>
              <a:buSzPts val="1060"/>
              <a:buFont typeface="Albert Sans"/>
              <a:buChar char="●"/>
            </a:pPr>
            <a:r>
              <a:rPr lang="en" sz="1059">
                <a:solidFill>
                  <a:schemeClr val="dk1"/>
                </a:solidFill>
                <a:latin typeface="Albert Sans"/>
                <a:ea typeface="Albert Sans"/>
                <a:cs typeface="Albert Sans"/>
                <a:sym typeface="Albert Sans"/>
              </a:rPr>
              <a:t>Burndown Charts</a:t>
            </a:r>
            <a:endParaRPr sz="1059">
              <a:solidFill>
                <a:schemeClr val="dk1"/>
              </a:solidFill>
              <a:latin typeface="Albert Sans"/>
              <a:ea typeface="Albert Sans"/>
              <a:cs typeface="Albert Sans"/>
              <a:sym typeface="Albert Sans"/>
            </a:endParaRPr>
          </a:p>
          <a:p>
            <a:pPr indent="-295882" lvl="0" marL="457200" rtl="0" algn="l">
              <a:spcBef>
                <a:spcPts val="0"/>
              </a:spcBef>
              <a:spcAft>
                <a:spcPts val="0"/>
              </a:spcAft>
              <a:buClr>
                <a:schemeClr val="dk1"/>
              </a:buClr>
              <a:buSzPts val="1060"/>
              <a:buFont typeface="Albert Sans"/>
              <a:buChar char="●"/>
            </a:pPr>
            <a:r>
              <a:rPr lang="en" sz="1059">
                <a:solidFill>
                  <a:schemeClr val="dk1"/>
                </a:solidFill>
                <a:latin typeface="Albert Sans"/>
                <a:ea typeface="Albert Sans"/>
                <a:cs typeface="Albert Sans"/>
                <a:sym typeface="Albert Sans"/>
              </a:rPr>
              <a:t>Completed/Committed Ratio</a:t>
            </a:r>
            <a:endParaRPr sz="1059">
              <a:solidFill>
                <a:schemeClr val="dk1"/>
              </a:solidFill>
              <a:latin typeface="Albert Sans"/>
              <a:ea typeface="Albert Sans"/>
              <a:cs typeface="Albert Sans"/>
              <a:sym typeface="Albert Sans"/>
            </a:endParaRPr>
          </a:p>
        </p:txBody>
      </p:sp>
      <p:cxnSp>
        <p:nvCxnSpPr>
          <p:cNvPr id="234" name="Google Shape;234;p47"/>
          <p:cNvCxnSpPr>
            <a:stCxn id="222" idx="2"/>
          </p:cNvCxnSpPr>
          <p:nvPr/>
        </p:nvCxnSpPr>
        <p:spPr>
          <a:xfrm flipH="1">
            <a:off x="1457092" y="1537086"/>
            <a:ext cx="11400" cy="964500"/>
          </a:xfrm>
          <a:prstGeom prst="straightConnector1">
            <a:avLst/>
          </a:prstGeom>
          <a:noFill/>
          <a:ln cap="flat" cmpd="sng" w="7200">
            <a:solidFill>
              <a:schemeClr val="lt2"/>
            </a:solidFill>
            <a:prstDash val="solid"/>
            <a:round/>
            <a:headEnd len="med" w="med" type="none"/>
            <a:tailEnd len="med" w="med" type="stealth"/>
          </a:ln>
        </p:spPr>
      </p:cxnSp>
      <p:cxnSp>
        <p:nvCxnSpPr>
          <p:cNvPr id="235" name="Google Shape;235;p47"/>
          <p:cNvCxnSpPr>
            <a:stCxn id="223" idx="2"/>
            <a:endCxn id="226" idx="0"/>
          </p:cNvCxnSpPr>
          <p:nvPr/>
        </p:nvCxnSpPr>
        <p:spPr>
          <a:xfrm>
            <a:off x="3020217" y="1537086"/>
            <a:ext cx="5400" cy="920100"/>
          </a:xfrm>
          <a:prstGeom prst="straightConnector1">
            <a:avLst/>
          </a:prstGeom>
          <a:noFill/>
          <a:ln cap="flat" cmpd="sng" w="7200">
            <a:solidFill>
              <a:schemeClr val="lt2"/>
            </a:solidFill>
            <a:prstDash val="solid"/>
            <a:round/>
            <a:headEnd len="med" w="med" type="none"/>
            <a:tailEnd len="med" w="med" type="stealth"/>
          </a:ln>
        </p:spPr>
      </p:cxnSp>
      <p:cxnSp>
        <p:nvCxnSpPr>
          <p:cNvPr id="236" name="Google Shape;236;p47"/>
          <p:cNvCxnSpPr>
            <a:stCxn id="228" idx="2"/>
            <a:endCxn id="229" idx="0"/>
          </p:cNvCxnSpPr>
          <p:nvPr/>
        </p:nvCxnSpPr>
        <p:spPr>
          <a:xfrm>
            <a:off x="4571915" y="1537086"/>
            <a:ext cx="2700" cy="935400"/>
          </a:xfrm>
          <a:prstGeom prst="straightConnector1">
            <a:avLst/>
          </a:prstGeom>
          <a:noFill/>
          <a:ln cap="flat" cmpd="sng" w="7200">
            <a:solidFill>
              <a:schemeClr val="lt2"/>
            </a:solidFill>
            <a:prstDash val="solid"/>
            <a:round/>
            <a:headEnd len="med" w="med" type="none"/>
            <a:tailEnd len="med" w="med" type="stealth"/>
          </a:ln>
        </p:spPr>
      </p:cxnSp>
      <p:cxnSp>
        <p:nvCxnSpPr>
          <p:cNvPr id="237" name="Google Shape;237;p47"/>
          <p:cNvCxnSpPr>
            <a:stCxn id="231" idx="2"/>
            <a:endCxn id="232" idx="0"/>
          </p:cNvCxnSpPr>
          <p:nvPr/>
        </p:nvCxnSpPr>
        <p:spPr>
          <a:xfrm>
            <a:off x="6123627" y="1537086"/>
            <a:ext cx="0" cy="920100"/>
          </a:xfrm>
          <a:prstGeom prst="straightConnector1">
            <a:avLst/>
          </a:prstGeom>
          <a:noFill/>
          <a:ln cap="flat" cmpd="sng" w="7200">
            <a:solidFill>
              <a:schemeClr val="lt2"/>
            </a:solidFill>
            <a:prstDash val="solid"/>
            <a:round/>
            <a:headEnd len="med" w="med" type="none"/>
            <a:tailEnd len="med" w="med" type="stealth"/>
          </a:ln>
        </p:spPr>
      </p:cxnSp>
      <p:sp>
        <p:nvSpPr>
          <p:cNvPr id="238" name="Google Shape;238;p47"/>
          <p:cNvSpPr/>
          <p:nvPr/>
        </p:nvSpPr>
        <p:spPr>
          <a:xfrm>
            <a:off x="7344027" y="1061875"/>
            <a:ext cx="662700" cy="461100"/>
          </a:xfrm>
          <a:prstGeom prst="rect">
            <a:avLst/>
          </a:prstGeom>
          <a:noFill/>
          <a:ln>
            <a:noFill/>
          </a:ln>
        </p:spPr>
        <p:txBody>
          <a:bodyPr anchorCtr="0" anchor="ctr" bIns="69225" lIns="69225" spcFirstLastPara="1" rIns="69225" wrap="square" tIns="69225">
            <a:noAutofit/>
          </a:bodyPr>
          <a:lstStyle/>
          <a:p>
            <a:pPr indent="0" lvl="0" marL="0" rtl="0" algn="ctr">
              <a:spcBef>
                <a:spcPts val="0"/>
              </a:spcBef>
              <a:spcAft>
                <a:spcPts val="0"/>
              </a:spcAft>
              <a:buNone/>
            </a:pPr>
            <a:r>
              <a:rPr i="1" lang="en" sz="2497">
                <a:solidFill>
                  <a:schemeClr val="dk1"/>
                </a:solidFill>
                <a:latin typeface="Viaoda Libre"/>
                <a:ea typeface="Viaoda Libre"/>
                <a:cs typeface="Viaoda Libre"/>
                <a:sym typeface="Viaoda Libre"/>
              </a:rPr>
              <a:t>05</a:t>
            </a:r>
            <a:endParaRPr i="1" sz="2497">
              <a:solidFill>
                <a:schemeClr val="dk1"/>
              </a:solidFill>
              <a:latin typeface="Viaoda Libre"/>
              <a:ea typeface="Viaoda Libre"/>
              <a:cs typeface="Viaoda Libre"/>
              <a:sym typeface="Viaoda Libre"/>
            </a:endParaRPr>
          </a:p>
        </p:txBody>
      </p:sp>
      <p:sp>
        <p:nvSpPr>
          <p:cNvPr id="239" name="Google Shape;239;p47"/>
          <p:cNvSpPr txBox="1"/>
          <p:nvPr/>
        </p:nvSpPr>
        <p:spPr>
          <a:xfrm>
            <a:off x="6721700" y="2443000"/>
            <a:ext cx="1907100" cy="407700"/>
          </a:xfrm>
          <a:prstGeom prst="rect">
            <a:avLst/>
          </a:prstGeom>
          <a:noFill/>
          <a:ln>
            <a:noFill/>
          </a:ln>
        </p:spPr>
        <p:txBody>
          <a:bodyPr anchorCtr="0" anchor="b" bIns="69225" lIns="69225" spcFirstLastPara="1" rIns="69225" wrap="square" tIns="69225">
            <a:spAutoFit/>
          </a:bodyPr>
          <a:lstStyle/>
          <a:p>
            <a:pPr indent="0" lvl="0" marL="0" rtl="0" algn="ctr">
              <a:spcBef>
                <a:spcPts val="0"/>
              </a:spcBef>
              <a:spcAft>
                <a:spcPts val="0"/>
              </a:spcAft>
              <a:buNone/>
            </a:pPr>
            <a:r>
              <a:rPr lang="en" sz="1740">
                <a:solidFill>
                  <a:schemeClr val="dk2"/>
                </a:solidFill>
                <a:latin typeface="Viaoda Libre"/>
                <a:ea typeface="Viaoda Libre"/>
                <a:cs typeface="Viaoda Libre"/>
                <a:sym typeface="Viaoda Libre"/>
              </a:rPr>
              <a:t>PRODUCT</a:t>
            </a:r>
            <a:endParaRPr sz="1740">
              <a:solidFill>
                <a:schemeClr val="dk2"/>
              </a:solidFill>
              <a:latin typeface="Viaoda Libre"/>
              <a:ea typeface="Viaoda Libre"/>
              <a:cs typeface="Viaoda Libre"/>
              <a:sym typeface="Viaoda Libre"/>
            </a:endParaRPr>
          </a:p>
        </p:txBody>
      </p:sp>
      <p:sp>
        <p:nvSpPr>
          <p:cNvPr id="240" name="Google Shape;240;p47"/>
          <p:cNvSpPr txBox="1"/>
          <p:nvPr/>
        </p:nvSpPr>
        <p:spPr>
          <a:xfrm>
            <a:off x="7012900" y="3479100"/>
            <a:ext cx="1502100" cy="1444500"/>
          </a:xfrm>
          <a:prstGeom prst="rect">
            <a:avLst/>
          </a:prstGeom>
          <a:noFill/>
          <a:ln>
            <a:noFill/>
          </a:ln>
        </p:spPr>
        <p:txBody>
          <a:bodyPr anchorCtr="0" anchor="t" bIns="69225" lIns="69225" spcFirstLastPara="1" rIns="69225" wrap="square" tIns="69225">
            <a:spAutoFit/>
          </a:bodyPr>
          <a:lstStyle/>
          <a:p>
            <a:pPr indent="-295882" lvl="0" marL="457200" rtl="0" algn="l">
              <a:spcBef>
                <a:spcPts val="0"/>
              </a:spcBef>
              <a:spcAft>
                <a:spcPts val="0"/>
              </a:spcAft>
              <a:buClr>
                <a:schemeClr val="dk1"/>
              </a:buClr>
              <a:buSzPts val="1060"/>
              <a:buFont typeface="Albert Sans"/>
              <a:buChar char="●"/>
            </a:pPr>
            <a:r>
              <a:rPr lang="en" sz="1059">
                <a:solidFill>
                  <a:schemeClr val="dk1"/>
                </a:solidFill>
                <a:latin typeface="Albert Sans"/>
                <a:ea typeface="Albert Sans"/>
                <a:cs typeface="Albert Sans"/>
                <a:sym typeface="Albert Sans"/>
              </a:rPr>
              <a:t>Sprint 1 Retrospective</a:t>
            </a:r>
            <a:endParaRPr sz="1059">
              <a:solidFill>
                <a:schemeClr val="dk1"/>
              </a:solidFill>
              <a:latin typeface="Albert Sans"/>
              <a:ea typeface="Albert Sans"/>
              <a:cs typeface="Albert Sans"/>
              <a:sym typeface="Albert Sans"/>
            </a:endParaRPr>
          </a:p>
          <a:p>
            <a:pPr indent="-295882" lvl="0" marL="457200" rtl="0" algn="l">
              <a:spcBef>
                <a:spcPts val="0"/>
              </a:spcBef>
              <a:spcAft>
                <a:spcPts val="0"/>
              </a:spcAft>
              <a:buClr>
                <a:schemeClr val="dk1"/>
              </a:buClr>
              <a:buSzPts val="1060"/>
              <a:buFont typeface="Albert Sans"/>
              <a:buChar char="●"/>
            </a:pPr>
            <a:r>
              <a:rPr lang="en" sz="1059">
                <a:solidFill>
                  <a:schemeClr val="dk1"/>
                </a:solidFill>
                <a:latin typeface="Albert Sans"/>
                <a:ea typeface="Albert Sans"/>
                <a:cs typeface="Albert Sans"/>
                <a:sym typeface="Albert Sans"/>
              </a:rPr>
              <a:t>Sprint 2 Planning</a:t>
            </a:r>
            <a:endParaRPr sz="1059">
              <a:solidFill>
                <a:schemeClr val="dk1"/>
              </a:solidFill>
              <a:latin typeface="Albert Sans"/>
              <a:ea typeface="Albert Sans"/>
              <a:cs typeface="Albert Sans"/>
              <a:sym typeface="Albert Sans"/>
            </a:endParaRPr>
          </a:p>
          <a:p>
            <a:pPr indent="-295882" lvl="0" marL="457200" rtl="0" algn="l">
              <a:spcBef>
                <a:spcPts val="0"/>
              </a:spcBef>
              <a:spcAft>
                <a:spcPts val="0"/>
              </a:spcAft>
              <a:buClr>
                <a:schemeClr val="dk1"/>
              </a:buClr>
              <a:buSzPts val="1060"/>
              <a:buFont typeface="Albert Sans"/>
              <a:buChar char="●"/>
            </a:pPr>
            <a:r>
              <a:rPr lang="en" sz="1059">
                <a:solidFill>
                  <a:schemeClr val="dk1"/>
                </a:solidFill>
                <a:latin typeface="Albert Sans"/>
                <a:ea typeface="Albert Sans"/>
                <a:cs typeface="Albert Sans"/>
                <a:sym typeface="Albert Sans"/>
              </a:rPr>
              <a:t>API</a:t>
            </a:r>
            <a:endParaRPr sz="1059">
              <a:solidFill>
                <a:schemeClr val="dk1"/>
              </a:solidFill>
              <a:latin typeface="Albert Sans"/>
              <a:ea typeface="Albert Sans"/>
              <a:cs typeface="Albert Sans"/>
              <a:sym typeface="Albert Sans"/>
            </a:endParaRPr>
          </a:p>
          <a:p>
            <a:pPr indent="-295882" lvl="0" marL="457200" rtl="0" algn="l">
              <a:spcBef>
                <a:spcPts val="0"/>
              </a:spcBef>
              <a:spcAft>
                <a:spcPts val="0"/>
              </a:spcAft>
              <a:buClr>
                <a:schemeClr val="dk1"/>
              </a:buClr>
              <a:buSzPts val="1060"/>
              <a:buFont typeface="Albert Sans"/>
              <a:buChar char="●"/>
            </a:pPr>
            <a:r>
              <a:rPr lang="en" sz="1059">
                <a:solidFill>
                  <a:schemeClr val="dk1"/>
                </a:solidFill>
                <a:latin typeface="Albert Sans"/>
                <a:ea typeface="Albert Sans"/>
                <a:cs typeface="Albert Sans"/>
                <a:sym typeface="Albert Sans"/>
              </a:rPr>
              <a:t>Live Application Demo</a:t>
            </a:r>
            <a:endParaRPr sz="1059">
              <a:solidFill>
                <a:schemeClr val="dk1"/>
              </a:solidFill>
              <a:latin typeface="Albert Sans"/>
              <a:ea typeface="Albert Sans"/>
              <a:cs typeface="Albert Sans"/>
              <a:sym typeface="Albert Sans"/>
            </a:endParaRPr>
          </a:p>
        </p:txBody>
      </p:sp>
      <p:cxnSp>
        <p:nvCxnSpPr>
          <p:cNvPr id="241" name="Google Shape;241;p47"/>
          <p:cNvCxnSpPr>
            <a:stCxn id="238" idx="2"/>
            <a:endCxn id="239" idx="0"/>
          </p:cNvCxnSpPr>
          <p:nvPr/>
        </p:nvCxnSpPr>
        <p:spPr>
          <a:xfrm>
            <a:off x="7675377" y="1522975"/>
            <a:ext cx="0" cy="920100"/>
          </a:xfrm>
          <a:prstGeom prst="straightConnector1">
            <a:avLst/>
          </a:prstGeom>
          <a:noFill/>
          <a:ln cap="flat" cmpd="sng" w="7200">
            <a:solidFill>
              <a:schemeClr val="lt2"/>
            </a:solidFill>
            <a:prstDash val="solid"/>
            <a:round/>
            <a:headEnd len="med" w="med" type="none"/>
            <a:tailEnd len="med" w="med" type="stealth"/>
          </a:ln>
        </p:spPr>
      </p:cxnSp>
      <p:pic>
        <p:nvPicPr>
          <p:cNvPr id="242" name="Google Shape;242;p47" title="Minimal Gradient by Slidesgo (2).jpg"/>
          <p:cNvPicPr preferRelativeResize="0"/>
          <p:nvPr>
            <p:ph idx="2" type="pic"/>
          </p:nvPr>
        </p:nvPicPr>
        <p:blipFill rotWithShape="1">
          <a:blip r:embed="rId3">
            <a:alphaModFix/>
          </a:blip>
          <a:srcRect b="19910" l="20913" r="40201" t="0"/>
          <a:stretch/>
        </p:blipFill>
        <p:spPr>
          <a:xfrm>
            <a:off x="8336596" y="4208150"/>
            <a:ext cx="807403" cy="9354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48"/>
          <p:cNvSpPr txBox="1"/>
          <p:nvPr>
            <p:ph type="title"/>
          </p:nvPr>
        </p:nvSpPr>
        <p:spPr>
          <a:xfrm>
            <a:off x="515100" y="154272"/>
            <a:ext cx="8113800" cy="644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Our Research Team</a:t>
            </a:r>
            <a:endParaRPr/>
          </a:p>
        </p:txBody>
      </p:sp>
      <p:pic>
        <p:nvPicPr>
          <p:cNvPr id="248" name="Google Shape;248;p48" title="DanFoxHeadshot.jpeg"/>
          <p:cNvPicPr preferRelativeResize="0"/>
          <p:nvPr/>
        </p:nvPicPr>
        <p:blipFill>
          <a:blip r:embed="rId3">
            <a:alphaModFix/>
          </a:blip>
          <a:stretch>
            <a:fillRect/>
          </a:stretch>
        </p:blipFill>
        <p:spPr>
          <a:xfrm>
            <a:off x="1295800" y="731375"/>
            <a:ext cx="1524000" cy="1524000"/>
          </a:xfrm>
          <a:prstGeom prst="ellipse">
            <a:avLst/>
          </a:prstGeom>
          <a:noFill/>
          <a:ln>
            <a:noFill/>
          </a:ln>
        </p:spPr>
      </p:pic>
      <p:pic>
        <p:nvPicPr>
          <p:cNvPr id="249" name="Google Shape;249;p48" title="Manohar Image.jpg"/>
          <p:cNvPicPr preferRelativeResize="0"/>
          <p:nvPr/>
        </p:nvPicPr>
        <p:blipFill>
          <a:blip r:embed="rId4">
            <a:alphaModFix/>
          </a:blip>
          <a:stretch>
            <a:fillRect/>
          </a:stretch>
        </p:blipFill>
        <p:spPr>
          <a:xfrm>
            <a:off x="3851550" y="810595"/>
            <a:ext cx="1440900" cy="1444800"/>
          </a:xfrm>
          <a:prstGeom prst="ellipse">
            <a:avLst/>
          </a:prstGeom>
          <a:noFill/>
          <a:ln>
            <a:noFill/>
          </a:ln>
          <a:effectLst>
            <a:outerShdw blurRad="57150" rotWithShape="0" algn="bl" dir="5400000" dist="19050">
              <a:srgbClr val="000000">
                <a:alpha val="50000"/>
              </a:srgbClr>
            </a:outerShdw>
          </a:effectLst>
        </p:spPr>
      </p:pic>
      <p:pic>
        <p:nvPicPr>
          <p:cNvPr descr="image.png" id="250" name="Google Shape;250;p48"/>
          <p:cNvPicPr preferRelativeResize="0"/>
          <p:nvPr/>
        </p:nvPicPr>
        <p:blipFill rotWithShape="1">
          <a:blip r:embed="rId5">
            <a:alphaModFix/>
          </a:blip>
          <a:srcRect b="0" l="0" r="0" t="0"/>
          <a:stretch/>
        </p:blipFill>
        <p:spPr>
          <a:xfrm>
            <a:off x="6403398" y="770991"/>
            <a:ext cx="1524000" cy="1524000"/>
          </a:xfrm>
          <a:prstGeom prst="rect">
            <a:avLst/>
          </a:prstGeom>
          <a:noFill/>
          <a:ln>
            <a:noFill/>
          </a:ln>
        </p:spPr>
      </p:pic>
      <p:pic>
        <p:nvPicPr>
          <p:cNvPr id="251" name="Google Shape;251;p48" title="WhatsApp Image 2026-02-18 at 15.07.15.jpeg"/>
          <p:cNvPicPr preferRelativeResize="0"/>
          <p:nvPr/>
        </p:nvPicPr>
        <p:blipFill rotWithShape="1">
          <a:blip r:embed="rId6">
            <a:alphaModFix/>
          </a:blip>
          <a:srcRect b="21624" l="-3670" r="3670" t="0"/>
          <a:stretch/>
        </p:blipFill>
        <p:spPr>
          <a:xfrm>
            <a:off x="1256198" y="2983496"/>
            <a:ext cx="1524000" cy="1524000"/>
          </a:xfrm>
          <a:prstGeom prst="ellipse">
            <a:avLst/>
          </a:prstGeom>
          <a:noFill/>
          <a:ln>
            <a:noFill/>
          </a:ln>
        </p:spPr>
      </p:pic>
      <p:pic>
        <p:nvPicPr>
          <p:cNvPr id="252" name="Google Shape;252;p48" title="WhatsApp Image 2026-02-18 at 13.48.58.jpeg"/>
          <p:cNvPicPr preferRelativeResize="0"/>
          <p:nvPr/>
        </p:nvPicPr>
        <p:blipFill rotWithShape="1">
          <a:blip r:embed="rId7">
            <a:alphaModFix/>
          </a:blip>
          <a:srcRect b="3690" l="0" r="0" t="21308"/>
          <a:stretch/>
        </p:blipFill>
        <p:spPr>
          <a:xfrm>
            <a:off x="3809998" y="2983508"/>
            <a:ext cx="1524000" cy="1524000"/>
          </a:xfrm>
          <a:prstGeom prst="ellipse">
            <a:avLst/>
          </a:prstGeom>
          <a:noFill/>
          <a:ln>
            <a:noFill/>
          </a:ln>
        </p:spPr>
      </p:pic>
      <p:sp>
        <p:nvSpPr>
          <p:cNvPr id="253" name="Google Shape;253;p48"/>
          <p:cNvSpPr/>
          <p:nvPr/>
        </p:nvSpPr>
        <p:spPr>
          <a:xfrm>
            <a:off x="1171151" y="2324420"/>
            <a:ext cx="1694100" cy="543600"/>
          </a:xfrm>
          <a:prstGeom prst="rect">
            <a:avLst/>
          </a:prstGeom>
          <a:noFill/>
          <a:ln>
            <a:noFill/>
          </a:ln>
        </p:spPr>
        <p:txBody>
          <a:bodyPr anchorCtr="0" anchor="ctr" bIns="69225" lIns="69225" spcFirstLastPara="1" rIns="69225" wrap="square" tIns="69225">
            <a:noAutofit/>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Daniel Fox</a:t>
            </a:r>
            <a:endParaRPr sz="1200">
              <a:solidFill>
                <a:schemeClr val="dk1"/>
              </a:solidFill>
              <a:latin typeface="Albert Sans"/>
              <a:ea typeface="Albert Sans"/>
              <a:cs typeface="Albert Sans"/>
              <a:sym typeface="Albert Sans"/>
            </a:endParaRPr>
          </a:p>
          <a:p>
            <a:pPr indent="0" lvl="0" marL="0" rtl="0" algn="ctr">
              <a:spcBef>
                <a:spcPts val="0"/>
              </a:spcBef>
              <a:spcAft>
                <a:spcPts val="0"/>
              </a:spcAft>
              <a:buNone/>
            </a:pPr>
            <a:r>
              <a:rPr b="1" lang="en" sz="1200">
                <a:solidFill>
                  <a:schemeClr val="dk1"/>
                </a:solidFill>
                <a:latin typeface="Albert Sans"/>
                <a:ea typeface="Albert Sans"/>
                <a:cs typeface="Albert Sans"/>
                <a:sym typeface="Albert Sans"/>
              </a:rPr>
              <a:t>Team Leader/</a:t>
            </a:r>
            <a:endParaRPr b="1" sz="1200">
              <a:solidFill>
                <a:schemeClr val="dk1"/>
              </a:solidFill>
              <a:latin typeface="Albert Sans"/>
              <a:ea typeface="Albert Sans"/>
              <a:cs typeface="Albert Sans"/>
              <a:sym typeface="Albert Sans"/>
            </a:endParaRPr>
          </a:p>
          <a:p>
            <a:pPr indent="0" lvl="0" marL="0" rtl="0" algn="ctr">
              <a:spcBef>
                <a:spcPts val="0"/>
              </a:spcBef>
              <a:spcAft>
                <a:spcPts val="0"/>
              </a:spcAft>
              <a:buNone/>
            </a:pPr>
            <a:r>
              <a:rPr b="1" lang="en" sz="1200">
                <a:solidFill>
                  <a:schemeClr val="dk1"/>
                </a:solidFill>
                <a:latin typeface="Albert Sans"/>
                <a:ea typeface="Albert Sans"/>
                <a:cs typeface="Albert Sans"/>
                <a:sym typeface="Albert Sans"/>
              </a:rPr>
              <a:t>Developer</a:t>
            </a:r>
            <a:endParaRPr b="1" sz="1200">
              <a:solidFill>
                <a:schemeClr val="dk1"/>
              </a:solidFill>
              <a:latin typeface="Albert Sans"/>
              <a:ea typeface="Albert Sans"/>
              <a:cs typeface="Albert Sans"/>
              <a:sym typeface="Albert Sans"/>
            </a:endParaRPr>
          </a:p>
        </p:txBody>
      </p:sp>
      <p:sp>
        <p:nvSpPr>
          <p:cNvPr id="254" name="Google Shape;254;p48"/>
          <p:cNvSpPr txBox="1"/>
          <p:nvPr/>
        </p:nvSpPr>
        <p:spPr>
          <a:xfrm>
            <a:off x="3909450" y="2324425"/>
            <a:ext cx="1444800" cy="644700"/>
          </a:xfrm>
          <a:prstGeom prst="rect">
            <a:avLst/>
          </a:prstGeom>
          <a:noFill/>
          <a:ln>
            <a:noFill/>
          </a:ln>
        </p:spPr>
        <p:txBody>
          <a:bodyPr anchorCtr="0" anchor="b" bIns="69225" lIns="69225" spcFirstLastPara="1" rIns="69225" wrap="square" tIns="69225">
            <a:normAutofit fontScale="85000"/>
          </a:bodyPr>
          <a:lstStyle/>
          <a:p>
            <a:pPr indent="0" lvl="0" marL="0" rtl="0" algn="ctr">
              <a:spcBef>
                <a:spcPts val="0"/>
              </a:spcBef>
              <a:spcAft>
                <a:spcPts val="0"/>
              </a:spcAft>
              <a:buNone/>
            </a:pPr>
            <a:r>
              <a:rPr lang="en" sz="1240">
                <a:solidFill>
                  <a:schemeClr val="dk2"/>
                </a:solidFill>
                <a:latin typeface="Albert Sans"/>
                <a:ea typeface="Albert Sans"/>
                <a:cs typeface="Albert Sans"/>
                <a:sym typeface="Albert Sans"/>
              </a:rPr>
              <a:t>Manohar Killamsetti</a:t>
            </a:r>
            <a:endParaRPr sz="1240">
              <a:solidFill>
                <a:schemeClr val="dk2"/>
              </a:solidFill>
              <a:latin typeface="Albert Sans"/>
              <a:ea typeface="Albert Sans"/>
              <a:cs typeface="Albert Sans"/>
              <a:sym typeface="Albert Sans"/>
            </a:endParaRPr>
          </a:p>
          <a:p>
            <a:pPr indent="0" lvl="0" marL="0" rtl="0" algn="ctr">
              <a:spcBef>
                <a:spcPts val="0"/>
              </a:spcBef>
              <a:spcAft>
                <a:spcPts val="0"/>
              </a:spcAft>
              <a:buNone/>
            </a:pPr>
            <a:r>
              <a:rPr b="1" lang="en" sz="1240">
                <a:solidFill>
                  <a:schemeClr val="dk2"/>
                </a:solidFill>
                <a:latin typeface="Albert Sans"/>
                <a:ea typeface="Albert Sans"/>
                <a:cs typeface="Albert Sans"/>
                <a:sym typeface="Albert Sans"/>
              </a:rPr>
              <a:t>Scrum Master/Developer</a:t>
            </a:r>
            <a:endParaRPr b="1" sz="1240">
              <a:solidFill>
                <a:schemeClr val="dk2"/>
              </a:solidFill>
              <a:latin typeface="Albert Sans"/>
              <a:ea typeface="Albert Sans"/>
              <a:cs typeface="Albert Sans"/>
              <a:sym typeface="Albert Sans"/>
            </a:endParaRPr>
          </a:p>
        </p:txBody>
      </p:sp>
      <p:sp>
        <p:nvSpPr>
          <p:cNvPr id="255" name="Google Shape;255;p48"/>
          <p:cNvSpPr/>
          <p:nvPr/>
        </p:nvSpPr>
        <p:spPr>
          <a:xfrm>
            <a:off x="6398451" y="2393445"/>
            <a:ext cx="1694100" cy="543600"/>
          </a:xfrm>
          <a:prstGeom prst="rect">
            <a:avLst/>
          </a:prstGeom>
          <a:noFill/>
          <a:ln>
            <a:noFill/>
          </a:ln>
        </p:spPr>
        <p:txBody>
          <a:bodyPr anchorCtr="0" anchor="ctr" bIns="69225" lIns="69225" spcFirstLastPara="1" rIns="69225" wrap="square" tIns="69225">
            <a:noAutofit/>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Siming Li</a:t>
            </a:r>
            <a:endParaRPr sz="1200">
              <a:solidFill>
                <a:schemeClr val="dk1"/>
              </a:solidFill>
              <a:latin typeface="Albert Sans"/>
              <a:ea typeface="Albert Sans"/>
              <a:cs typeface="Albert Sans"/>
              <a:sym typeface="Albert Sans"/>
            </a:endParaRPr>
          </a:p>
          <a:p>
            <a:pPr indent="0" lvl="0" marL="0" rtl="0" algn="ctr">
              <a:spcBef>
                <a:spcPts val="0"/>
              </a:spcBef>
              <a:spcAft>
                <a:spcPts val="0"/>
              </a:spcAft>
              <a:buNone/>
            </a:pPr>
            <a:r>
              <a:rPr b="1" lang="en" sz="1200">
                <a:solidFill>
                  <a:schemeClr val="dk1"/>
                </a:solidFill>
                <a:latin typeface="Albert Sans"/>
                <a:ea typeface="Albert Sans"/>
                <a:cs typeface="Albert Sans"/>
                <a:sym typeface="Albert Sans"/>
              </a:rPr>
              <a:t>Developer/Tester</a:t>
            </a:r>
            <a:endParaRPr b="1" sz="1200">
              <a:solidFill>
                <a:schemeClr val="dk1"/>
              </a:solidFill>
              <a:latin typeface="Albert Sans"/>
              <a:ea typeface="Albert Sans"/>
              <a:cs typeface="Albert Sans"/>
              <a:sym typeface="Albert Sans"/>
            </a:endParaRPr>
          </a:p>
        </p:txBody>
      </p:sp>
      <p:sp>
        <p:nvSpPr>
          <p:cNvPr id="256" name="Google Shape;256;p48"/>
          <p:cNvSpPr/>
          <p:nvPr/>
        </p:nvSpPr>
        <p:spPr>
          <a:xfrm>
            <a:off x="1171151" y="4576513"/>
            <a:ext cx="1694100" cy="543600"/>
          </a:xfrm>
          <a:prstGeom prst="rect">
            <a:avLst/>
          </a:prstGeom>
          <a:noFill/>
          <a:ln>
            <a:noFill/>
          </a:ln>
        </p:spPr>
        <p:txBody>
          <a:bodyPr anchorCtr="0" anchor="ctr" bIns="69225" lIns="69225" spcFirstLastPara="1" rIns="69225" wrap="square" tIns="69225">
            <a:noAutofit/>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Sarvesh Shah</a:t>
            </a:r>
            <a:endParaRPr sz="1200">
              <a:solidFill>
                <a:schemeClr val="dk1"/>
              </a:solidFill>
              <a:latin typeface="Albert Sans"/>
              <a:ea typeface="Albert Sans"/>
              <a:cs typeface="Albert Sans"/>
              <a:sym typeface="Albert Sans"/>
            </a:endParaRPr>
          </a:p>
          <a:p>
            <a:pPr indent="0" lvl="0" marL="0" rtl="0" algn="ctr">
              <a:spcBef>
                <a:spcPts val="0"/>
              </a:spcBef>
              <a:spcAft>
                <a:spcPts val="0"/>
              </a:spcAft>
              <a:buNone/>
            </a:pPr>
            <a:r>
              <a:rPr b="1" lang="en" sz="1200">
                <a:solidFill>
                  <a:schemeClr val="dk1"/>
                </a:solidFill>
                <a:latin typeface="Albert Sans"/>
                <a:ea typeface="Albert Sans"/>
                <a:cs typeface="Albert Sans"/>
                <a:sym typeface="Albert Sans"/>
              </a:rPr>
              <a:t>Cloud </a:t>
            </a:r>
            <a:r>
              <a:rPr b="1" lang="en" sz="1200">
                <a:solidFill>
                  <a:schemeClr val="dk1"/>
                </a:solidFill>
                <a:latin typeface="Albert Sans"/>
                <a:ea typeface="Albert Sans"/>
                <a:cs typeface="Albert Sans"/>
                <a:sym typeface="Albert Sans"/>
              </a:rPr>
              <a:t>Developer</a:t>
            </a:r>
            <a:endParaRPr b="1" sz="1200">
              <a:solidFill>
                <a:schemeClr val="dk1"/>
              </a:solidFill>
              <a:latin typeface="Albert Sans"/>
              <a:ea typeface="Albert Sans"/>
              <a:cs typeface="Albert Sans"/>
              <a:sym typeface="Albert Sans"/>
            </a:endParaRPr>
          </a:p>
        </p:txBody>
      </p:sp>
      <p:sp>
        <p:nvSpPr>
          <p:cNvPr id="257" name="Google Shape;257;p48"/>
          <p:cNvSpPr/>
          <p:nvPr/>
        </p:nvSpPr>
        <p:spPr>
          <a:xfrm>
            <a:off x="3724951" y="4576513"/>
            <a:ext cx="1694100" cy="543600"/>
          </a:xfrm>
          <a:prstGeom prst="rect">
            <a:avLst/>
          </a:prstGeom>
          <a:noFill/>
          <a:ln>
            <a:noFill/>
          </a:ln>
        </p:spPr>
        <p:txBody>
          <a:bodyPr anchorCtr="0" anchor="ctr" bIns="69225" lIns="69225" spcFirstLastPara="1" rIns="69225" wrap="square" tIns="69225">
            <a:noAutofit/>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Swatej Goud</a:t>
            </a:r>
            <a:endParaRPr sz="1200">
              <a:solidFill>
                <a:schemeClr val="dk1"/>
              </a:solidFill>
              <a:latin typeface="Albert Sans"/>
              <a:ea typeface="Albert Sans"/>
              <a:cs typeface="Albert Sans"/>
              <a:sym typeface="Albert Sans"/>
            </a:endParaRPr>
          </a:p>
          <a:p>
            <a:pPr indent="0" lvl="0" marL="0" rtl="0" algn="ctr">
              <a:spcBef>
                <a:spcPts val="0"/>
              </a:spcBef>
              <a:spcAft>
                <a:spcPts val="0"/>
              </a:spcAft>
              <a:buNone/>
            </a:pPr>
            <a:r>
              <a:rPr b="1" lang="en" sz="1200">
                <a:solidFill>
                  <a:schemeClr val="dk1"/>
                </a:solidFill>
                <a:latin typeface="Albert Sans"/>
                <a:ea typeface="Albert Sans"/>
                <a:cs typeface="Albert Sans"/>
                <a:sym typeface="Albert Sans"/>
              </a:rPr>
              <a:t>Backend </a:t>
            </a:r>
            <a:r>
              <a:rPr b="1" lang="en" sz="1200">
                <a:solidFill>
                  <a:schemeClr val="dk1"/>
                </a:solidFill>
                <a:latin typeface="Albert Sans"/>
                <a:ea typeface="Albert Sans"/>
                <a:cs typeface="Albert Sans"/>
                <a:sym typeface="Albert Sans"/>
              </a:rPr>
              <a:t>Developer</a:t>
            </a:r>
            <a:endParaRPr b="1" sz="1200">
              <a:solidFill>
                <a:schemeClr val="dk1"/>
              </a:solidFill>
              <a:latin typeface="Albert Sans"/>
              <a:ea typeface="Albert Sans"/>
              <a:cs typeface="Albert Sans"/>
              <a:sym typeface="Albert Sans"/>
            </a:endParaRPr>
          </a:p>
        </p:txBody>
      </p:sp>
      <p:pic>
        <p:nvPicPr>
          <p:cNvPr id="258" name="Google Shape;258;p48" title="IMG_9094.JPG"/>
          <p:cNvPicPr preferRelativeResize="0"/>
          <p:nvPr/>
        </p:nvPicPr>
        <p:blipFill rotWithShape="1">
          <a:blip r:embed="rId8">
            <a:alphaModFix/>
          </a:blip>
          <a:srcRect b="31218" l="0" r="0" t="12532"/>
          <a:stretch/>
        </p:blipFill>
        <p:spPr>
          <a:xfrm>
            <a:off x="6568548" y="2983508"/>
            <a:ext cx="1524000" cy="1524000"/>
          </a:xfrm>
          <a:prstGeom prst="ellipse">
            <a:avLst/>
          </a:prstGeom>
          <a:noFill/>
          <a:ln>
            <a:noFill/>
          </a:ln>
        </p:spPr>
      </p:pic>
      <p:sp>
        <p:nvSpPr>
          <p:cNvPr id="259" name="Google Shape;259;p48"/>
          <p:cNvSpPr/>
          <p:nvPr/>
        </p:nvSpPr>
        <p:spPr>
          <a:xfrm>
            <a:off x="6483501" y="4576513"/>
            <a:ext cx="1694100" cy="543600"/>
          </a:xfrm>
          <a:prstGeom prst="rect">
            <a:avLst/>
          </a:prstGeom>
          <a:noFill/>
          <a:ln>
            <a:noFill/>
          </a:ln>
        </p:spPr>
        <p:txBody>
          <a:bodyPr anchorCtr="0" anchor="ctr" bIns="69225" lIns="69225" spcFirstLastPara="1" rIns="69225" wrap="square" tIns="69225">
            <a:noAutofit/>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Deep Patel</a:t>
            </a:r>
            <a:endParaRPr sz="1200">
              <a:solidFill>
                <a:schemeClr val="dk1"/>
              </a:solidFill>
              <a:latin typeface="Albert Sans"/>
              <a:ea typeface="Albert Sans"/>
              <a:cs typeface="Albert Sans"/>
              <a:sym typeface="Albert Sans"/>
            </a:endParaRPr>
          </a:p>
          <a:p>
            <a:pPr indent="0" lvl="0" marL="0" rtl="0" algn="ctr">
              <a:spcBef>
                <a:spcPts val="0"/>
              </a:spcBef>
              <a:spcAft>
                <a:spcPts val="0"/>
              </a:spcAft>
              <a:buNone/>
            </a:pPr>
            <a:r>
              <a:rPr b="1" lang="en" sz="1200">
                <a:solidFill>
                  <a:schemeClr val="dk1"/>
                </a:solidFill>
                <a:latin typeface="Albert Sans"/>
                <a:ea typeface="Albert Sans"/>
                <a:cs typeface="Albert Sans"/>
                <a:sym typeface="Albert Sans"/>
              </a:rPr>
              <a:t>ML </a:t>
            </a:r>
            <a:r>
              <a:rPr b="1" lang="en" sz="1200">
                <a:solidFill>
                  <a:schemeClr val="dk1"/>
                </a:solidFill>
                <a:latin typeface="Albert Sans"/>
                <a:ea typeface="Albert Sans"/>
                <a:cs typeface="Albert Sans"/>
                <a:sym typeface="Albert Sans"/>
              </a:rPr>
              <a:t>Developer</a:t>
            </a:r>
            <a:endParaRPr b="1" sz="1200">
              <a:solidFill>
                <a:schemeClr val="dk1"/>
              </a:solidFill>
              <a:latin typeface="Albert Sans"/>
              <a:ea typeface="Albert Sans"/>
              <a:cs typeface="Albert Sans"/>
              <a:sym typeface="Albert Sans"/>
            </a:endParaRPr>
          </a:p>
        </p:txBody>
      </p:sp>
      <p:pic>
        <p:nvPicPr>
          <p:cNvPr id="260" name="Google Shape;260;p48" title="me.jpg"/>
          <p:cNvPicPr preferRelativeResize="0"/>
          <p:nvPr/>
        </p:nvPicPr>
        <p:blipFill rotWithShape="1">
          <a:blip r:embed="rId9">
            <a:alphaModFix/>
          </a:blip>
          <a:srcRect b="-4430" l="0" r="0" t="4430"/>
          <a:stretch/>
        </p:blipFill>
        <p:spPr>
          <a:xfrm>
            <a:off x="6523100" y="790775"/>
            <a:ext cx="1444800" cy="1484400"/>
          </a:xfrm>
          <a:prstGeom prst="ellipse">
            <a:avLst/>
          </a:prstGeom>
          <a:noFill/>
          <a:ln>
            <a:noFill/>
          </a:ln>
        </p:spPr>
      </p:pic>
      <p:pic>
        <p:nvPicPr>
          <p:cNvPr id="261" name="Google Shape;261;p48" title="Minimal Gradient by Slidesgo (2).jpg"/>
          <p:cNvPicPr preferRelativeResize="0"/>
          <p:nvPr>
            <p:ph idx="2" type="pic"/>
          </p:nvPr>
        </p:nvPicPr>
        <p:blipFill rotWithShape="1">
          <a:blip r:embed="rId10">
            <a:alphaModFix/>
          </a:blip>
          <a:srcRect b="19910" l="20913" r="40201" t="0"/>
          <a:stretch/>
        </p:blipFill>
        <p:spPr>
          <a:xfrm>
            <a:off x="8177600" y="4023961"/>
            <a:ext cx="966401" cy="111958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9"/>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Improvements</a:t>
            </a:r>
            <a:endParaRPr/>
          </a:p>
        </p:txBody>
      </p:sp>
      <p:pic>
        <p:nvPicPr>
          <p:cNvPr id="267" name="Google Shape;267;p49"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a:noFill/>
          <a:ln>
            <a:noFill/>
          </a:ln>
        </p:spPr>
      </p:pic>
      <p:sp>
        <p:nvSpPr>
          <p:cNvPr id="268" name="Google Shape;268;p49"/>
          <p:cNvSpPr txBox="1"/>
          <p:nvPr/>
        </p:nvSpPr>
        <p:spPr>
          <a:xfrm>
            <a:off x="1018650" y="1147775"/>
            <a:ext cx="6276900" cy="1369800"/>
          </a:xfrm>
          <a:prstGeom prst="rect">
            <a:avLst/>
          </a:prstGeom>
          <a:noFill/>
          <a:ln>
            <a:noFill/>
          </a:ln>
        </p:spPr>
        <p:txBody>
          <a:bodyPr anchorCtr="0" anchor="t" bIns="91425" lIns="91425" spcFirstLastPara="1" rIns="91425" wrap="square" tIns="91425">
            <a:spAutoFit/>
          </a:bodyPr>
          <a:lstStyle/>
          <a:p>
            <a:pPr indent="-317500" lvl="0" marL="457200" rtl="0" algn="l">
              <a:lnSpc>
                <a:spcPct val="150000"/>
              </a:lnSpc>
              <a:spcBef>
                <a:spcPts val="0"/>
              </a:spcBef>
              <a:spcAft>
                <a:spcPts val="0"/>
              </a:spcAft>
              <a:buClr>
                <a:schemeClr val="dk1"/>
              </a:buClr>
              <a:buSzPts val="1400"/>
              <a:buFont typeface="Albert Sans"/>
              <a:buChar char="●"/>
            </a:pPr>
            <a:r>
              <a:rPr lang="en">
                <a:solidFill>
                  <a:schemeClr val="dk1"/>
                </a:solidFill>
                <a:latin typeface="Albert Sans"/>
                <a:ea typeface="Albert Sans"/>
                <a:cs typeface="Albert Sans"/>
                <a:sym typeface="Albert Sans"/>
              </a:rPr>
              <a:t>Project Description Page added (slide 7)</a:t>
            </a:r>
            <a:endParaRPr>
              <a:solidFill>
                <a:schemeClr val="dk1"/>
              </a:solidFill>
              <a:latin typeface="Albert Sans"/>
              <a:ea typeface="Albert Sans"/>
              <a:cs typeface="Albert Sans"/>
              <a:sym typeface="Albert Sans"/>
            </a:endParaRPr>
          </a:p>
          <a:p>
            <a:pPr indent="-317500" lvl="0" marL="457200" rtl="0" algn="l">
              <a:lnSpc>
                <a:spcPct val="150000"/>
              </a:lnSpc>
              <a:spcBef>
                <a:spcPts val="0"/>
              </a:spcBef>
              <a:spcAft>
                <a:spcPts val="0"/>
              </a:spcAft>
              <a:buClr>
                <a:schemeClr val="dk1"/>
              </a:buClr>
              <a:buSzPts val="1400"/>
              <a:buFont typeface="Albert Sans"/>
              <a:buChar char="●"/>
            </a:pPr>
            <a:r>
              <a:rPr lang="en">
                <a:solidFill>
                  <a:schemeClr val="dk1"/>
                </a:solidFill>
                <a:latin typeface="Albert Sans"/>
                <a:ea typeface="Albert Sans"/>
                <a:cs typeface="Albert Sans"/>
                <a:sym typeface="Albert Sans"/>
              </a:rPr>
              <a:t>Updated Tools &amp; Technologies slide to include revised choices (slide 15) </a:t>
            </a:r>
            <a:endParaRPr>
              <a:solidFill>
                <a:schemeClr val="dk1"/>
              </a:solidFill>
              <a:latin typeface="Albert Sans"/>
              <a:ea typeface="Albert Sans"/>
              <a:cs typeface="Albert Sans"/>
              <a:sym typeface="Albert Sans"/>
            </a:endParaRPr>
          </a:p>
          <a:p>
            <a:pPr indent="-317500" lvl="0" marL="457200" rtl="0" algn="l">
              <a:lnSpc>
                <a:spcPct val="150000"/>
              </a:lnSpc>
              <a:spcBef>
                <a:spcPts val="0"/>
              </a:spcBef>
              <a:spcAft>
                <a:spcPts val="0"/>
              </a:spcAft>
              <a:buClr>
                <a:schemeClr val="dk1"/>
              </a:buClr>
              <a:buSzPts val="1400"/>
              <a:buFont typeface="Albert Sans"/>
              <a:buChar char="●"/>
            </a:pPr>
            <a:r>
              <a:rPr lang="en">
                <a:solidFill>
                  <a:schemeClr val="dk1"/>
                </a:solidFill>
                <a:latin typeface="Albert Sans"/>
                <a:ea typeface="Albert Sans"/>
                <a:cs typeface="Albert Sans"/>
                <a:sym typeface="Albert Sans"/>
              </a:rPr>
              <a:t>Added Technologies and Algorithms explanations (slides 16 - 20)</a:t>
            </a:r>
            <a:endParaRPr>
              <a:solidFill>
                <a:schemeClr val="dk1"/>
              </a:solidFill>
              <a:latin typeface="Albert Sans"/>
              <a:ea typeface="Albert Sans"/>
              <a:cs typeface="Albert Sans"/>
              <a:sym typeface="Albert Sans"/>
            </a:endParaRPr>
          </a:p>
        </p:txBody>
      </p:sp>
      <p:sp>
        <p:nvSpPr>
          <p:cNvPr id="269" name="Google Shape;269;p49"/>
          <p:cNvSpPr/>
          <p:nvPr/>
        </p:nvSpPr>
        <p:spPr>
          <a:xfrm>
            <a:off x="4942625" y="1249550"/>
            <a:ext cx="265500" cy="215100"/>
          </a:xfrm>
          <a:prstGeom prst="foldedCorner">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lbert Sans"/>
              <a:ea typeface="Albert Sans"/>
              <a:cs typeface="Albert Sans"/>
              <a:sym typeface="Albert Sans"/>
            </a:endParaRPr>
          </a:p>
        </p:txBody>
      </p:sp>
      <p:sp>
        <p:nvSpPr>
          <p:cNvPr id="270" name="Google Shape;270;p49"/>
          <p:cNvSpPr/>
          <p:nvPr/>
        </p:nvSpPr>
        <p:spPr>
          <a:xfrm>
            <a:off x="1852550" y="1889775"/>
            <a:ext cx="265500" cy="215100"/>
          </a:xfrm>
          <a:prstGeom prst="foldedCorner">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lbert Sans"/>
              <a:ea typeface="Albert Sans"/>
              <a:cs typeface="Albert Sans"/>
              <a:sym typeface="Albert Sans"/>
            </a:endParaRPr>
          </a:p>
        </p:txBody>
      </p:sp>
      <p:sp>
        <p:nvSpPr>
          <p:cNvPr id="271" name="Google Shape;271;p49"/>
          <p:cNvSpPr/>
          <p:nvPr/>
        </p:nvSpPr>
        <p:spPr>
          <a:xfrm>
            <a:off x="6961925" y="2199975"/>
            <a:ext cx="265500" cy="215100"/>
          </a:xfrm>
          <a:prstGeom prst="foldedCorner">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lbert Sans"/>
              <a:ea typeface="Albert Sans"/>
              <a:cs typeface="Albert Sans"/>
              <a:sym typeface="Albert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50"/>
          <p:cNvSpPr txBox="1"/>
          <p:nvPr>
            <p:ph idx="1" type="body"/>
          </p:nvPr>
        </p:nvSpPr>
        <p:spPr>
          <a:xfrm>
            <a:off x="845200" y="1199375"/>
            <a:ext cx="7423800" cy="2339700"/>
          </a:xfrm>
          <a:prstGeom prst="rect">
            <a:avLst/>
          </a:prstGeom>
        </p:spPr>
        <p:txBody>
          <a:bodyPr anchorCtr="0" anchor="t" bIns="91425" lIns="91425" spcFirstLastPara="1" rIns="91425" wrap="square" tIns="91425">
            <a:spAutoFit/>
          </a:bodyPr>
          <a:lstStyle/>
          <a:p>
            <a:pPr indent="0" lvl="0" marL="0" rtl="0" algn="l">
              <a:lnSpc>
                <a:spcPct val="150000"/>
              </a:lnSpc>
              <a:spcBef>
                <a:spcPts val="0"/>
              </a:spcBef>
              <a:spcAft>
                <a:spcPts val="0"/>
              </a:spcAft>
              <a:buClr>
                <a:schemeClr val="dk1"/>
              </a:buClr>
              <a:buSzPts val="1100"/>
              <a:buFont typeface="Arial"/>
              <a:buNone/>
            </a:pPr>
            <a:r>
              <a:rPr lang="en"/>
              <a:t>Knee X-ray imaging is commonly used to evaluate osteoarthritis, yet interpreting radiographic signs of disease severity can be subjective and inconsistent due to subtle visual differences and reliance on manual assessment. While advanced imaging techniques such as MRI provide greater detail, they are expensive and less accessible. This creates a need for scalable and consistent analysis methods that can assist in assessing knee osteoarthritis using widely available X-ray images. </a:t>
            </a:r>
            <a:endParaRPr/>
          </a:p>
          <a:p>
            <a:pPr indent="0" lvl="0" marL="0" rtl="0" algn="l">
              <a:spcBef>
                <a:spcPts val="0"/>
              </a:spcBef>
              <a:spcAft>
                <a:spcPts val="0"/>
              </a:spcAft>
              <a:buClr>
                <a:schemeClr val="lt1"/>
              </a:buClr>
              <a:buSzPts val="1100"/>
              <a:buFont typeface="Arial"/>
              <a:buNone/>
            </a:pPr>
            <a:r>
              <a:t/>
            </a:r>
            <a:endParaRPr/>
          </a:p>
        </p:txBody>
      </p:sp>
      <p:sp>
        <p:nvSpPr>
          <p:cNvPr id="277" name="Google Shape;277;p50"/>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Problem Statement</a:t>
            </a:r>
            <a:endParaRPr i="1"/>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51"/>
          <p:cNvSpPr txBox="1"/>
          <p:nvPr>
            <p:ph idx="1" type="body"/>
          </p:nvPr>
        </p:nvSpPr>
        <p:spPr>
          <a:xfrm>
            <a:off x="845200" y="1199375"/>
            <a:ext cx="6971100" cy="3356700"/>
          </a:xfrm>
          <a:prstGeom prst="rect">
            <a:avLst/>
          </a:prstGeom>
        </p:spPr>
        <p:txBody>
          <a:bodyPr anchorCtr="0" anchor="t" bIns="91425" lIns="91425" spcFirstLastPara="1" rIns="91425" wrap="square" tIns="91425">
            <a:noAutofit/>
          </a:bodyPr>
          <a:lstStyle/>
          <a:p>
            <a:pPr indent="-317500" lvl="0" marL="457200" rtl="0" algn="l">
              <a:lnSpc>
                <a:spcPct val="150000"/>
              </a:lnSpc>
              <a:spcBef>
                <a:spcPts val="0"/>
              </a:spcBef>
              <a:spcAft>
                <a:spcPts val="0"/>
              </a:spcAft>
              <a:buClr>
                <a:schemeClr val="dk1"/>
              </a:buClr>
              <a:buSzPts val="1400"/>
              <a:buFont typeface="Albert Sans"/>
              <a:buChar char="●"/>
            </a:pPr>
            <a:r>
              <a:rPr lang="en"/>
              <a:t>A web-based platform that uses deep learning to analyze knee X-ray images for knee osteoarthritis severity assessment. </a:t>
            </a:r>
            <a:endParaRPr/>
          </a:p>
          <a:p>
            <a:pPr indent="-317500" lvl="0" marL="457200" rtl="0" algn="l">
              <a:lnSpc>
                <a:spcPct val="150000"/>
              </a:lnSpc>
              <a:spcBef>
                <a:spcPts val="0"/>
              </a:spcBef>
              <a:spcAft>
                <a:spcPts val="0"/>
              </a:spcAft>
              <a:buClr>
                <a:schemeClr val="dk1"/>
              </a:buClr>
              <a:buSzPts val="1400"/>
              <a:buFont typeface="Albert Sans"/>
              <a:buChar char="●"/>
            </a:pPr>
            <a:r>
              <a:rPr lang="en"/>
              <a:t>Intended for individuals, researchers, and clinicians seeking consistent and scalable analysis of knee X-ray data. </a:t>
            </a:r>
            <a:endParaRPr/>
          </a:p>
          <a:p>
            <a:pPr indent="-317500" lvl="0" marL="457200" rtl="0" algn="l">
              <a:lnSpc>
                <a:spcPct val="150000"/>
              </a:lnSpc>
              <a:spcBef>
                <a:spcPts val="0"/>
              </a:spcBef>
              <a:spcAft>
                <a:spcPts val="0"/>
              </a:spcAft>
              <a:buClr>
                <a:schemeClr val="dk1"/>
              </a:buClr>
              <a:buSzPts val="1400"/>
              <a:buFont typeface="Albert Sans"/>
              <a:buChar char="●"/>
            </a:pPr>
            <a:r>
              <a:rPr lang="en"/>
              <a:t>Leverages publicly available datasets and established convolutional neural network (CNN) models. </a:t>
            </a:r>
            <a:endParaRPr/>
          </a:p>
          <a:p>
            <a:pPr indent="-317500" lvl="0" marL="457200" rtl="0" algn="l">
              <a:lnSpc>
                <a:spcPct val="150000"/>
              </a:lnSpc>
              <a:spcBef>
                <a:spcPts val="0"/>
              </a:spcBef>
              <a:spcAft>
                <a:spcPts val="0"/>
              </a:spcAft>
              <a:buClr>
                <a:schemeClr val="dk1"/>
              </a:buClr>
              <a:buSzPts val="1400"/>
              <a:buFont typeface="Albert Sans"/>
              <a:buChar char="●"/>
            </a:pPr>
            <a:r>
              <a:rPr lang="en"/>
              <a:t>Designed as an AI-assisted decision-support and research tool, not a diagnostic system. </a:t>
            </a:r>
            <a:endParaRPr/>
          </a:p>
          <a:p>
            <a:pPr indent="-317500" lvl="0" marL="457200" rtl="0" algn="l">
              <a:lnSpc>
                <a:spcPct val="150000"/>
              </a:lnSpc>
              <a:spcBef>
                <a:spcPts val="0"/>
              </a:spcBef>
              <a:spcAft>
                <a:spcPts val="0"/>
              </a:spcAft>
              <a:buClr>
                <a:schemeClr val="dk1"/>
              </a:buClr>
              <a:buSzPts val="1400"/>
              <a:buFont typeface="Albert Sans"/>
              <a:buChar char="●"/>
            </a:pPr>
            <a:r>
              <a:rPr lang="en"/>
              <a:t>Benefits include improved consistency, scalability, and reduced subjectivity in manual X-ray interpretation.</a:t>
            </a:r>
            <a:endParaRPr/>
          </a:p>
          <a:p>
            <a:pPr indent="0" lvl="0" marL="0" rtl="0" algn="l">
              <a:spcBef>
                <a:spcPts val="0"/>
              </a:spcBef>
              <a:spcAft>
                <a:spcPts val="0"/>
              </a:spcAft>
              <a:buClr>
                <a:schemeClr val="lt1"/>
              </a:buClr>
              <a:buSzPts val="1100"/>
              <a:buFont typeface="Arial"/>
              <a:buNone/>
            </a:pPr>
            <a:r>
              <a:t/>
            </a:r>
            <a:endParaRPr/>
          </a:p>
        </p:txBody>
      </p:sp>
      <p:sp>
        <p:nvSpPr>
          <p:cNvPr id="283" name="Google Shape;283;p51"/>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 Definition</a:t>
            </a:r>
            <a:endParaRPr i="1"/>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52"/>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Project Description</a:t>
            </a:r>
            <a:endParaRPr i="1"/>
          </a:p>
        </p:txBody>
      </p:sp>
      <p:pic>
        <p:nvPicPr>
          <p:cNvPr id="289" name="Google Shape;289;p52"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pic>
        <p:nvPicPr>
          <p:cNvPr id="290" name="Google Shape;290;p52" title="Screenshot 2026-03-22 at 9.50.02 AM.png"/>
          <p:cNvPicPr preferRelativeResize="0"/>
          <p:nvPr/>
        </p:nvPicPr>
        <p:blipFill>
          <a:blip r:embed="rId4">
            <a:alphaModFix/>
          </a:blip>
          <a:stretch>
            <a:fillRect/>
          </a:stretch>
        </p:blipFill>
        <p:spPr>
          <a:xfrm>
            <a:off x="2985213" y="857025"/>
            <a:ext cx="3173567" cy="3981676"/>
          </a:xfrm>
          <a:prstGeom prst="rect">
            <a:avLst/>
          </a:prstGeom>
          <a:noFill/>
          <a:ln>
            <a:noFill/>
          </a:ln>
        </p:spPr>
      </p:pic>
      <p:sp>
        <p:nvSpPr>
          <p:cNvPr id="291" name="Google Shape;291;p52"/>
          <p:cNvSpPr/>
          <p:nvPr/>
        </p:nvSpPr>
        <p:spPr>
          <a:xfrm>
            <a:off x="6242825" y="490925"/>
            <a:ext cx="265500" cy="215100"/>
          </a:xfrm>
          <a:prstGeom prst="foldedCorner">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lbert Sans"/>
              <a:ea typeface="Albert Sans"/>
              <a:cs typeface="Albert Sans"/>
              <a:sym typeface="Albert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53"/>
          <p:cNvSpPr txBox="1"/>
          <p:nvPr>
            <p:ph idx="1" type="body"/>
          </p:nvPr>
        </p:nvSpPr>
        <p:spPr>
          <a:xfrm>
            <a:off x="845200" y="1199375"/>
            <a:ext cx="3069900" cy="335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b="1" lang="en" sz="1350">
                <a:latin typeface="Poppins"/>
                <a:ea typeface="Poppins"/>
                <a:cs typeface="Poppins"/>
                <a:sym typeface="Poppins"/>
              </a:rPr>
              <a:t>Meeting Pattern</a:t>
            </a:r>
            <a:endParaRPr sz="1050">
              <a:latin typeface="Arial"/>
              <a:ea typeface="Arial"/>
              <a:cs typeface="Arial"/>
              <a:sym typeface="Arial"/>
            </a:endParaRPr>
          </a:p>
          <a:p>
            <a:pPr indent="0" lvl="0" marL="0" rtl="0" algn="l">
              <a:spcBef>
                <a:spcPts val="0"/>
              </a:spcBef>
              <a:spcAft>
                <a:spcPts val="0"/>
              </a:spcAft>
              <a:buClr>
                <a:schemeClr val="lt1"/>
              </a:buClr>
              <a:buSzPts val="1100"/>
              <a:buFont typeface="Arial"/>
              <a:buNone/>
            </a:pPr>
            <a:r>
              <a:t/>
            </a:r>
            <a:endParaRPr sz="1700"/>
          </a:p>
          <a:p>
            <a:pPr indent="0" lvl="0" marL="0" rtl="0" algn="l">
              <a:lnSpc>
                <a:spcPct val="149960"/>
              </a:lnSpc>
              <a:spcBef>
                <a:spcPts val="0"/>
              </a:spcBef>
              <a:spcAft>
                <a:spcPts val="0"/>
              </a:spcAft>
              <a:buClr>
                <a:schemeClr val="dk1"/>
              </a:buClr>
              <a:buFont typeface="Arial"/>
              <a:buNone/>
            </a:pPr>
            <a:r>
              <a:rPr lang="en" sz="956">
                <a:latin typeface="Inter"/>
                <a:ea typeface="Inter"/>
                <a:cs typeface="Inter"/>
                <a:sym typeface="Inter"/>
              </a:rPr>
              <a:t>Synchronous sessions twice weekly (Sun/Tue). Mandated Agenda </a:t>
            </a:r>
            <a:endParaRPr sz="956">
              <a:latin typeface="Inter"/>
              <a:ea typeface="Inter"/>
              <a:cs typeface="Inter"/>
              <a:sym typeface="Inter"/>
            </a:endParaRPr>
          </a:p>
          <a:p>
            <a:pPr indent="0" lvl="0" marL="0" rtl="0" algn="l">
              <a:lnSpc>
                <a:spcPct val="149960"/>
              </a:lnSpc>
              <a:spcBef>
                <a:spcPts val="0"/>
              </a:spcBef>
              <a:spcAft>
                <a:spcPts val="0"/>
              </a:spcAft>
              <a:buClr>
                <a:schemeClr val="dk1"/>
              </a:buClr>
              <a:buFont typeface="Arial"/>
              <a:buNone/>
            </a:pPr>
            <a:r>
              <a:rPr lang="en" sz="956">
                <a:latin typeface="Inter"/>
                <a:ea typeface="Inter"/>
                <a:cs typeface="Inter"/>
                <a:sym typeface="Inter"/>
              </a:rPr>
              <a:t>documents for every session. </a:t>
            </a:r>
            <a:endParaRPr sz="956">
              <a:latin typeface="Inter"/>
              <a:ea typeface="Inter"/>
              <a:cs typeface="Inter"/>
              <a:sym typeface="Inter"/>
            </a:endParaRPr>
          </a:p>
          <a:p>
            <a:pPr indent="0" lvl="0" marL="0" rtl="0" algn="l">
              <a:lnSpc>
                <a:spcPct val="149960"/>
              </a:lnSpc>
              <a:spcBef>
                <a:spcPts val="0"/>
              </a:spcBef>
              <a:spcAft>
                <a:spcPts val="0"/>
              </a:spcAft>
              <a:buClr>
                <a:schemeClr val="dk1"/>
              </a:buClr>
              <a:buFont typeface="Arial"/>
              <a:buNone/>
            </a:pPr>
            <a:r>
              <a:rPr lang="en" sz="956">
                <a:latin typeface="Inter"/>
                <a:ea typeface="Inter"/>
                <a:cs typeface="Inter"/>
                <a:sym typeface="Inter"/>
              </a:rPr>
              <a:t>Continuous async sync via WhatsApp/Discord.</a:t>
            </a:r>
            <a:endParaRPr sz="1050">
              <a:latin typeface="Arial"/>
              <a:ea typeface="Arial"/>
              <a:cs typeface="Arial"/>
              <a:sym typeface="Arial"/>
            </a:endParaRPr>
          </a:p>
          <a:p>
            <a:pPr indent="0" lvl="0" marL="0" rtl="0" algn="l">
              <a:spcBef>
                <a:spcPts val="0"/>
              </a:spcBef>
              <a:spcAft>
                <a:spcPts val="0"/>
              </a:spcAft>
              <a:buClr>
                <a:schemeClr val="lt1"/>
              </a:buClr>
              <a:buSzPts val="1100"/>
              <a:buFont typeface="Arial"/>
              <a:buNone/>
            </a:pPr>
            <a:r>
              <a:t/>
            </a:r>
            <a:endParaRPr sz="1700"/>
          </a:p>
          <a:p>
            <a:pPr indent="0" lvl="0" marL="0" rtl="0" algn="l">
              <a:spcBef>
                <a:spcPts val="0"/>
              </a:spcBef>
              <a:spcAft>
                <a:spcPts val="0"/>
              </a:spcAft>
              <a:buClr>
                <a:schemeClr val="dk1"/>
              </a:buClr>
              <a:buFont typeface="Arial"/>
              <a:buNone/>
            </a:pPr>
            <a:r>
              <a:rPr b="1" lang="en" sz="1350">
                <a:latin typeface="Poppins"/>
                <a:ea typeface="Poppins"/>
                <a:cs typeface="Poppins"/>
                <a:sym typeface="Poppins"/>
              </a:rPr>
              <a:t>Decision Making</a:t>
            </a:r>
            <a:endParaRPr b="1" sz="1350">
              <a:latin typeface="Poppins"/>
              <a:ea typeface="Poppins"/>
              <a:cs typeface="Poppins"/>
              <a:sym typeface="Poppins"/>
            </a:endParaRPr>
          </a:p>
          <a:p>
            <a:pPr indent="0" lvl="0" marL="0" rtl="0" algn="l">
              <a:spcBef>
                <a:spcPts val="0"/>
              </a:spcBef>
              <a:spcAft>
                <a:spcPts val="0"/>
              </a:spcAft>
              <a:buClr>
                <a:schemeClr val="dk1"/>
              </a:buClr>
              <a:buFont typeface="Arial"/>
              <a:buNone/>
            </a:pPr>
            <a:r>
              <a:t/>
            </a:r>
            <a:endParaRPr b="1" sz="1350">
              <a:latin typeface="Poppins"/>
              <a:ea typeface="Poppins"/>
              <a:cs typeface="Poppins"/>
              <a:sym typeface="Poppins"/>
            </a:endParaRPr>
          </a:p>
          <a:p>
            <a:pPr indent="0" lvl="0" marL="0" rtl="0" algn="l">
              <a:lnSpc>
                <a:spcPct val="149960"/>
              </a:lnSpc>
              <a:spcBef>
                <a:spcPts val="0"/>
              </a:spcBef>
              <a:spcAft>
                <a:spcPts val="0"/>
              </a:spcAft>
              <a:buClr>
                <a:schemeClr val="dk1"/>
              </a:buClr>
              <a:buFont typeface="Arial"/>
              <a:buNone/>
            </a:pPr>
            <a:r>
              <a:rPr lang="en" sz="956">
                <a:latin typeface="Inter"/>
                <a:ea typeface="Inter"/>
                <a:cs typeface="Inter"/>
                <a:sym typeface="Inter"/>
              </a:rPr>
              <a:t>Majority-vote consensus based on researched evidence. Inclusive voicing of concerns during all discussion phases.</a:t>
            </a:r>
            <a:endParaRPr sz="1050">
              <a:latin typeface="Arial"/>
              <a:ea typeface="Arial"/>
              <a:cs typeface="Arial"/>
              <a:sym typeface="Arial"/>
            </a:endParaRPr>
          </a:p>
          <a:p>
            <a:pPr indent="0" lvl="0" marL="0" rtl="0" algn="l">
              <a:spcBef>
                <a:spcPts val="0"/>
              </a:spcBef>
              <a:spcAft>
                <a:spcPts val="0"/>
              </a:spcAft>
              <a:buClr>
                <a:schemeClr val="lt1"/>
              </a:buClr>
              <a:buSzPts val="1100"/>
              <a:buFont typeface="Arial"/>
              <a:buNone/>
            </a:pPr>
            <a:r>
              <a:t/>
            </a:r>
            <a:endParaRPr sz="1700"/>
          </a:p>
        </p:txBody>
      </p:sp>
      <p:sp>
        <p:nvSpPr>
          <p:cNvPr id="297" name="Google Shape;297;p53"/>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Team Agreement: Collaboration Standards</a:t>
            </a:r>
            <a:endParaRPr i="1"/>
          </a:p>
        </p:txBody>
      </p:sp>
      <p:pic>
        <p:nvPicPr>
          <p:cNvPr id="298" name="Google Shape;298;p53"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sp>
        <p:nvSpPr>
          <p:cNvPr id="299" name="Google Shape;299;p53"/>
          <p:cNvSpPr txBox="1"/>
          <p:nvPr/>
        </p:nvSpPr>
        <p:spPr>
          <a:xfrm>
            <a:off x="4783575" y="1199375"/>
            <a:ext cx="3000000" cy="2292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50">
                <a:solidFill>
                  <a:schemeClr val="dk1"/>
                </a:solidFill>
                <a:latin typeface="Poppins"/>
                <a:ea typeface="Poppins"/>
                <a:cs typeface="Poppins"/>
                <a:sym typeface="Poppins"/>
              </a:rPr>
              <a:t>Technical Workflow</a:t>
            </a:r>
            <a:endParaRPr b="1" sz="1350">
              <a:solidFill>
                <a:schemeClr val="dk1"/>
              </a:solidFill>
              <a:latin typeface="Poppins"/>
              <a:ea typeface="Poppins"/>
              <a:cs typeface="Poppins"/>
              <a:sym typeface="Poppins"/>
            </a:endParaRPr>
          </a:p>
          <a:p>
            <a:pPr indent="0" lvl="0" marL="0" rtl="0" algn="l">
              <a:spcBef>
                <a:spcPts val="0"/>
              </a:spcBef>
              <a:spcAft>
                <a:spcPts val="0"/>
              </a:spcAft>
              <a:buNone/>
            </a:pPr>
            <a:r>
              <a:t/>
            </a:r>
            <a:endParaRPr b="1" sz="1350">
              <a:solidFill>
                <a:schemeClr val="dk1"/>
              </a:solidFill>
              <a:latin typeface="Poppins"/>
              <a:ea typeface="Poppins"/>
              <a:cs typeface="Poppins"/>
              <a:sym typeface="Poppins"/>
            </a:endParaRPr>
          </a:p>
          <a:p>
            <a:pPr indent="0" lvl="0" marL="0" rtl="0" algn="l">
              <a:lnSpc>
                <a:spcPct val="149960"/>
              </a:lnSpc>
              <a:spcBef>
                <a:spcPts val="0"/>
              </a:spcBef>
              <a:spcAft>
                <a:spcPts val="0"/>
              </a:spcAft>
              <a:buNone/>
            </a:pPr>
            <a:r>
              <a:rPr b="1" lang="en" sz="956">
                <a:solidFill>
                  <a:schemeClr val="dk1"/>
                </a:solidFill>
                <a:latin typeface="Inter"/>
                <a:ea typeface="Inter"/>
                <a:cs typeface="Inter"/>
                <a:sym typeface="Inter"/>
              </a:rPr>
              <a:t>No direct pushes to Main.</a:t>
            </a:r>
            <a:r>
              <a:rPr lang="en" sz="956">
                <a:solidFill>
                  <a:schemeClr val="dk1"/>
                </a:solidFill>
                <a:latin typeface="Inter"/>
                <a:ea typeface="Inter"/>
                <a:cs typeface="Inter"/>
                <a:sym typeface="Inter"/>
              </a:rPr>
              <a:t> Isolated feature branches only.</a:t>
            </a:r>
            <a:endParaRPr sz="1050">
              <a:solidFill>
                <a:schemeClr val="dk1"/>
              </a:solidFill>
            </a:endParaRPr>
          </a:p>
          <a:p>
            <a:pPr indent="0" lvl="0" marL="0" rtl="0" algn="l">
              <a:lnSpc>
                <a:spcPct val="149960"/>
              </a:lnSpc>
              <a:spcBef>
                <a:spcPts val="0"/>
              </a:spcBef>
              <a:spcAft>
                <a:spcPts val="0"/>
              </a:spcAft>
              <a:buNone/>
            </a:pPr>
            <a:r>
              <a:rPr b="1" lang="en" sz="956">
                <a:solidFill>
                  <a:schemeClr val="dk1"/>
                </a:solidFill>
                <a:latin typeface="Inter"/>
                <a:ea typeface="Inter"/>
                <a:cs typeface="Inter"/>
                <a:sym typeface="Inter"/>
              </a:rPr>
              <a:t>Peer Approval.</a:t>
            </a:r>
            <a:r>
              <a:rPr lang="en" sz="956">
                <a:solidFill>
                  <a:schemeClr val="dk1"/>
                </a:solidFill>
                <a:latin typeface="Inter"/>
                <a:ea typeface="Inter"/>
                <a:cs typeface="Inter"/>
                <a:sym typeface="Inter"/>
              </a:rPr>
              <a:t> Every PR requires at least one secondary reviewer.</a:t>
            </a:r>
            <a:endParaRPr sz="1050">
              <a:solidFill>
                <a:schemeClr val="dk1"/>
              </a:solidFill>
            </a:endParaRPr>
          </a:p>
          <a:p>
            <a:pPr indent="0" lvl="0" marL="0" rtl="0" algn="l">
              <a:lnSpc>
                <a:spcPct val="149960"/>
              </a:lnSpc>
              <a:spcBef>
                <a:spcPts val="0"/>
              </a:spcBef>
              <a:spcAft>
                <a:spcPts val="0"/>
              </a:spcAft>
              <a:buNone/>
            </a:pPr>
            <a:r>
              <a:rPr b="1" lang="en" sz="956">
                <a:solidFill>
                  <a:schemeClr val="dk1"/>
                </a:solidFill>
                <a:latin typeface="Inter"/>
                <a:ea typeface="Inter"/>
                <a:cs typeface="Inter"/>
                <a:sym typeface="Inter"/>
              </a:rPr>
              <a:t>Jira Hygiene.</a:t>
            </a:r>
            <a:r>
              <a:rPr lang="en" sz="956">
                <a:solidFill>
                  <a:schemeClr val="dk1"/>
                </a:solidFill>
                <a:latin typeface="Inter"/>
                <a:ea typeface="Inter"/>
                <a:cs typeface="Inter"/>
                <a:sym typeface="Inter"/>
              </a:rPr>
              <a:t> Mandatory linking of work to Jira tracker IDs.</a:t>
            </a:r>
            <a:endParaRPr sz="1050">
              <a:solidFill>
                <a:schemeClr val="dk1"/>
              </a:solidFill>
            </a:endParaRPr>
          </a:p>
          <a:p>
            <a:pPr indent="0" lvl="0" marL="0" rtl="0" algn="l">
              <a:lnSpc>
                <a:spcPct val="149960"/>
              </a:lnSpc>
              <a:spcBef>
                <a:spcPts val="0"/>
              </a:spcBef>
              <a:spcAft>
                <a:spcPts val="0"/>
              </a:spcAft>
              <a:buNone/>
            </a:pPr>
            <a:r>
              <a:rPr b="1" lang="en" sz="956">
                <a:solidFill>
                  <a:schemeClr val="dk1"/>
                </a:solidFill>
                <a:latin typeface="Inter"/>
                <a:ea typeface="Inter"/>
                <a:cs typeface="Inter"/>
                <a:sym typeface="Inter"/>
              </a:rPr>
              <a:t>Blockers.</a:t>
            </a:r>
            <a:r>
              <a:rPr lang="en" sz="956">
                <a:solidFill>
                  <a:schemeClr val="dk1"/>
                </a:solidFill>
                <a:latin typeface="Inter"/>
                <a:ea typeface="Inter"/>
                <a:cs typeface="Inter"/>
                <a:sym typeface="Inter"/>
              </a:rPr>
              <a:t> Resolve locally &amp; document attempts before escalation.</a:t>
            </a:r>
            <a:endParaRPr sz="105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54"/>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Team Agreement: Definition of “Done”</a:t>
            </a:r>
            <a:endParaRPr i="1"/>
          </a:p>
        </p:txBody>
      </p:sp>
      <p:graphicFrame>
        <p:nvGraphicFramePr>
          <p:cNvPr id="305" name="Google Shape;305;p54"/>
          <p:cNvGraphicFramePr/>
          <p:nvPr/>
        </p:nvGraphicFramePr>
        <p:xfrm>
          <a:off x="571500" y="1478708"/>
          <a:ext cx="3000000" cy="3000000"/>
        </p:xfrm>
        <a:graphic>
          <a:graphicData uri="http://schemas.openxmlformats.org/drawingml/2006/table">
            <a:tbl>
              <a:tblPr bandRow="1" firstRow="1">
                <a:noFill/>
                <a:tableStyleId>{18EDC514-BB95-446D-AB64-DFB32CEAF209}</a:tableStyleId>
              </a:tblPr>
              <a:tblGrid>
                <a:gridCol w="1735825"/>
                <a:gridCol w="6265175"/>
              </a:tblGrid>
              <a:tr h="375050">
                <a:tc>
                  <a:txBody>
                    <a:bodyPr/>
                    <a:lstStyle/>
                    <a:p>
                      <a:pPr indent="0" lvl="0" marL="0" marR="0" rtl="0" algn="l">
                        <a:lnSpc>
                          <a:spcPct val="100000"/>
                        </a:lnSpc>
                        <a:spcBef>
                          <a:spcPts val="0"/>
                        </a:spcBef>
                        <a:spcAft>
                          <a:spcPts val="0"/>
                        </a:spcAft>
                        <a:buClr>
                          <a:srgbClr val="000000"/>
                        </a:buClr>
                        <a:buSzPts val="800"/>
                        <a:buFont typeface="Arial"/>
                        <a:buNone/>
                      </a:pPr>
                      <a:r>
                        <a:rPr b="0" lang="en" sz="800" u="none" cap="none" strike="noStrike">
                          <a:solidFill>
                            <a:srgbClr val="FFFFFF"/>
                          </a:solidFill>
                          <a:latin typeface="Inter"/>
                          <a:ea typeface="Inter"/>
                          <a:cs typeface="Inter"/>
                          <a:sym typeface="Inter"/>
                        </a:rPr>
                        <a:t>Category</a:t>
                      </a:r>
                      <a:endParaRPr b="0" sz="1100" u="none" cap="none" strike="noStrike">
                        <a:solidFill>
                          <a:srgbClr val="FFFFFF"/>
                        </a:solidFill>
                        <a:latin typeface="Inter"/>
                        <a:ea typeface="Inter"/>
                        <a:cs typeface="Inter"/>
                        <a:sym typeface="Inter"/>
                      </a:endParaRPr>
                    </a:p>
                  </a:txBody>
                  <a:tcPr marT="19050" marB="19050" marR="47625" marL="47625" anchor="ctr"/>
                </a:tc>
                <a:tc>
                  <a:txBody>
                    <a:bodyPr/>
                    <a:lstStyle/>
                    <a:p>
                      <a:pPr indent="0" lvl="0" marL="0" marR="0" rtl="0" algn="l">
                        <a:lnSpc>
                          <a:spcPct val="100000"/>
                        </a:lnSpc>
                        <a:spcBef>
                          <a:spcPts val="0"/>
                        </a:spcBef>
                        <a:spcAft>
                          <a:spcPts val="0"/>
                        </a:spcAft>
                        <a:buClr>
                          <a:srgbClr val="000000"/>
                        </a:buClr>
                        <a:buSzPts val="800"/>
                        <a:buFont typeface="Arial"/>
                        <a:buNone/>
                      </a:pPr>
                      <a:r>
                        <a:rPr b="0" lang="en" sz="800" u="none" cap="none" strike="noStrike">
                          <a:solidFill>
                            <a:srgbClr val="FFFFFF"/>
                          </a:solidFill>
                          <a:latin typeface="Inter"/>
                          <a:ea typeface="Inter"/>
                          <a:cs typeface="Inter"/>
                          <a:sym typeface="Inter"/>
                        </a:rPr>
                        <a:t>Standard for Completion</a:t>
                      </a:r>
                      <a:endParaRPr b="0" sz="1100" u="none" cap="none" strike="noStrike">
                        <a:solidFill>
                          <a:srgbClr val="FFFFFF"/>
                        </a:solidFill>
                        <a:latin typeface="Inter"/>
                        <a:ea typeface="Inter"/>
                        <a:cs typeface="Inter"/>
                        <a:sym typeface="Inter"/>
                      </a:endParaRPr>
                    </a:p>
                  </a:txBody>
                  <a:tcPr marT="19050" marB="19050" marR="47625" marL="47625" anchor="ctr"/>
                </a:tc>
              </a:tr>
              <a:tr h="375050">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solidFill>
                            <a:srgbClr val="3F3F3F"/>
                          </a:solidFill>
                          <a:latin typeface="Inter"/>
                          <a:ea typeface="Inter"/>
                          <a:cs typeface="Inter"/>
                          <a:sym typeface="Inter"/>
                        </a:rPr>
                        <a:t>Execution</a:t>
                      </a:r>
                      <a:endParaRPr sz="1100" u="none" cap="none" strike="noStrike">
                        <a:solidFill>
                          <a:srgbClr val="3F3F3F"/>
                        </a:solidFill>
                        <a:latin typeface="Inter"/>
                        <a:ea typeface="Inter"/>
                        <a:cs typeface="Inter"/>
                        <a:sym typeface="Inter"/>
                      </a:endParaRPr>
                    </a:p>
                  </a:txBody>
                  <a:tcPr marT="19050" marB="19050" marR="47625" marL="47625" anchor="ct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solidFill>
                            <a:srgbClr val="3F3F3F"/>
                          </a:solidFill>
                          <a:latin typeface="Inter"/>
                          <a:ea typeface="Inter"/>
                          <a:cs typeface="Inter"/>
                          <a:sym typeface="Inter"/>
                        </a:rPr>
                        <a:t>Code runs without syntactical or runtime errors.</a:t>
                      </a:r>
                      <a:endParaRPr sz="1100" u="none" cap="none" strike="noStrike">
                        <a:solidFill>
                          <a:srgbClr val="3F3F3F"/>
                        </a:solidFill>
                        <a:latin typeface="Inter"/>
                        <a:ea typeface="Inter"/>
                        <a:cs typeface="Inter"/>
                        <a:sym typeface="Inter"/>
                      </a:endParaRPr>
                    </a:p>
                  </a:txBody>
                  <a:tcPr marT="19050" marB="19050" marR="47625" marL="47625" anchor="ctr"/>
                </a:tc>
              </a:tr>
              <a:tr h="375050">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solidFill>
                            <a:srgbClr val="3F3F3F"/>
                          </a:solidFill>
                          <a:latin typeface="Inter"/>
                          <a:ea typeface="Inter"/>
                          <a:cs typeface="Inter"/>
                          <a:sym typeface="Inter"/>
                        </a:rPr>
                        <a:t>Compliance</a:t>
                      </a:r>
                      <a:endParaRPr sz="1100" u="none" cap="none" strike="noStrike">
                        <a:solidFill>
                          <a:srgbClr val="3F3F3F"/>
                        </a:solidFill>
                        <a:latin typeface="Inter"/>
                        <a:ea typeface="Inter"/>
                        <a:cs typeface="Inter"/>
                        <a:sym typeface="Inter"/>
                      </a:endParaRPr>
                    </a:p>
                  </a:txBody>
                  <a:tcPr marT="19050" marB="19050" marR="47625" marL="47625" anchor="ct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solidFill>
                            <a:srgbClr val="3F3F3F"/>
                          </a:solidFill>
                          <a:latin typeface="Inter"/>
                          <a:ea typeface="Inter"/>
                          <a:cs typeface="Inter"/>
                          <a:sym typeface="Inter"/>
                        </a:rPr>
                        <a:t>Work meets all Industry Standards.</a:t>
                      </a:r>
                      <a:endParaRPr sz="1100" u="none" cap="none" strike="noStrike">
                        <a:solidFill>
                          <a:srgbClr val="3F3F3F"/>
                        </a:solidFill>
                        <a:latin typeface="Inter"/>
                        <a:ea typeface="Inter"/>
                        <a:cs typeface="Inter"/>
                        <a:sym typeface="Inter"/>
                      </a:endParaRPr>
                    </a:p>
                  </a:txBody>
                  <a:tcPr marT="19050" marB="19050" marR="47625" marL="47625" anchor="ctr"/>
                </a:tc>
              </a:tr>
              <a:tr h="375050">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solidFill>
                            <a:srgbClr val="3F3F3F"/>
                          </a:solidFill>
                          <a:latin typeface="Inter"/>
                          <a:ea typeface="Inter"/>
                          <a:cs typeface="Inter"/>
                          <a:sym typeface="Inter"/>
                        </a:rPr>
                        <a:t>Verification</a:t>
                      </a:r>
                      <a:endParaRPr sz="1100" u="none" cap="none" strike="noStrike">
                        <a:solidFill>
                          <a:srgbClr val="3F3F3F"/>
                        </a:solidFill>
                        <a:latin typeface="Inter"/>
                        <a:ea typeface="Inter"/>
                        <a:cs typeface="Inter"/>
                        <a:sym typeface="Inter"/>
                      </a:endParaRPr>
                    </a:p>
                  </a:txBody>
                  <a:tcPr marT="19050" marB="19050" marR="47625" marL="47625" anchor="ct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solidFill>
                            <a:srgbClr val="3F3F3F"/>
                          </a:solidFill>
                          <a:latin typeface="Inter"/>
                          <a:ea typeface="Inter"/>
                          <a:cs typeface="Inter"/>
                          <a:sym typeface="Inter"/>
                        </a:rPr>
                        <a:t>Work reviewed by multiple members &amp; verified on multiple systems.</a:t>
                      </a:r>
                      <a:endParaRPr sz="1100" u="none" cap="none" strike="noStrike">
                        <a:solidFill>
                          <a:srgbClr val="3F3F3F"/>
                        </a:solidFill>
                        <a:latin typeface="Inter"/>
                        <a:ea typeface="Inter"/>
                        <a:cs typeface="Inter"/>
                        <a:sym typeface="Inter"/>
                      </a:endParaRPr>
                    </a:p>
                  </a:txBody>
                  <a:tcPr marT="19050" marB="19050" marR="47625" marL="47625" anchor="ctr"/>
                </a:tc>
              </a:tr>
              <a:tr h="375050">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solidFill>
                            <a:srgbClr val="3F3F3F"/>
                          </a:solidFill>
                          <a:latin typeface="Inter"/>
                          <a:ea typeface="Inter"/>
                          <a:cs typeface="Inter"/>
                          <a:sym typeface="Inter"/>
                        </a:rPr>
                        <a:t>Documentation</a:t>
                      </a:r>
                      <a:endParaRPr sz="1100" u="none" cap="none" strike="noStrike">
                        <a:solidFill>
                          <a:srgbClr val="3F3F3F"/>
                        </a:solidFill>
                        <a:latin typeface="Inter"/>
                        <a:ea typeface="Inter"/>
                        <a:cs typeface="Inter"/>
                        <a:sym typeface="Inter"/>
                      </a:endParaRPr>
                    </a:p>
                  </a:txBody>
                  <a:tcPr marT="19050" marB="19050" marR="47625" marL="47625" anchor="ct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solidFill>
                            <a:srgbClr val="3F3F3F"/>
                          </a:solidFill>
                          <a:latin typeface="Inter"/>
                          <a:ea typeface="Inter"/>
                          <a:cs typeface="Inter"/>
                          <a:sym typeface="Inter"/>
                        </a:rPr>
                        <a:t>All necessary docs tagged or updated along with code push.</a:t>
                      </a:r>
                      <a:endParaRPr sz="1100" u="none" cap="none" strike="noStrike">
                        <a:solidFill>
                          <a:srgbClr val="3F3F3F"/>
                        </a:solidFill>
                        <a:latin typeface="Inter"/>
                        <a:ea typeface="Inter"/>
                        <a:cs typeface="Inter"/>
                        <a:sym typeface="Inter"/>
                      </a:endParaRPr>
                    </a:p>
                  </a:txBody>
                  <a:tcPr marT="19050" marB="19050" marR="47625" marL="47625" anchor="ctr"/>
                </a:tc>
              </a:tr>
              <a:tr h="375050">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solidFill>
                            <a:srgbClr val="3F3F3F"/>
                          </a:solidFill>
                          <a:latin typeface="Inter"/>
                          <a:ea typeface="Inter"/>
                          <a:cs typeface="Inter"/>
                          <a:sym typeface="Inter"/>
                        </a:rPr>
                        <a:t>Testing</a:t>
                      </a:r>
                      <a:endParaRPr sz="1100" u="none" cap="none" strike="noStrike">
                        <a:solidFill>
                          <a:srgbClr val="3F3F3F"/>
                        </a:solidFill>
                        <a:latin typeface="Inter"/>
                        <a:ea typeface="Inter"/>
                        <a:cs typeface="Inter"/>
                        <a:sym typeface="Inter"/>
                      </a:endParaRPr>
                    </a:p>
                  </a:txBody>
                  <a:tcPr marT="19050" marB="19050" marR="47625" marL="47625" anchor="ct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solidFill>
                            <a:srgbClr val="3F3F3F"/>
                          </a:solidFill>
                          <a:latin typeface="Inter"/>
                          <a:ea typeface="Inter"/>
                          <a:cs typeface="Inter"/>
                          <a:sym typeface="Inter"/>
                        </a:rPr>
                        <a:t>All pre-defined test scenarios must be passed.</a:t>
                      </a:r>
                      <a:endParaRPr sz="1100" u="none" cap="none" strike="noStrike">
                        <a:solidFill>
                          <a:srgbClr val="3F3F3F"/>
                        </a:solidFill>
                        <a:latin typeface="Inter"/>
                        <a:ea typeface="Inter"/>
                        <a:cs typeface="Inter"/>
                        <a:sym typeface="Inter"/>
                      </a:endParaRPr>
                    </a:p>
                  </a:txBody>
                  <a:tcPr marT="19050" marB="19050" marR="47625" marL="47625" anchor="ct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55"/>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Persona - 1: The </a:t>
            </a:r>
            <a:r>
              <a:rPr lang="en"/>
              <a:t>Practitioner</a:t>
            </a:r>
            <a:endParaRPr i="1"/>
          </a:p>
        </p:txBody>
      </p:sp>
      <p:pic>
        <p:nvPicPr>
          <p:cNvPr id="311" name="Google Shape;311;p55"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pic>
        <p:nvPicPr>
          <p:cNvPr descr="image.png" id="312" name="Google Shape;312;p55"/>
          <p:cNvPicPr preferRelativeResize="0"/>
          <p:nvPr/>
        </p:nvPicPr>
        <p:blipFill rotWithShape="1">
          <a:blip r:embed="rId4">
            <a:alphaModFix/>
          </a:blip>
          <a:srcRect b="0" l="0" r="0" t="0"/>
          <a:stretch/>
        </p:blipFill>
        <p:spPr>
          <a:xfrm>
            <a:off x="5542099" y="1503759"/>
            <a:ext cx="3023257" cy="2857500"/>
          </a:xfrm>
          <a:prstGeom prst="rect">
            <a:avLst/>
          </a:prstGeom>
          <a:noFill/>
          <a:ln>
            <a:noFill/>
          </a:ln>
        </p:spPr>
      </p:pic>
      <p:sp>
        <p:nvSpPr>
          <p:cNvPr id="313" name="Google Shape;313;p55"/>
          <p:cNvSpPr txBox="1"/>
          <p:nvPr/>
        </p:nvSpPr>
        <p:spPr>
          <a:xfrm>
            <a:off x="578644" y="2417155"/>
            <a:ext cx="4534800" cy="678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1050" u="none" cap="none" strike="noStrike">
                <a:solidFill>
                  <a:schemeClr val="dk1"/>
                </a:solidFill>
                <a:latin typeface="Inter"/>
                <a:ea typeface="Inter"/>
                <a:cs typeface="Inter"/>
                <a:sym typeface="Inter"/>
              </a:rPr>
              <a:t>An expert in orthopedic medicine with 15 years of experience. Sarah operates in high-volume clinics where diagnostic speed is paramount to patient throughput and surgical triage.</a:t>
            </a:r>
            <a:endParaRPr b="0" i="0" sz="1100" u="none" cap="none" strike="noStrike">
              <a:solidFill>
                <a:schemeClr val="dk1"/>
              </a:solidFill>
              <a:latin typeface="Arial"/>
              <a:ea typeface="Arial"/>
              <a:cs typeface="Arial"/>
              <a:sym typeface="Arial"/>
            </a:endParaRPr>
          </a:p>
        </p:txBody>
      </p:sp>
      <p:sp>
        <p:nvSpPr>
          <p:cNvPr id="314" name="Google Shape;314;p55"/>
          <p:cNvSpPr txBox="1"/>
          <p:nvPr/>
        </p:nvSpPr>
        <p:spPr>
          <a:xfrm>
            <a:off x="578644" y="1699990"/>
            <a:ext cx="4534800" cy="123000"/>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0" i="0" lang="en" sz="800" u="none" cap="none" strike="noStrike">
                <a:solidFill>
                  <a:schemeClr val="dk1"/>
                </a:solidFill>
                <a:latin typeface="Inter SemiBold"/>
                <a:ea typeface="Inter SemiBold"/>
                <a:cs typeface="Inter SemiBold"/>
                <a:sym typeface="Inter SemiBold"/>
              </a:rPr>
              <a:t>ORTHOPEDIC SURGEON | URBAN TEACHING HOSPITAL</a:t>
            </a:r>
            <a:endParaRPr b="0" i="0" sz="1100" u="none" cap="none" strike="noStrike">
              <a:solidFill>
                <a:schemeClr val="dk1"/>
              </a:solidFill>
              <a:latin typeface="Arial"/>
              <a:ea typeface="Arial"/>
              <a:cs typeface="Arial"/>
              <a:sym typeface="Arial"/>
            </a:endParaRPr>
          </a:p>
        </p:txBody>
      </p:sp>
      <p:sp>
        <p:nvSpPr>
          <p:cNvPr id="315" name="Google Shape;315;p55"/>
          <p:cNvSpPr txBox="1"/>
          <p:nvPr/>
        </p:nvSpPr>
        <p:spPr>
          <a:xfrm>
            <a:off x="578644" y="1959955"/>
            <a:ext cx="47616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1800" u="none" cap="none" strike="noStrike">
                <a:solidFill>
                  <a:schemeClr val="dk1"/>
                </a:solidFill>
                <a:latin typeface="Inter"/>
                <a:ea typeface="Inter"/>
                <a:cs typeface="Inter"/>
                <a:sym typeface="Inter"/>
              </a:rPr>
              <a:t>Dr. Sarah Chen, 42</a:t>
            </a:r>
            <a:endParaRPr b="0" i="0" sz="1050" u="none" cap="none" strike="noStrike">
              <a:solidFill>
                <a:schemeClr val="dk1"/>
              </a:solidFill>
              <a:latin typeface="Arial"/>
              <a:ea typeface="Arial"/>
              <a:cs typeface="Arial"/>
              <a:sym typeface="Arial"/>
            </a:endParaRPr>
          </a:p>
        </p:txBody>
      </p:sp>
      <p:sp>
        <p:nvSpPr>
          <p:cNvPr id="316" name="Google Shape;316;p55"/>
          <p:cNvSpPr txBox="1"/>
          <p:nvPr/>
        </p:nvSpPr>
        <p:spPr>
          <a:xfrm>
            <a:off x="664956" y="3260637"/>
            <a:ext cx="2103300" cy="1539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 sz="1000" cap="none" strike="noStrike">
                <a:solidFill>
                  <a:schemeClr val="dk1"/>
                </a:solidFill>
                <a:latin typeface="Inter"/>
                <a:ea typeface="Inter"/>
                <a:cs typeface="Inter"/>
                <a:sym typeface="Inter"/>
              </a:rPr>
              <a:t>KEY GOALS</a:t>
            </a:r>
            <a:endParaRPr b="0" i="0" sz="1100" cap="none" strike="noStrike">
              <a:solidFill>
                <a:schemeClr val="dk1"/>
              </a:solidFill>
              <a:latin typeface="Arial"/>
              <a:ea typeface="Arial"/>
              <a:cs typeface="Arial"/>
              <a:sym typeface="Arial"/>
            </a:endParaRPr>
          </a:p>
        </p:txBody>
      </p:sp>
      <p:sp>
        <p:nvSpPr>
          <p:cNvPr id="317" name="Google Shape;317;p55"/>
          <p:cNvSpPr txBox="1"/>
          <p:nvPr/>
        </p:nvSpPr>
        <p:spPr>
          <a:xfrm>
            <a:off x="685801" y="3579130"/>
            <a:ext cx="2052900" cy="138600"/>
          </a:xfrm>
          <a:prstGeom prst="rect">
            <a:avLst/>
          </a:prstGeom>
          <a:noFill/>
          <a:ln>
            <a:noFill/>
          </a:ln>
        </p:spPr>
        <p:txBody>
          <a:bodyPr anchorCtr="0" anchor="t" bIns="0" lIns="0" spcFirstLastPara="1" rIns="0" wrap="square" tIns="0">
            <a:spAutoFit/>
          </a:bodyPr>
          <a:lstStyle/>
          <a:p>
            <a:pPr indent="-285750" lvl="0" marL="457200" marR="0" rtl="0" algn="l">
              <a:lnSpc>
                <a:spcPct val="160000"/>
              </a:lnSpc>
              <a:spcBef>
                <a:spcPts val="0"/>
              </a:spcBef>
              <a:spcAft>
                <a:spcPts val="0"/>
              </a:spcAft>
              <a:buClr>
                <a:schemeClr val="dk1"/>
              </a:buClr>
              <a:buSzPts val="900"/>
              <a:buFont typeface="Inter"/>
              <a:buChar char="●"/>
            </a:pPr>
            <a:r>
              <a:rPr b="0" i="0" lang="en" sz="900" u="none" cap="none" strike="noStrike">
                <a:solidFill>
                  <a:schemeClr val="dk1"/>
                </a:solidFill>
                <a:latin typeface="Inter"/>
                <a:ea typeface="Inter"/>
                <a:cs typeface="Inter"/>
                <a:sym typeface="Inter"/>
              </a:rPr>
              <a:t>Rapid knee X-ray triage</a:t>
            </a:r>
            <a:endParaRPr b="0" i="0" sz="1100" u="none" cap="none" strike="noStrike">
              <a:solidFill>
                <a:schemeClr val="dk1"/>
              </a:solidFill>
              <a:latin typeface="Arial"/>
              <a:ea typeface="Arial"/>
              <a:cs typeface="Arial"/>
              <a:sym typeface="Arial"/>
            </a:endParaRPr>
          </a:p>
        </p:txBody>
      </p:sp>
      <p:sp>
        <p:nvSpPr>
          <p:cNvPr id="318" name="Google Shape;318;p55"/>
          <p:cNvSpPr txBox="1"/>
          <p:nvPr/>
        </p:nvSpPr>
        <p:spPr>
          <a:xfrm>
            <a:off x="685801" y="3807730"/>
            <a:ext cx="2052900" cy="360300"/>
          </a:xfrm>
          <a:prstGeom prst="rect">
            <a:avLst/>
          </a:prstGeom>
          <a:noFill/>
          <a:ln>
            <a:noFill/>
          </a:ln>
        </p:spPr>
        <p:txBody>
          <a:bodyPr anchorCtr="0" anchor="t" bIns="0" lIns="0" spcFirstLastPara="1" rIns="0" wrap="square" tIns="0">
            <a:spAutoFit/>
          </a:bodyPr>
          <a:lstStyle/>
          <a:p>
            <a:pPr indent="-285750" lvl="0" marL="457200" marR="0" rtl="0" algn="l">
              <a:lnSpc>
                <a:spcPct val="160000"/>
              </a:lnSpc>
              <a:spcBef>
                <a:spcPts val="0"/>
              </a:spcBef>
              <a:spcAft>
                <a:spcPts val="0"/>
              </a:spcAft>
              <a:buClr>
                <a:schemeClr val="dk1"/>
              </a:buClr>
              <a:buSzPts val="900"/>
              <a:buFont typeface="Inter"/>
              <a:buChar char="●"/>
            </a:pPr>
            <a:r>
              <a:rPr b="0" i="0" lang="en" sz="900" u="none" cap="none" strike="noStrike">
                <a:solidFill>
                  <a:schemeClr val="dk1"/>
                </a:solidFill>
                <a:latin typeface="Inter"/>
                <a:ea typeface="Inter"/>
                <a:cs typeface="Inter"/>
                <a:sym typeface="Inter"/>
              </a:rPr>
              <a:t>Reduce initial assessment time</a:t>
            </a:r>
            <a:endParaRPr b="0" i="0" sz="1100" u="none" cap="none" strike="noStrike">
              <a:solidFill>
                <a:schemeClr val="dk1"/>
              </a:solidFill>
              <a:latin typeface="Arial"/>
              <a:ea typeface="Arial"/>
              <a:cs typeface="Arial"/>
              <a:sym typeface="Arial"/>
            </a:endParaRPr>
          </a:p>
        </p:txBody>
      </p:sp>
      <p:sp>
        <p:nvSpPr>
          <p:cNvPr id="319" name="Google Shape;319;p55"/>
          <p:cNvSpPr txBox="1"/>
          <p:nvPr/>
        </p:nvSpPr>
        <p:spPr>
          <a:xfrm>
            <a:off x="664950" y="4258025"/>
            <a:ext cx="2118300" cy="138600"/>
          </a:xfrm>
          <a:prstGeom prst="rect">
            <a:avLst/>
          </a:prstGeom>
          <a:noFill/>
          <a:ln>
            <a:noFill/>
          </a:ln>
        </p:spPr>
        <p:txBody>
          <a:bodyPr anchorCtr="0" anchor="t" bIns="0" lIns="0" spcFirstLastPara="1" rIns="0" wrap="square" tIns="0">
            <a:spAutoFit/>
          </a:bodyPr>
          <a:lstStyle/>
          <a:p>
            <a:pPr indent="-285750" lvl="0" marL="457200" marR="0" rtl="0" algn="l">
              <a:lnSpc>
                <a:spcPct val="160000"/>
              </a:lnSpc>
              <a:spcBef>
                <a:spcPts val="0"/>
              </a:spcBef>
              <a:spcAft>
                <a:spcPts val="0"/>
              </a:spcAft>
              <a:buClr>
                <a:schemeClr val="dk1"/>
              </a:buClr>
              <a:buSzPts val="900"/>
              <a:buFont typeface="Inter"/>
              <a:buChar char="●"/>
            </a:pPr>
            <a:r>
              <a:rPr b="0" i="0" lang="en" sz="900" u="none" cap="none" strike="noStrike">
                <a:solidFill>
                  <a:schemeClr val="dk1"/>
                </a:solidFill>
                <a:latin typeface="Inter"/>
                <a:ea typeface="Inter"/>
                <a:cs typeface="Inter"/>
                <a:sym typeface="Inter"/>
              </a:rPr>
              <a:t>Validation for borderline cases</a:t>
            </a:r>
            <a:endParaRPr b="0" i="0" sz="1100" u="none" cap="none" strike="noStrike">
              <a:solidFill>
                <a:schemeClr val="dk1"/>
              </a:solidFill>
              <a:latin typeface="Arial"/>
              <a:ea typeface="Arial"/>
              <a:cs typeface="Arial"/>
              <a:sym typeface="Arial"/>
            </a:endParaRPr>
          </a:p>
        </p:txBody>
      </p:sp>
      <p:sp>
        <p:nvSpPr>
          <p:cNvPr id="320" name="Google Shape;320;p55"/>
          <p:cNvSpPr txBox="1"/>
          <p:nvPr/>
        </p:nvSpPr>
        <p:spPr>
          <a:xfrm>
            <a:off x="3060315" y="3579130"/>
            <a:ext cx="2053200" cy="138600"/>
          </a:xfrm>
          <a:prstGeom prst="rect">
            <a:avLst/>
          </a:prstGeom>
          <a:noFill/>
          <a:ln>
            <a:noFill/>
          </a:ln>
        </p:spPr>
        <p:txBody>
          <a:bodyPr anchorCtr="0" anchor="t" bIns="0" lIns="0" spcFirstLastPara="1" rIns="0" wrap="square" tIns="0">
            <a:spAutoFit/>
          </a:bodyPr>
          <a:lstStyle/>
          <a:p>
            <a:pPr indent="-285750" lvl="0" marL="457200" marR="0" rtl="0" algn="l">
              <a:lnSpc>
                <a:spcPct val="160000"/>
              </a:lnSpc>
              <a:spcBef>
                <a:spcPts val="0"/>
              </a:spcBef>
              <a:spcAft>
                <a:spcPts val="0"/>
              </a:spcAft>
              <a:buClr>
                <a:schemeClr val="dk1"/>
              </a:buClr>
              <a:buSzPts val="900"/>
              <a:buFont typeface="Inter"/>
              <a:buChar char="●"/>
            </a:pPr>
            <a:r>
              <a:rPr b="0" i="0" lang="en" sz="900" u="none" cap="none" strike="noStrike">
                <a:solidFill>
                  <a:schemeClr val="dk1"/>
                </a:solidFill>
                <a:latin typeface="Inter"/>
                <a:ea typeface="Inter"/>
                <a:cs typeface="Inter"/>
                <a:sym typeface="Inter"/>
              </a:rPr>
              <a:t>Fatigue from patient volume</a:t>
            </a:r>
            <a:endParaRPr b="0" i="0" sz="1100" u="none" cap="none" strike="noStrike">
              <a:solidFill>
                <a:schemeClr val="dk1"/>
              </a:solidFill>
              <a:latin typeface="Arial"/>
              <a:ea typeface="Arial"/>
              <a:cs typeface="Arial"/>
              <a:sym typeface="Arial"/>
            </a:endParaRPr>
          </a:p>
        </p:txBody>
      </p:sp>
      <p:sp>
        <p:nvSpPr>
          <p:cNvPr id="321" name="Google Shape;321;p55"/>
          <p:cNvSpPr txBox="1"/>
          <p:nvPr/>
        </p:nvSpPr>
        <p:spPr>
          <a:xfrm>
            <a:off x="3060315" y="3807730"/>
            <a:ext cx="2053200" cy="138600"/>
          </a:xfrm>
          <a:prstGeom prst="rect">
            <a:avLst/>
          </a:prstGeom>
          <a:noFill/>
          <a:ln>
            <a:noFill/>
          </a:ln>
        </p:spPr>
        <p:txBody>
          <a:bodyPr anchorCtr="0" anchor="t" bIns="0" lIns="0" spcFirstLastPara="1" rIns="0" wrap="square" tIns="0">
            <a:spAutoFit/>
          </a:bodyPr>
          <a:lstStyle/>
          <a:p>
            <a:pPr indent="-285750" lvl="0" marL="457200" marR="0" rtl="0" algn="l">
              <a:lnSpc>
                <a:spcPct val="160000"/>
              </a:lnSpc>
              <a:spcBef>
                <a:spcPts val="0"/>
              </a:spcBef>
              <a:spcAft>
                <a:spcPts val="0"/>
              </a:spcAft>
              <a:buClr>
                <a:schemeClr val="dk1"/>
              </a:buClr>
              <a:buSzPts val="900"/>
              <a:buFont typeface="Inter"/>
              <a:buChar char="●"/>
            </a:pPr>
            <a:r>
              <a:rPr b="0" i="0" lang="en" sz="900" u="none" cap="none" strike="noStrike">
                <a:solidFill>
                  <a:schemeClr val="dk1"/>
                </a:solidFill>
                <a:latin typeface="Inter"/>
                <a:ea typeface="Inter"/>
                <a:cs typeface="Inter"/>
                <a:sym typeface="Inter"/>
              </a:rPr>
              <a:t>Reader reporting variability</a:t>
            </a:r>
            <a:endParaRPr b="0" i="0" sz="1100" u="none" cap="none" strike="noStrike">
              <a:solidFill>
                <a:schemeClr val="dk1"/>
              </a:solidFill>
              <a:latin typeface="Arial"/>
              <a:ea typeface="Arial"/>
              <a:cs typeface="Arial"/>
              <a:sym typeface="Arial"/>
            </a:endParaRPr>
          </a:p>
        </p:txBody>
      </p:sp>
      <p:sp>
        <p:nvSpPr>
          <p:cNvPr id="322" name="Google Shape;322;p55"/>
          <p:cNvSpPr txBox="1"/>
          <p:nvPr/>
        </p:nvSpPr>
        <p:spPr>
          <a:xfrm>
            <a:off x="3060315" y="4036330"/>
            <a:ext cx="2053200" cy="138600"/>
          </a:xfrm>
          <a:prstGeom prst="rect">
            <a:avLst/>
          </a:prstGeom>
          <a:noFill/>
          <a:ln>
            <a:noFill/>
          </a:ln>
        </p:spPr>
        <p:txBody>
          <a:bodyPr anchorCtr="0" anchor="t" bIns="0" lIns="0" spcFirstLastPara="1" rIns="0" wrap="square" tIns="0">
            <a:spAutoFit/>
          </a:bodyPr>
          <a:lstStyle/>
          <a:p>
            <a:pPr indent="-285750" lvl="0" marL="457200" marR="0" rtl="0" algn="l">
              <a:lnSpc>
                <a:spcPct val="160000"/>
              </a:lnSpc>
              <a:spcBef>
                <a:spcPts val="0"/>
              </a:spcBef>
              <a:spcAft>
                <a:spcPts val="0"/>
              </a:spcAft>
              <a:buClr>
                <a:schemeClr val="dk1"/>
              </a:buClr>
              <a:buSzPts val="900"/>
              <a:buFont typeface="Inter"/>
              <a:buChar char="●"/>
            </a:pPr>
            <a:r>
              <a:rPr b="0" i="0" lang="en" sz="900" u="none" cap="none" strike="noStrike">
                <a:solidFill>
                  <a:schemeClr val="dk1"/>
                </a:solidFill>
                <a:latin typeface="Inter"/>
                <a:ea typeface="Inter"/>
                <a:cs typeface="Inter"/>
                <a:sym typeface="Inter"/>
              </a:rPr>
              <a:t>Limited case analysis time</a:t>
            </a:r>
            <a:endParaRPr b="0" i="0" sz="1100" u="none" cap="none" strike="noStrike">
              <a:solidFill>
                <a:schemeClr val="dk1"/>
              </a:solidFill>
              <a:latin typeface="Arial"/>
              <a:ea typeface="Arial"/>
              <a:cs typeface="Arial"/>
              <a:sym typeface="Arial"/>
            </a:endParaRPr>
          </a:p>
        </p:txBody>
      </p:sp>
      <p:pic>
        <p:nvPicPr>
          <p:cNvPr descr="image.png" id="323" name="Google Shape;323;p55"/>
          <p:cNvPicPr preferRelativeResize="0"/>
          <p:nvPr/>
        </p:nvPicPr>
        <p:blipFill rotWithShape="1">
          <a:blip r:embed="rId5">
            <a:alphaModFix/>
          </a:blip>
          <a:srcRect b="0" l="0" r="0" t="0"/>
          <a:stretch/>
        </p:blipFill>
        <p:spPr>
          <a:xfrm>
            <a:off x="5542098" y="1503759"/>
            <a:ext cx="3038885" cy="2857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56"/>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Persona - 2: The Research Coordinator</a:t>
            </a:r>
            <a:endParaRPr i="1"/>
          </a:p>
        </p:txBody>
      </p:sp>
      <p:pic>
        <p:nvPicPr>
          <p:cNvPr id="329" name="Google Shape;329;p56"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pic>
        <p:nvPicPr>
          <p:cNvPr descr="image.png" id="330" name="Google Shape;330;p56"/>
          <p:cNvPicPr preferRelativeResize="0"/>
          <p:nvPr/>
        </p:nvPicPr>
        <p:blipFill rotWithShape="1">
          <a:blip r:embed="rId4">
            <a:alphaModFix/>
          </a:blip>
          <a:srcRect b="0" l="0" r="0" t="0"/>
          <a:stretch/>
        </p:blipFill>
        <p:spPr>
          <a:xfrm>
            <a:off x="5542099" y="1503759"/>
            <a:ext cx="3023257" cy="2857500"/>
          </a:xfrm>
          <a:prstGeom prst="rect">
            <a:avLst/>
          </a:prstGeom>
          <a:noFill/>
          <a:ln>
            <a:noFill/>
          </a:ln>
        </p:spPr>
      </p:pic>
      <p:sp>
        <p:nvSpPr>
          <p:cNvPr id="331" name="Google Shape;331;p56"/>
          <p:cNvSpPr txBox="1"/>
          <p:nvPr/>
        </p:nvSpPr>
        <p:spPr>
          <a:xfrm>
            <a:off x="578644" y="2417155"/>
            <a:ext cx="4534800" cy="937500"/>
          </a:xfrm>
          <a:prstGeom prst="rect">
            <a:avLst/>
          </a:prstGeom>
          <a:noFill/>
          <a:ln>
            <a:noFill/>
          </a:ln>
        </p:spPr>
        <p:txBody>
          <a:bodyPr anchorCtr="0" anchor="t" bIns="0" lIns="0" spcFirstLastPara="1" rIns="0" wrap="square" tIns="0">
            <a:spAutoFit/>
          </a:bodyPr>
          <a:lstStyle/>
          <a:p>
            <a:pPr indent="0" lvl="0" marL="0" rtl="0" algn="l">
              <a:lnSpc>
                <a:spcPct val="160000"/>
              </a:lnSpc>
              <a:spcBef>
                <a:spcPts val="0"/>
              </a:spcBef>
              <a:spcAft>
                <a:spcPts val="0"/>
              </a:spcAft>
              <a:buNone/>
            </a:pPr>
            <a:r>
              <a:rPr lang="en" sz="1050">
                <a:solidFill>
                  <a:schemeClr val="dk1"/>
                </a:solidFill>
                <a:latin typeface="Inter"/>
                <a:ea typeface="Inter"/>
                <a:cs typeface="Inter"/>
                <a:sym typeface="Inter"/>
              </a:rPr>
              <a:t>A data-centric professional managing multi-site studies. Alex focuses on standardization, data integrity, and inter-rater reliability across large datasets.</a:t>
            </a:r>
            <a:endParaRPr sz="1100">
              <a:solidFill>
                <a:schemeClr val="dk1"/>
              </a:solidFill>
            </a:endParaRPr>
          </a:p>
          <a:p>
            <a:pPr indent="0" lvl="0" marL="0" marR="0" rtl="0" algn="l">
              <a:lnSpc>
                <a:spcPct val="160000"/>
              </a:lnSpc>
              <a:spcBef>
                <a:spcPts val="0"/>
              </a:spcBef>
              <a:spcAft>
                <a:spcPts val="0"/>
              </a:spcAft>
              <a:buNone/>
            </a:pPr>
            <a:r>
              <a:t/>
            </a:r>
            <a:endParaRPr sz="1050">
              <a:solidFill>
                <a:schemeClr val="dk1"/>
              </a:solidFill>
              <a:latin typeface="Inter"/>
              <a:ea typeface="Inter"/>
              <a:cs typeface="Inter"/>
              <a:sym typeface="Inter"/>
            </a:endParaRPr>
          </a:p>
        </p:txBody>
      </p:sp>
      <p:sp>
        <p:nvSpPr>
          <p:cNvPr id="332" name="Google Shape;332;p56"/>
          <p:cNvSpPr txBox="1"/>
          <p:nvPr/>
        </p:nvSpPr>
        <p:spPr>
          <a:xfrm>
            <a:off x="578644" y="1699990"/>
            <a:ext cx="4534800" cy="320100"/>
          </a:xfrm>
          <a:prstGeom prst="rect">
            <a:avLst/>
          </a:prstGeom>
          <a:noFill/>
          <a:ln>
            <a:noFill/>
          </a:ln>
        </p:spPr>
        <p:txBody>
          <a:bodyPr anchorCtr="0" anchor="t" bIns="0" lIns="0" spcFirstLastPara="1" rIns="0" wrap="square" tIns="0">
            <a:spAutoFit/>
          </a:bodyPr>
          <a:lstStyle/>
          <a:p>
            <a:pPr indent="0" lvl="0" marL="0" rtl="0" algn="l">
              <a:lnSpc>
                <a:spcPct val="159904"/>
              </a:lnSpc>
              <a:spcBef>
                <a:spcPts val="0"/>
              </a:spcBef>
              <a:spcAft>
                <a:spcPts val="0"/>
              </a:spcAft>
              <a:buClr>
                <a:schemeClr val="dk1"/>
              </a:buClr>
              <a:buFont typeface="Arial"/>
              <a:buNone/>
            </a:pPr>
            <a:r>
              <a:rPr lang="en" sz="800">
                <a:solidFill>
                  <a:schemeClr val="dk1"/>
                </a:solidFill>
                <a:latin typeface="Inter SemiBold"/>
                <a:ea typeface="Inter SemiBold"/>
                <a:cs typeface="Inter SemiBold"/>
                <a:sym typeface="Inter SemiBold"/>
              </a:rPr>
              <a:t>CLINICAL RESEARCH COORDINATOR</a:t>
            </a:r>
            <a:endParaRPr sz="1100">
              <a:solidFill>
                <a:schemeClr val="dk1"/>
              </a:solidFill>
            </a:endParaRPr>
          </a:p>
          <a:p>
            <a:pPr indent="0" lvl="0" marL="0" marR="0" rtl="0" algn="l">
              <a:lnSpc>
                <a:spcPct val="159904"/>
              </a:lnSpc>
              <a:spcBef>
                <a:spcPts val="0"/>
              </a:spcBef>
              <a:spcAft>
                <a:spcPts val="0"/>
              </a:spcAft>
              <a:buNone/>
            </a:pPr>
            <a:r>
              <a:t/>
            </a:r>
            <a:endParaRPr sz="800">
              <a:solidFill>
                <a:schemeClr val="dk1"/>
              </a:solidFill>
              <a:latin typeface="Inter SemiBold"/>
              <a:ea typeface="Inter SemiBold"/>
              <a:cs typeface="Inter SemiBold"/>
              <a:sym typeface="Inter SemiBold"/>
            </a:endParaRPr>
          </a:p>
        </p:txBody>
      </p:sp>
      <p:sp>
        <p:nvSpPr>
          <p:cNvPr id="333" name="Google Shape;333;p56"/>
          <p:cNvSpPr txBox="1"/>
          <p:nvPr/>
        </p:nvSpPr>
        <p:spPr>
          <a:xfrm>
            <a:off x="578644" y="1959955"/>
            <a:ext cx="4761600" cy="5850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2000">
                <a:solidFill>
                  <a:schemeClr val="dk1"/>
                </a:solidFill>
                <a:latin typeface="Inter"/>
                <a:ea typeface="Inter"/>
                <a:cs typeface="Inter"/>
                <a:sym typeface="Inter"/>
              </a:rPr>
              <a:t>Alex Rodriguez, 29</a:t>
            </a:r>
            <a:endParaRPr sz="1100">
              <a:solidFill>
                <a:schemeClr val="dk1"/>
              </a:solidFill>
            </a:endParaRPr>
          </a:p>
          <a:p>
            <a:pPr indent="0" lvl="0" marL="0" marR="0" rtl="0" algn="l">
              <a:lnSpc>
                <a:spcPct val="100000"/>
              </a:lnSpc>
              <a:spcBef>
                <a:spcPts val="0"/>
              </a:spcBef>
              <a:spcAft>
                <a:spcPts val="0"/>
              </a:spcAft>
              <a:buNone/>
            </a:pPr>
            <a:r>
              <a:t/>
            </a:r>
            <a:endParaRPr b="1" sz="1800">
              <a:solidFill>
                <a:schemeClr val="dk1"/>
              </a:solidFill>
              <a:latin typeface="Inter"/>
              <a:ea typeface="Inter"/>
              <a:cs typeface="Inter"/>
              <a:sym typeface="Inter"/>
            </a:endParaRPr>
          </a:p>
        </p:txBody>
      </p:sp>
      <p:pic>
        <p:nvPicPr>
          <p:cNvPr descr="image.png" id="334" name="Google Shape;334;p56"/>
          <p:cNvPicPr preferRelativeResize="0"/>
          <p:nvPr/>
        </p:nvPicPr>
        <p:blipFill rotWithShape="1">
          <a:blip r:embed="rId5">
            <a:alphaModFix/>
          </a:blip>
          <a:srcRect b="0" l="0" r="0" t="0"/>
          <a:stretch/>
        </p:blipFill>
        <p:spPr>
          <a:xfrm>
            <a:off x="5294671" y="1461843"/>
            <a:ext cx="3163530" cy="2768374"/>
          </a:xfrm>
          <a:prstGeom prst="rect">
            <a:avLst/>
          </a:prstGeom>
          <a:noFill/>
          <a:ln>
            <a:noFill/>
          </a:ln>
        </p:spPr>
      </p:pic>
      <p:sp>
        <p:nvSpPr>
          <p:cNvPr id="335" name="Google Shape;335;p56"/>
          <p:cNvSpPr txBox="1"/>
          <p:nvPr/>
        </p:nvSpPr>
        <p:spPr>
          <a:xfrm>
            <a:off x="561549" y="3242718"/>
            <a:ext cx="3427800" cy="1539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 sz="1000" u="none" cap="none" strike="noStrike">
                <a:solidFill>
                  <a:schemeClr val="dk1"/>
                </a:solidFill>
                <a:latin typeface="Inter"/>
                <a:ea typeface="Inter"/>
                <a:cs typeface="Inter"/>
                <a:sym typeface="Inter"/>
              </a:rPr>
              <a:t>STRATEGIC GOALS</a:t>
            </a:r>
            <a:endParaRPr b="0" i="0" sz="1100" u="none" cap="none" strike="noStrike">
              <a:solidFill>
                <a:schemeClr val="dk1"/>
              </a:solidFill>
              <a:latin typeface="Arial"/>
              <a:ea typeface="Arial"/>
              <a:cs typeface="Arial"/>
              <a:sym typeface="Arial"/>
            </a:endParaRPr>
          </a:p>
        </p:txBody>
      </p:sp>
      <p:sp>
        <p:nvSpPr>
          <p:cNvPr id="336" name="Google Shape;336;p56"/>
          <p:cNvSpPr txBox="1"/>
          <p:nvPr/>
        </p:nvSpPr>
        <p:spPr>
          <a:xfrm>
            <a:off x="536447" y="3955073"/>
            <a:ext cx="3427800" cy="1539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 sz="1000" u="none" cap="none" strike="noStrike">
                <a:solidFill>
                  <a:schemeClr val="dk1"/>
                </a:solidFill>
                <a:latin typeface="Inter"/>
                <a:ea typeface="Inter"/>
                <a:cs typeface="Inter"/>
                <a:sym typeface="Inter"/>
              </a:rPr>
              <a:t>OPERATIONAL PAINS</a:t>
            </a:r>
            <a:endParaRPr b="0" i="0" sz="1100" u="none" cap="none" strike="noStrike">
              <a:solidFill>
                <a:schemeClr val="dk1"/>
              </a:solidFill>
              <a:latin typeface="Arial"/>
              <a:ea typeface="Arial"/>
              <a:cs typeface="Arial"/>
              <a:sym typeface="Arial"/>
            </a:endParaRPr>
          </a:p>
        </p:txBody>
      </p:sp>
      <p:sp>
        <p:nvSpPr>
          <p:cNvPr id="337" name="Google Shape;337;p56"/>
          <p:cNvSpPr txBox="1"/>
          <p:nvPr/>
        </p:nvSpPr>
        <p:spPr>
          <a:xfrm>
            <a:off x="561542" y="3481810"/>
            <a:ext cx="16038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chemeClr val="dk1"/>
                </a:solidFill>
                <a:latin typeface="Inter"/>
                <a:ea typeface="Inter"/>
                <a:cs typeface="Inter"/>
                <a:sym typeface="Inter"/>
              </a:rPr>
              <a:t>Standardize severity grading</a:t>
            </a:r>
            <a:endParaRPr b="0" i="0" sz="1100" u="none" cap="none" strike="noStrike">
              <a:solidFill>
                <a:schemeClr val="dk1"/>
              </a:solidFill>
              <a:latin typeface="Arial"/>
              <a:ea typeface="Arial"/>
              <a:cs typeface="Arial"/>
              <a:sym typeface="Arial"/>
            </a:endParaRPr>
          </a:p>
        </p:txBody>
      </p:sp>
      <p:sp>
        <p:nvSpPr>
          <p:cNvPr id="338" name="Google Shape;338;p56"/>
          <p:cNvSpPr txBox="1"/>
          <p:nvPr/>
        </p:nvSpPr>
        <p:spPr>
          <a:xfrm>
            <a:off x="2272470" y="3481810"/>
            <a:ext cx="16038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chemeClr val="dk1"/>
                </a:solidFill>
                <a:latin typeface="Inter"/>
                <a:ea typeface="Inter"/>
                <a:cs typeface="Inter"/>
                <a:sym typeface="Inter"/>
              </a:rPr>
              <a:t>Efficient batch processing</a:t>
            </a:r>
            <a:endParaRPr b="0" i="0" sz="1100" u="none" cap="none" strike="noStrike">
              <a:solidFill>
                <a:schemeClr val="dk1"/>
              </a:solidFill>
              <a:latin typeface="Arial"/>
              <a:ea typeface="Arial"/>
              <a:cs typeface="Arial"/>
              <a:sym typeface="Arial"/>
            </a:endParaRPr>
          </a:p>
        </p:txBody>
      </p:sp>
      <p:sp>
        <p:nvSpPr>
          <p:cNvPr id="339" name="Google Shape;339;p56"/>
          <p:cNvSpPr txBox="1"/>
          <p:nvPr/>
        </p:nvSpPr>
        <p:spPr>
          <a:xfrm>
            <a:off x="561542" y="3710410"/>
            <a:ext cx="16038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chemeClr val="dk1"/>
                </a:solidFill>
                <a:latin typeface="Inter"/>
                <a:ea typeface="Inter"/>
                <a:cs typeface="Inter"/>
                <a:sym typeface="Inter"/>
              </a:rPr>
              <a:t>Structured data exporting</a:t>
            </a:r>
            <a:endParaRPr b="0" i="0" sz="1100" u="none" cap="none" strike="noStrike">
              <a:solidFill>
                <a:schemeClr val="dk1"/>
              </a:solidFill>
              <a:latin typeface="Arial"/>
              <a:ea typeface="Arial"/>
              <a:cs typeface="Arial"/>
              <a:sym typeface="Arial"/>
            </a:endParaRPr>
          </a:p>
        </p:txBody>
      </p:sp>
      <p:sp>
        <p:nvSpPr>
          <p:cNvPr id="340" name="Google Shape;340;p56"/>
          <p:cNvSpPr txBox="1"/>
          <p:nvPr/>
        </p:nvSpPr>
        <p:spPr>
          <a:xfrm>
            <a:off x="2272470" y="3710410"/>
            <a:ext cx="16038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chemeClr val="dk1"/>
                </a:solidFill>
                <a:latin typeface="Inter"/>
                <a:ea typeface="Inter"/>
                <a:cs typeface="Inter"/>
                <a:sym typeface="Inter"/>
              </a:rPr>
              <a:t>Ensure rater reliability</a:t>
            </a:r>
            <a:endParaRPr b="0" i="0" sz="1100" u="none" cap="none" strike="noStrike">
              <a:solidFill>
                <a:schemeClr val="dk1"/>
              </a:solidFill>
              <a:latin typeface="Arial"/>
              <a:ea typeface="Arial"/>
              <a:cs typeface="Arial"/>
              <a:sym typeface="Arial"/>
            </a:endParaRPr>
          </a:p>
        </p:txBody>
      </p:sp>
      <p:sp>
        <p:nvSpPr>
          <p:cNvPr id="341" name="Google Shape;341;p56"/>
          <p:cNvSpPr txBox="1"/>
          <p:nvPr/>
        </p:nvSpPr>
        <p:spPr>
          <a:xfrm>
            <a:off x="625767" y="4180779"/>
            <a:ext cx="1603800" cy="36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chemeClr val="dk1"/>
                </a:solidFill>
                <a:latin typeface="Inter"/>
                <a:ea typeface="Inter"/>
                <a:cs typeface="Inter"/>
                <a:sym typeface="Inter"/>
              </a:rPr>
              <a:t>Manual grading inconsistency</a:t>
            </a:r>
            <a:endParaRPr b="0" i="0" sz="1100" u="none" cap="none" strike="noStrike">
              <a:solidFill>
                <a:schemeClr val="dk1"/>
              </a:solidFill>
              <a:latin typeface="Arial"/>
              <a:ea typeface="Arial"/>
              <a:cs typeface="Arial"/>
              <a:sym typeface="Arial"/>
            </a:endParaRPr>
          </a:p>
        </p:txBody>
      </p:sp>
      <p:sp>
        <p:nvSpPr>
          <p:cNvPr id="342" name="Google Shape;342;p56"/>
          <p:cNvSpPr txBox="1"/>
          <p:nvPr/>
        </p:nvSpPr>
        <p:spPr>
          <a:xfrm>
            <a:off x="2336695" y="4174891"/>
            <a:ext cx="16038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chemeClr val="dk1"/>
                </a:solidFill>
                <a:latin typeface="Inter"/>
                <a:ea typeface="Inter"/>
                <a:cs typeface="Inter"/>
                <a:sym typeface="Inter"/>
              </a:rPr>
              <a:t>Lengthy training cycles</a:t>
            </a:r>
            <a:endParaRPr b="0" i="0" sz="1100" u="none" cap="none" strike="noStrike">
              <a:solidFill>
                <a:schemeClr val="dk1"/>
              </a:solidFill>
              <a:latin typeface="Arial"/>
              <a:ea typeface="Arial"/>
              <a:cs typeface="Arial"/>
              <a:sym typeface="Arial"/>
            </a:endParaRPr>
          </a:p>
        </p:txBody>
      </p:sp>
      <p:sp>
        <p:nvSpPr>
          <p:cNvPr id="343" name="Google Shape;343;p56"/>
          <p:cNvSpPr txBox="1"/>
          <p:nvPr/>
        </p:nvSpPr>
        <p:spPr>
          <a:xfrm>
            <a:off x="625767" y="4612896"/>
            <a:ext cx="16038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chemeClr val="dk1"/>
                </a:solidFill>
                <a:latin typeface="Inter"/>
                <a:ea typeface="Inter"/>
                <a:cs typeface="Inter"/>
                <a:sym typeface="Inter"/>
              </a:rPr>
              <a:t>Historical data re-analysis</a:t>
            </a:r>
            <a:endParaRPr b="0" i="0" sz="1100" u="none" cap="none" strike="noStrike">
              <a:solidFill>
                <a:schemeClr val="dk1"/>
              </a:solidFill>
              <a:latin typeface="Arial"/>
              <a:ea typeface="Arial"/>
              <a:cs typeface="Arial"/>
              <a:sym typeface="Arial"/>
            </a:endParaRPr>
          </a:p>
        </p:txBody>
      </p:sp>
      <p:sp>
        <p:nvSpPr>
          <p:cNvPr id="344" name="Google Shape;344;p56"/>
          <p:cNvSpPr txBox="1"/>
          <p:nvPr/>
        </p:nvSpPr>
        <p:spPr>
          <a:xfrm>
            <a:off x="2336695" y="4403491"/>
            <a:ext cx="16038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chemeClr val="dk1"/>
                </a:solidFill>
                <a:latin typeface="Inter"/>
                <a:ea typeface="Inter"/>
                <a:cs typeface="Inter"/>
                <a:sym typeface="Inter"/>
              </a:rPr>
              <a:t>Audit trail requirements</a:t>
            </a:r>
            <a:endParaRPr b="0" i="0" sz="1100" u="none" cap="none" strike="noStrike">
              <a:solidFill>
                <a:schemeClr val="dk1"/>
              </a:solidFill>
              <a:latin typeface="Arial"/>
              <a:ea typeface="Arial"/>
              <a:cs typeface="Arial"/>
              <a:sym typeface="Arial"/>
            </a:endParaRPr>
          </a:p>
        </p:txBody>
      </p:sp>
      <p:sp>
        <p:nvSpPr>
          <p:cNvPr id="345" name="Google Shape;345;p56"/>
          <p:cNvSpPr txBox="1"/>
          <p:nvPr/>
        </p:nvSpPr>
        <p:spPr>
          <a:xfrm>
            <a:off x="625086" y="3426160"/>
            <a:ext cx="573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rgbClr val="FFFFFF"/>
                </a:solidFill>
                <a:latin typeface="Inter"/>
                <a:ea typeface="Inter"/>
                <a:cs typeface="Inter"/>
                <a:sym typeface="Inter"/>
              </a:rPr>
              <a:t>•</a:t>
            </a:r>
            <a:endParaRPr b="0" i="0" sz="1100" u="none" cap="none" strike="noStrike">
              <a:solidFill>
                <a:srgbClr val="FFFFFF"/>
              </a:solidFill>
              <a:latin typeface="Arial"/>
              <a:ea typeface="Arial"/>
              <a:cs typeface="Arial"/>
              <a:sym typeface="Arial"/>
            </a:endParaRPr>
          </a:p>
        </p:txBody>
      </p:sp>
      <p:sp>
        <p:nvSpPr>
          <p:cNvPr id="346" name="Google Shape;346;p56"/>
          <p:cNvSpPr txBox="1"/>
          <p:nvPr/>
        </p:nvSpPr>
        <p:spPr>
          <a:xfrm>
            <a:off x="2336014" y="3426160"/>
            <a:ext cx="57300" cy="16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t/>
            </a:r>
            <a:endParaRPr b="0" i="0" sz="1100" u="none" cap="none" strike="noStrike">
              <a:solidFill>
                <a:srgbClr val="FFFFFF"/>
              </a:solidFill>
              <a:latin typeface="Arial"/>
              <a:ea typeface="Arial"/>
              <a:cs typeface="Arial"/>
              <a:sym typeface="Arial"/>
            </a:endParaRPr>
          </a:p>
        </p:txBody>
      </p:sp>
      <p:sp>
        <p:nvSpPr>
          <p:cNvPr id="347" name="Google Shape;347;p56"/>
          <p:cNvSpPr txBox="1"/>
          <p:nvPr/>
        </p:nvSpPr>
        <p:spPr>
          <a:xfrm>
            <a:off x="625086" y="3654760"/>
            <a:ext cx="573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rgbClr val="FFFFFF"/>
                </a:solidFill>
                <a:latin typeface="Inter"/>
                <a:ea typeface="Inter"/>
                <a:cs typeface="Inter"/>
                <a:sym typeface="Inter"/>
              </a:rPr>
              <a:t>•</a:t>
            </a:r>
            <a:endParaRPr b="0" i="0" sz="1100" u="none" cap="none" strike="noStrike">
              <a:solidFill>
                <a:srgbClr val="FFFFFF"/>
              </a:solidFill>
              <a:latin typeface="Arial"/>
              <a:ea typeface="Arial"/>
              <a:cs typeface="Arial"/>
              <a:sym typeface="Arial"/>
            </a:endParaRPr>
          </a:p>
        </p:txBody>
      </p:sp>
      <p:sp>
        <p:nvSpPr>
          <p:cNvPr id="348" name="Google Shape;348;p56"/>
          <p:cNvSpPr txBox="1"/>
          <p:nvPr/>
        </p:nvSpPr>
        <p:spPr>
          <a:xfrm>
            <a:off x="2336014" y="3654760"/>
            <a:ext cx="573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rgbClr val="FFFFFF"/>
                </a:solidFill>
                <a:latin typeface="Inter"/>
                <a:ea typeface="Inter"/>
                <a:cs typeface="Inter"/>
                <a:sym typeface="Inter"/>
              </a:rPr>
              <a:t>•</a:t>
            </a:r>
            <a:endParaRPr b="0" i="0" sz="1100" u="none" cap="none" strike="noStrike">
              <a:solidFill>
                <a:srgbClr val="FFFFFF"/>
              </a:solidFill>
              <a:latin typeface="Arial"/>
              <a:ea typeface="Arial"/>
              <a:cs typeface="Arial"/>
              <a:sym typeface="Arial"/>
            </a:endParaRPr>
          </a:p>
        </p:txBody>
      </p:sp>
      <p:sp>
        <p:nvSpPr>
          <p:cNvPr id="349" name="Google Shape;349;p56"/>
          <p:cNvSpPr txBox="1"/>
          <p:nvPr/>
        </p:nvSpPr>
        <p:spPr>
          <a:xfrm>
            <a:off x="625086" y="4337441"/>
            <a:ext cx="573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rgbClr val="FFFFFF"/>
                </a:solidFill>
                <a:latin typeface="Inter"/>
                <a:ea typeface="Inter"/>
                <a:cs typeface="Inter"/>
                <a:sym typeface="Inter"/>
              </a:rPr>
              <a:t>•</a:t>
            </a:r>
            <a:endParaRPr b="0" i="0" sz="1100" u="none" cap="none" strike="noStrike">
              <a:solidFill>
                <a:srgbClr val="FFFFFF"/>
              </a:solidFill>
              <a:latin typeface="Arial"/>
              <a:ea typeface="Arial"/>
              <a:cs typeface="Arial"/>
              <a:sym typeface="Arial"/>
            </a:endParaRPr>
          </a:p>
        </p:txBody>
      </p:sp>
      <p:sp>
        <p:nvSpPr>
          <p:cNvPr id="350" name="Google Shape;350;p56"/>
          <p:cNvSpPr txBox="1"/>
          <p:nvPr/>
        </p:nvSpPr>
        <p:spPr>
          <a:xfrm>
            <a:off x="2336014" y="4337441"/>
            <a:ext cx="573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rgbClr val="FFFFFF"/>
                </a:solidFill>
                <a:latin typeface="Inter"/>
                <a:ea typeface="Inter"/>
                <a:cs typeface="Inter"/>
                <a:sym typeface="Inter"/>
              </a:rPr>
              <a:t>•</a:t>
            </a:r>
            <a:endParaRPr b="0" i="0" sz="1100" u="none" cap="none" strike="noStrike">
              <a:solidFill>
                <a:srgbClr val="FFFFFF"/>
              </a:solidFill>
              <a:latin typeface="Arial"/>
              <a:ea typeface="Arial"/>
              <a:cs typeface="Arial"/>
              <a:sym typeface="Arial"/>
            </a:endParaRPr>
          </a:p>
        </p:txBody>
      </p:sp>
      <p:sp>
        <p:nvSpPr>
          <p:cNvPr id="351" name="Google Shape;351;p56"/>
          <p:cNvSpPr txBox="1"/>
          <p:nvPr/>
        </p:nvSpPr>
        <p:spPr>
          <a:xfrm>
            <a:off x="625086" y="4566041"/>
            <a:ext cx="573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rgbClr val="FFFFFF"/>
                </a:solidFill>
                <a:latin typeface="Inter"/>
                <a:ea typeface="Inter"/>
                <a:cs typeface="Inter"/>
                <a:sym typeface="Inter"/>
              </a:rPr>
              <a:t>•</a:t>
            </a:r>
            <a:endParaRPr b="0" i="0" sz="1100" u="none" cap="none" strike="noStrike">
              <a:solidFill>
                <a:srgbClr val="FFFFFF"/>
              </a:solidFill>
              <a:latin typeface="Arial"/>
              <a:ea typeface="Arial"/>
              <a:cs typeface="Arial"/>
              <a:sym typeface="Arial"/>
            </a:endParaRPr>
          </a:p>
        </p:txBody>
      </p:sp>
      <p:sp>
        <p:nvSpPr>
          <p:cNvPr id="352" name="Google Shape;352;p56"/>
          <p:cNvSpPr txBox="1"/>
          <p:nvPr/>
        </p:nvSpPr>
        <p:spPr>
          <a:xfrm>
            <a:off x="2336014" y="4566041"/>
            <a:ext cx="573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rgbClr val="FFFFFF"/>
                </a:solidFill>
                <a:latin typeface="Inter"/>
                <a:ea typeface="Inter"/>
                <a:cs typeface="Inter"/>
                <a:sym typeface="Inter"/>
              </a:rPr>
              <a:t>•</a:t>
            </a:r>
            <a:endParaRPr b="0" i="0" sz="1100" u="none" cap="none" strike="noStrike">
              <a:solidFill>
                <a:srgbClr val="FFFFFF"/>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57"/>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Persona - 3: The Learner</a:t>
            </a:r>
            <a:endParaRPr i="1"/>
          </a:p>
        </p:txBody>
      </p:sp>
      <p:sp>
        <p:nvSpPr>
          <p:cNvPr id="358" name="Google Shape;358;p57"/>
          <p:cNvSpPr txBox="1"/>
          <p:nvPr/>
        </p:nvSpPr>
        <p:spPr>
          <a:xfrm>
            <a:off x="4030414" y="2417155"/>
            <a:ext cx="4534800" cy="678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1050" u="none" cap="none" strike="noStrike">
                <a:solidFill>
                  <a:schemeClr val="dk1"/>
                </a:solidFill>
                <a:latin typeface="Inter"/>
                <a:ea typeface="Inter"/>
                <a:cs typeface="Inter"/>
                <a:sym typeface="Inter"/>
              </a:rPr>
              <a:t>A digital native in her clinical rotations. Maya uses the platform as a pedagogical tool to build pattern recognition skills and diagnostic confidence before her residency.</a:t>
            </a:r>
            <a:endParaRPr b="0" i="0" sz="1100" u="none" cap="none" strike="noStrike">
              <a:solidFill>
                <a:schemeClr val="dk1"/>
              </a:solidFill>
              <a:latin typeface="Arial"/>
              <a:ea typeface="Arial"/>
              <a:cs typeface="Arial"/>
              <a:sym typeface="Arial"/>
            </a:endParaRPr>
          </a:p>
        </p:txBody>
      </p:sp>
      <p:sp>
        <p:nvSpPr>
          <p:cNvPr id="359" name="Google Shape;359;p57"/>
          <p:cNvSpPr txBox="1"/>
          <p:nvPr/>
        </p:nvSpPr>
        <p:spPr>
          <a:xfrm>
            <a:off x="4030414" y="1699990"/>
            <a:ext cx="4534800" cy="123000"/>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0" i="0" lang="en" sz="800" u="none" cap="none" strike="noStrike">
                <a:solidFill>
                  <a:schemeClr val="dk1"/>
                </a:solidFill>
                <a:latin typeface="Inter SemiBold"/>
                <a:ea typeface="Inter SemiBold"/>
                <a:cs typeface="Inter SemiBold"/>
                <a:sym typeface="Inter SemiBold"/>
              </a:rPr>
              <a:t>3RD YEAR MEDICAL STUDENT</a:t>
            </a:r>
            <a:endParaRPr b="0" i="0" sz="1100" u="none" cap="none" strike="noStrike">
              <a:solidFill>
                <a:schemeClr val="dk1"/>
              </a:solidFill>
              <a:latin typeface="Arial"/>
              <a:ea typeface="Arial"/>
              <a:cs typeface="Arial"/>
              <a:sym typeface="Arial"/>
            </a:endParaRPr>
          </a:p>
        </p:txBody>
      </p:sp>
      <p:sp>
        <p:nvSpPr>
          <p:cNvPr id="360" name="Google Shape;360;p57"/>
          <p:cNvSpPr txBox="1"/>
          <p:nvPr/>
        </p:nvSpPr>
        <p:spPr>
          <a:xfrm>
            <a:off x="4030414" y="1959955"/>
            <a:ext cx="4761600" cy="30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2000" u="none" cap="none" strike="noStrike">
                <a:solidFill>
                  <a:schemeClr val="dk1"/>
                </a:solidFill>
                <a:latin typeface="Inter"/>
                <a:ea typeface="Inter"/>
                <a:cs typeface="Inter"/>
                <a:sym typeface="Inter"/>
              </a:rPr>
              <a:t>Maya Patel, 24</a:t>
            </a:r>
            <a:endParaRPr b="0" i="0" sz="1100" u="none" cap="none" strike="noStrike">
              <a:solidFill>
                <a:schemeClr val="dk1"/>
              </a:solidFill>
              <a:latin typeface="Arial"/>
              <a:ea typeface="Arial"/>
              <a:cs typeface="Arial"/>
              <a:sym typeface="Arial"/>
            </a:endParaRPr>
          </a:p>
        </p:txBody>
      </p:sp>
      <p:sp>
        <p:nvSpPr>
          <p:cNvPr id="361" name="Google Shape;361;p57"/>
          <p:cNvSpPr txBox="1"/>
          <p:nvPr/>
        </p:nvSpPr>
        <p:spPr>
          <a:xfrm>
            <a:off x="4111656" y="3359312"/>
            <a:ext cx="2073300" cy="1539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 sz="1000" u="none" cap="none" strike="noStrike">
                <a:solidFill>
                  <a:schemeClr val="dk1"/>
                </a:solidFill>
                <a:latin typeface="Inter"/>
                <a:ea typeface="Inter"/>
                <a:cs typeface="Inter"/>
                <a:sym typeface="Inter"/>
              </a:rPr>
              <a:t>LEARNING GOALS</a:t>
            </a:r>
            <a:endParaRPr b="0" i="0" sz="1100" u="none" cap="none" strike="noStrike">
              <a:solidFill>
                <a:schemeClr val="dk1"/>
              </a:solidFill>
              <a:latin typeface="Arial"/>
              <a:ea typeface="Arial"/>
              <a:cs typeface="Arial"/>
              <a:sym typeface="Arial"/>
            </a:endParaRPr>
          </a:p>
        </p:txBody>
      </p:sp>
      <p:sp>
        <p:nvSpPr>
          <p:cNvPr id="362" name="Google Shape;362;p57"/>
          <p:cNvSpPr txBox="1"/>
          <p:nvPr/>
        </p:nvSpPr>
        <p:spPr>
          <a:xfrm>
            <a:off x="6486284" y="3359312"/>
            <a:ext cx="2073300" cy="1539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 sz="1000" u="none" cap="none" strike="noStrike">
                <a:solidFill>
                  <a:schemeClr val="dk1"/>
                </a:solidFill>
                <a:latin typeface="Inter"/>
                <a:ea typeface="Inter"/>
                <a:cs typeface="Inter"/>
                <a:sym typeface="Inter"/>
              </a:rPr>
              <a:t>ACCESS OBSTACLES</a:t>
            </a:r>
            <a:endParaRPr b="0" i="0" sz="1100" u="none" cap="none" strike="noStrike">
              <a:solidFill>
                <a:schemeClr val="dk1"/>
              </a:solidFill>
              <a:latin typeface="Arial"/>
              <a:ea typeface="Arial"/>
              <a:cs typeface="Arial"/>
              <a:sym typeface="Arial"/>
            </a:endParaRPr>
          </a:p>
        </p:txBody>
      </p:sp>
      <p:sp>
        <p:nvSpPr>
          <p:cNvPr id="363" name="Google Shape;363;p57"/>
          <p:cNvSpPr txBox="1"/>
          <p:nvPr/>
        </p:nvSpPr>
        <p:spPr>
          <a:xfrm>
            <a:off x="4137570" y="3579130"/>
            <a:ext cx="20532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chemeClr val="dk1"/>
                </a:solidFill>
                <a:latin typeface="Inter"/>
                <a:ea typeface="Inter"/>
                <a:cs typeface="Inter"/>
                <a:sym typeface="Inter"/>
              </a:rPr>
              <a:t>Identify radiographic signs</a:t>
            </a:r>
            <a:endParaRPr b="0" i="0" sz="1100" u="none" cap="none" strike="noStrike">
              <a:solidFill>
                <a:schemeClr val="dk1"/>
              </a:solidFill>
              <a:latin typeface="Arial"/>
              <a:ea typeface="Arial"/>
              <a:cs typeface="Arial"/>
              <a:sym typeface="Arial"/>
            </a:endParaRPr>
          </a:p>
        </p:txBody>
      </p:sp>
      <p:sp>
        <p:nvSpPr>
          <p:cNvPr id="364" name="Google Shape;364;p57"/>
          <p:cNvSpPr txBox="1"/>
          <p:nvPr/>
        </p:nvSpPr>
        <p:spPr>
          <a:xfrm>
            <a:off x="4137570" y="3807730"/>
            <a:ext cx="20532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chemeClr val="dk1"/>
                </a:solidFill>
                <a:latin typeface="Inter"/>
                <a:ea typeface="Inter"/>
                <a:cs typeface="Inter"/>
                <a:sym typeface="Inter"/>
              </a:rPr>
              <a:t>Immediate feedback practice</a:t>
            </a:r>
            <a:endParaRPr b="0" i="0" sz="1100" u="none" cap="none" strike="noStrike">
              <a:solidFill>
                <a:schemeClr val="dk1"/>
              </a:solidFill>
              <a:latin typeface="Arial"/>
              <a:ea typeface="Arial"/>
              <a:cs typeface="Arial"/>
              <a:sym typeface="Arial"/>
            </a:endParaRPr>
          </a:p>
        </p:txBody>
      </p:sp>
      <p:sp>
        <p:nvSpPr>
          <p:cNvPr id="365" name="Google Shape;365;p57"/>
          <p:cNvSpPr txBox="1"/>
          <p:nvPr/>
        </p:nvSpPr>
        <p:spPr>
          <a:xfrm>
            <a:off x="4137570" y="4036330"/>
            <a:ext cx="20532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chemeClr val="dk1"/>
                </a:solidFill>
                <a:latin typeface="Inter"/>
                <a:ea typeface="Inter"/>
                <a:cs typeface="Inter"/>
                <a:sym typeface="Inter"/>
              </a:rPr>
              <a:t>Grade/Clinical correlation</a:t>
            </a:r>
            <a:endParaRPr b="0" i="0" sz="1100" u="none" cap="none" strike="noStrike">
              <a:solidFill>
                <a:schemeClr val="dk1"/>
              </a:solidFill>
              <a:latin typeface="Arial"/>
              <a:ea typeface="Arial"/>
              <a:cs typeface="Arial"/>
              <a:sym typeface="Arial"/>
            </a:endParaRPr>
          </a:p>
        </p:txBody>
      </p:sp>
      <p:sp>
        <p:nvSpPr>
          <p:cNvPr id="366" name="Google Shape;366;p57"/>
          <p:cNvSpPr txBox="1"/>
          <p:nvPr/>
        </p:nvSpPr>
        <p:spPr>
          <a:xfrm>
            <a:off x="6512198" y="3579130"/>
            <a:ext cx="20532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chemeClr val="dk1"/>
                </a:solidFill>
                <a:latin typeface="Inter"/>
                <a:ea typeface="Inter"/>
                <a:cs typeface="Inter"/>
                <a:sym typeface="Inter"/>
              </a:rPr>
              <a:t>Limited diverse case access</a:t>
            </a:r>
            <a:endParaRPr b="0" i="0" sz="1100" u="none" cap="none" strike="noStrike">
              <a:solidFill>
                <a:schemeClr val="dk1"/>
              </a:solidFill>
              <a:latin typeface="Arial"/>
              <a:ea typeface="Arial"/>
              <a:cs typeface="Arial"/>
              <a:sym typeface="Arial"/>
            </a:endParaRPr>
          </a:p>
        </p:txBody>
      </p:sp>
      <p:sp>
        <p:nvSpPr>
          <p:cNvPr id="367" name="Google Shape;367;p57"/>
          <p:cNvSpPr txBox="1"/>
          <p:nvPr/>
        </p:nvSpPr>
        <p:spPr>
          <a:xfrm>
            <a:off x="6512198" y="3807730"/>
            <a:ext cx="20532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chemeClr val="dk1"/>
                </a:solidFill>
                <a:latin typeface="Inter"/>
                <a:ea typeface="Inter"/>
                <a:cs typeface="Inter"/>
                <a:sym typeface="Inter"/>
              </a:rPr>
              <a:t>Assessment uncertainty</a:t>
            </a:r>
            <a:endParaRPr b="0" i="0" sz="1100" u="none" cap="none" strike="noStrike">
              <a:solidFill>
                <a:schemeClr val="dk1"/>
              </a:solidFill>
              <a:latin typeface="Arial"/>
              <a:ea typeface="Arial"/>
              <a:cs typeface="Arial"/>
              <a:sym typeface="Arial"/>
            </a:endParaRPr>
          </a:p>
        </p:txBody>
      </p:sp>
      <p:sp>
        <p:nvSpPr>
          <p:cNvPr id="368" name="Google Shape;368;p57"/>
          <p:cNvSpPr txBox="1"/>
          <p:nvPr/>
        </p:nvSpPr>
        <p:spPr>
          <a:xfrm>
            <a:off x="6512198" y="4036330"/>
            <a:ext cx="20532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chemeClr val="dk1"/>
                </a:solidFill>
                <a:latin typeface="Inter"/>
                <a:ea typeface="Inter"/>
                <a:cs typeface="Inter"/>
                <a:sym typeface="Inter"/>
              </a:rPr>
              <a:t>Limited attending time</a:t>
            </a:r>
            <a:endParaRPr b="0" i="0" sz="1100" u="none" cap="none" strike="noStrike">
              <a:solidFill>
                <a:schemeClr val="dk1"/>
              </a:solidFill>
              <a:latin typeface="Arial"/>
              <a:ea typeface="Arial"/>
              <a:cs typeface="Arial"/>
              <a:sym typeface="Arial"/>
            </a:endParaRPr>
          </a:p>
        </p:txBody>
      </p:sp>
      <p:sp>
        <p:nvSpPr>
          <p:cNvPr id="369" name="Google Shape;369;p57"/>
          <p:cNvSpPr txBox="1"/>
          <p:nvPr/>
        </p:nvSpPr>
        <p:spPr>
          <a:xfrm>
            <a:off x="4030414" y="3579130"/>
            <a:ext cx="573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rgbClr val="FFFFFF"/>
                </a:solidFill>
                <a:latin typeface="Inter"/>
                <a:ea typeface="Inter"/>
                <a:cs typeface="Inter"/>
                <a:sym typeface="Inter"/>
              </a:rPr>
              <a:t>•</a:t>
            </a:r>
            <a:endParaRPr b="0" i="0" sz="1100" u="none" cap="none" strike="noStrike">
              <a:solidFill>
                <a:srgbClr val="FFFFFF"/>
              </a:solidFill>
              <a:latin typeface="Arial"/>
              <a:ea typeface="Arial"/>
              <a:cs typeface="Arial"/>
              <a:sym typeface="Arial"/>
            </a:endParaRPr>
          </a:p>
        </p:txBody>
      </p:sp>
      <p:sp>
        <p:nvSpPr>
          <p:cNvPr id="370" name="Google Shape;370;p57"/>
          <p:cNvSpPr txBox="1"/>
          <p:nvPr/>
        </p:nvSpPr>
        <p:spPr>
          <a:xfrm>
            <a:off x="4030414" y="3807730"/>
            <a:ext cx="573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rgbClr val="FFFFFF"/>
                </a:solidFill>
                <a:latin typeface="Inter"/>
                <a:ea typeface="Inter"/>
                <a:cs typeface="Inter"/>
                <a:sym typeface="Inter"/>
              </a:rPr>
              <a:t>•</a:t>
            </a:r>
            <a:endParaRPr b="0" i="0" sz="1100" u="none" cap="none" strike="noStrike">
              <a:solidFill>
                <a:srgbClr val="FFFFFF"/>
              </a:solidFill>
              <a:latin typeface="Arial"/>
              <a:ea typeface="Arial"/>
              <a:cs typeface="Arial"/>
              <a:sym typeface="Arial"/>
            </a:endParaRPr>
          </a:p>
        </p:txBody>
      </p:sp>
      <p:sp>
        <p:nvSpPr>
          <p:cNvPr id="371" name="Google Shape;371;p57"/>
          <p:cNvSpPr txBox="1"/>
          <p:nvPr/>
        </p:nvSpPr>
        <p:spPr>
          <a:xfrm>
            <a:off x="4030414" y="4036330"/>
            <a:ext cx="573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rgbClr val="FFFFFF"/>
                </a:solidFill>
                <a:latin typeface="Inter"/>
                <a:ea typeface="Inter"/>
                <a:cs typeface="Inter"/>
                <a:sym typeface="Inter"/>
              </a:rPr>
              <a:t>•</a:t>
            </a:r>
            <a:endParaRPr b="0" i="0" sz="1100" u="none" cap="none" strike="noStrike">
              <a:solidFill>
                <a:srgbClr val="FFFFFF"/>
              </a:solidFill>
              <a:latin typeface="Arial"/>
              <a:ea typeface="Arial"/>
              <a:cs typeface="Arial"/>
              <a:sym typeface="Arial"/>
            </a:endParaRPr>
          </a:p>
        </p:txBody>
      </p:sp>
      <p:sp>
        <p:nvSpPr>
          <p:cNvPr id="372" name="Google Shape;372;p57"/>
          <p:cNvSpPr txBox="1"/>
          <p:nvPr/>
        </p:nvSpPr>
        <p:spPr>
          <a:xfrm>
            <a:off x="6405041" y="3579130"/>
            <a:ext cx="573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rgbClr val="FFFFFF"/>
                </a:solidFill>
                <a:latin typeface="Inter"/>
                <a:ea typeface="Inter"/>
                <a:cs typeface="Inter"/>
                <a:sym typeface="Inter"/>
              </a:rPr>
              <a:t>•</a:t>
            </a:r>
            <a:endParaRPr b="0" i="0" sz="1100" u="none" cap="none" strike="noStrike">
              <a:solidFill>
                <a:srgbClr val="FFFFFF"/>
              </a:solidFill>
              <a:latin typeface="Arial"/>
              <a:ea typeface="Arial"/>
              <a:cs typeface="Arial"/>
              <a:sym typeface="Arial"/>
            </a:endParaRPr>
          </a:p>
        </p:txBody>
      </p:sp>
      <p:sp>
        <p:nvSpPr>
          <p:cNvPr id="373" name="Google Shape;373;p57"/>
          <p:cNvSpPr txBox="1"/>
          <p:nvPr/>
        </p:nvSpPr>
        <p:spPr>
          <a:xfrm>
            <a:off x="6405041" y="3807730"/>
            <a:ext cx="573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rgbClr val="FFFFFF"/>
                </a:solidFill>
                <a:latin typeface="Inter"/>
                <a:ea typeface="Inter"/>
                <a:cs typeface="Inter"/>
                <a:sym typeface="Inter"/>
              </a:rPr>
              <a:t>•</a:t>
            </a:r>
            <a:endParaRPr b="0" i="0" sz="1100" u="none" cap="none" strike="noStrike">
              <a:solidFill>
                <a:srgbClr val="FFFFFF"/>
              </a:solidFill>
              <a:latin typeface="Arial"/>
              <a:ea typeface="Arial"/>
              <a:cs typeface="Arial"/>
              <a:sym typeface="Arial"/>
            </a:endParaRPr>
          </a:p>
        </p:txBody>
      </p:sp>
      <p:sp>
        <p:nvSpPr>
          <p:cNvPr id="374" name="Google Shape;374;p57"/>
          <p:cNvSpPr txBox="1"/>
          <p:nvPr/>
        </p:nvSpPr>
        <p:spPr>
          <a:xfrm>
            <a:off x="6405041" y="4036330"/>
            <a:ext cx="573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rgbClr val="FFFFFF"/>
                </a:solidFill>
                <a:latin typeface="Inter"/>
                <a:ea typeface="Inter"/>
                <a:cs typeface="Inter"/>
                <a:sym typeface="Inter"/>
              </a:rPr>
              <a:t>•</a:t>
            </a:r>
            <a:endParaRPr b="0" i="0" sz="1100" u="none" cap="none" strike="noStrike">
              <a:solidFill>
                <a:srgbClr val="FFFFFF"/>
              </a:solidFill>
              <a:latin typeface="Arial"/>
              <a:ea typeface="Arial"/>
              <a:cs typeface="Arial"/>
              <a:sym typeface="Arial"/>
            </a:endParaRPr>
          </a:p>
        </p:txBody>
      </p:sp>
      <p:pic>
        <p:nvPicPr>
          <p:cNvPr descr="image.png" id="375" name="Google Shape;375;p57"/>
          <p:cNvPicPr preferRelativeResize="0"/>
          <p:nvPr/>
        </p:nvPicPr>
        <p:blipFill rotWithShape="1">
          <a:blip r:embed="rId3">
            <a:alphaModFix/>
          </a:blip>
          <a:srcRect b="0" l="0" r="0" t="0"/>
          <a:stretch/>
        </p:blipFill>
        <p:spPr>
          <a:xfrm>
            <a:off x="489962" y="1532334"/>
            <a:ext cx="2946300" cy="2754000"/>
          </a:xfrm>
          <a:prstGeom prst="roundRect">
            <a:avLst>
              <a:gd fmla="val 8681" name="adj"/>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58"/>
          <p:cNvSpPr txBox="1"/>
          <p:nvPr>
            <p:ph idx="1" type="body"/>
          </p:nvPr>
        </p:nvSpPr>
        <p:spPr>
          <a:xfrm>
            <a:off x="845200" y="1199375"/>
            <a:ext cx="6971100" cy="3356700"/>
          </a:xfrm>
          <a:prstGeom prst="rect">
            <a:avLst/>
          </a:prstGeom>
        </p:spPr>
        <p:txBody>
          <a:bodyPr anchorCtr="0" anchor="t" bIns="91425" lIns="91425" spcFirstLastPara="1" rIns="91425" wrap="square" tIns="91425">
            <a:noAutofit/>
          </a:bodyPr>
          <a:lstStyle/>
          <a:p>
            <a:pPr indent="-336550" lvl="0" marL="457200" rtl="0" algn="l">
              <a:lnSpc>
                <a:spcPct val="150000"/>
              </a:lnSpc>
              <a:spcBef>
                <a:spcPts val="0"/>
              </a:spcBef>
              <a:spcAft>
                <a:spcPts val="0"/>
              </a:spcAft>
              <a:buClr>
                <a:schemeClr val="dk1"/>
              </a:buClr>
              <a:buSzPts val="1700"/>
              <a:buFont typeface="Albert Sans"/>
              <a:buChar char="●"/>
            </a:pPr>
            <a:r>
              <a:rPr lang="en" sz="1700"/>
              <a:t>Web-based interface</a:t>
            </a:r>
            <a:endParaRPr sz="1700"/>
          </a:p>
          <a:p>
            <a:pPr indent="-336550" lvl="0" marL="457200" rtl="0" algn="l">
              <a:lnSpc>
                <a:spcPct val="150000"/>
              </a:lnSpc>
              <a:spcBef>
                <a:spcPts val="0"/>
              </a:spcBef>
              <a:spcAft>
                <a:spcPts val="0"/>
              </a:spcAft>
              <a:buClr>
                <a:schemeClr val="dk1"/>
              </a:buClr>
              <a:buSzPts val="1700"/>
              <a:buFont typeface="Albert Sans"/>
              <a:buChar char="●"/>
            </a:pPr>
            <a:r>
              <a:rPr lang="en" sz="1700"/>
              <a:t>Image preprocessing pipeline</a:t>
            </a:r>
            <a:endParaRPr sz="1700"/>
          </a:p>
          <a:p>
            <a:pPr indent="-336550" lvl="0" marL="457200" rtl="0" algn="l">
              <a:lnSpc>
                <a:spcPct val="150000"/>
              </a:lnSpc>
              <a:spcBef>
                <a:spcPts val="0"/>
              </a:spcBef>
              <a:spcAft>
                <a:spcPts val="0"/>
              </a:spcAft>
              <a:buClr>
                <a:schemeClr val="dk1"/>
              </a:buClr>
              <a:buSzPts val="1700"/>
              <a:buFont typeface="Albert Sans"/>
              <a:buChar char="●"/>
            </a:pPr>
            <a:r>
              <a:rPr lang="en" sz="1700"/>
              <a:t>Deep learning model</a:t>
            </a:r>
            <a:endParaRPr sz="1700"/>
          </a:p>
          <a:p>
            <a:pPr indent="-336550" lvl="0" marL="457200" rtl="0" algn="l">
              <a:lnSpc>
                <a:spcPct val="150000"/>
              </a:lnSpc>
              <a:spcBef>
                <a:spcPts val="0"/>
              </a:spcBef>
              <a:spcAft>
                <a:spcPts val="0"/>
              </a:spcAft>
              <a:buClr>
                <a:schemeClr val="dk1"/>
              </a:buClr>
              <a:buSzPts val="1700"/>
              <a:buFont typeface="Albert Sans"/>
              <a:buChar char="●"/>
            </a:pPr>
            <a:r>
              <a:rPr lang="en" sz="1700"/>
              <a:t>Severity assessment output</a:t>
            </a:r>
            <a:endParaRPr sz="1700"/>
          </a:p>
          <a:p>
            <a:pPr indent="-336550" lvl="0" marL="457200" rtl="0" algn="l">
              <a:lnSpc>
                <a:spcPct val="150000"/>
              </a:lnSpc>
              <a:spcBef>
                <a:spcPts val="0"/>
              </a:spcBef>
              <a:spcAft>
                <a:spcPts val="0"/>
              </a:spcAft>
              <a:buClr>
                <a:schemeClr val="dk1"/>
              </a:buClr>
              <a:buSzPts val="1700"/>
              <a:buFont typeface="Albert Sans"/>
              <a:buChar char="●"/>
            </a:pPr>
            <a:r>
              <a:rPr lang="en" sz="1700"/>
              <a:t>Basic result visualization</a:t>
            </a:r>
            <a:endParaRPr sz="1700"/>
          </a:p>
          <a:p>
            <a:pPr indent="-336550" lvl="0" marL="457200" rtl="0" algn="l">
              <a:lnSpc>
                <a:spcPct val="150000"/>
              </a:lnSpc>
              <a:spcBef>
                <a:spcPts val="0"/>
              </a:spcBef>
              <a:spcAft>
                <a:spcPts val="0"/>
              </a:spcAft>
              <a:buClr>
                <a:schemeClr val="dk1"/>
              </a:buClr>
              <a:buSzPts val="1700"/>
              <a:buFont typeface="Albert Sans"/>
              <a:buChar char="●"/>
            </a:pPr>
            <a:r>
              <a:rPr lang="en" sz="1700"/>
              <a:t>Mobile-responsive UI</a:t>
            </a:r>
            <a:endParaRPr sz="1700"/>
          </a:p>
          <a:p>
            <a:pPr indent="0" lvl="0" marL="0" rtl="0" algn="l">
              <a:spcBef>
                <a:spcPts val="0"/>
              </a:spcBef>
              <a:spcAft>
                <a:spcPts val="0"/>
              </a:spcAft>
              <a:buClr>
                <a:schemeClr val="lt1"/>
              </a:buClr>
              <a:buSzPts val="1100"/>
              <a:buFont typeface="Arial"/>
              <a:buNone/>
            </a:pPr>
            <a:r>
              <a:t/>
            </a:r>
            <a:endParaRPr/>
          </a:p>
        </p:txBody>
      </p:sp>
      <p:sp>
        <p:nvSpPr>
          <p:cNvPr id="381" name="Google Shape;381;p58"/>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will our MVP be?</a:t>
            </a:r>
            <a:endParaRPr i="1"/>
          </a:p>
        </p:txBody>
      </p:sp>
      <p:pic>
        <p:nvPicPr>
          <p:cNvPr id="382" name="Google Shape;382;p58"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59"/>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 Design (Figma)</a:t>
            </a:r>
            <a:endParaRPr/>
          </a:p>
        </p:txBody>
      </p:sp>
      <p:pic>
        <p:nvPicPr>
          <p:cNvPr id="388" name="Google Shape;388;p59" title="Minimal Gradient by Slidesgo (2).jpg"/>
          <p:cNvPicPr preferRelativeResize="0"/>
          <p:nvPr>
            <p:ph idx="2" type="pic"/>
          </p:nvPr>
        </p:nvPicPr>
        <p:blipFill rotWithShape="1">
          <a:blip r:embed="rId3">
            <a:alphaModFix/>
          </a:blip>
          <a:srcRect b="19910" l="20913" r="40201" t="0"/>
          <a:stretch/>
        </p:blipFill>
        <p:spPr>
          <a:xfrm>
            <a:off x="7453523" y="3185100"/>
            <a:ext cx="1690476" cy="1958450"/>
          </a:xfrm>
          <a:prstGeom prst="rect">
            <a:avLst/>
          </a:prstGeom>
        </p:spPr>
      </p:pic>
      <p:pic>
        <p:nvPicPr>
          <p:cNvPr id="389" name="Google Shape;389;p59" title="Screenshot 2026-03-20 at 1.22.30 PM.png"/>
          <p:cNvPicPr preferRelativeResize="0"/>
          <p:nvPr/>
        </p:nvPicPr>
        <p:blipFill>
          <a:blip r:embed="rId4">
            <a:alphaModFix/>
          </a:blip>
          <a:stretch>
            <a:fillRect/>
          </a:stretch>
        </p:blipFill>
        <p:spPr>
          <a:xfrm>
            <a:off x="997638" y="1002250"/>
            <a:ext cx="7148723" cy="373095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60"/>
          <p:cNvSpPr txBox="1"/>
          <p:nvPr>
            <p:ph type="title"/>
          </p:nvPr>
        </p:nvSpPr>
        <p:spPr>
          <a:xfrm>
            <a:off x="469800" y="857025"/>
            <a:ext cx="3465300" cy="406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latin typeface="Albert Sans"/>
                <a:ea typeface="Albert Sans"/>
                <a:cs typeface="Albert Sans"/>
                <a:sym typeface="Albert Sans"/>
              </a:rPr>
              <a:t>Languages:</a:t>
            </a:r>
            <a:endParaRPr sz="1700">
              <a:latin typeface="Albert Sans"/>
              <a:ea typeface="Albert Sans"/>
              <a:cs typeface="Albert Sans"/>
              <a:sym typeface="Albert Sans"/>
            </a:endParaRPr>
          </a:p>
          <a:p>
            <a:pPr indent="0" lvl="0" marL="0" rtl="0" algn="l">
              <a:spcBef>
                <a:spcPts val="0"/>
              </a:spcBef>
              <a:spcAft>
                <a:spcPts val="0"/>
              </a:spcAft>
              <a:buNone/>
            </a:pPr>
            <a:r>
              <a:t/>
            </a:r>
            <a:endParaRPr sz="1700">
              <a:latin typeface="Albert Sans"/>
              <a:ea typeface="Albert Sans"/>
              <a:cs typeface="Albert Sans"/>
              <a:sym typeface="Albert Sans"/>
            </a:endParaRPr>
          </a:p>
          <a:p>
            <a:pPr indent="0" lvl="0" marL="0" rtl="0" algn="l">
              <a:spcBef>
                <a:spcPts val="0"/>
              </a:spcBef>
              <a:spcAft>
                <a:spcPts val="0"/>
              </a:spcAft>
              <a:buNone/>
            </a:pPr>
            <a:r>
              <a:rPr lang="en" sz="1700">
                <a:latin typeface="Albert Sans"/>
                <a:ea typeface="Albert Sans"/>
                <a:cs typeface="Albert Sans"/>
                <a:sym typeface="Albert Sans"/>
              </a:rPr>
              <a:t>Frontend:</a:t>
            </a:r>
            <a:endParaRPr sz="1700">
              <a:latin typeface="Albert Sans"/>
              <a:ea typeface="Albert Sans"/>
              <a:cs typeface="Albert Sans"/>
              <a:sym typeface="Albert Sans"/>
            </a:endParaRPr>
          </a:p>
          <a:p>
            <a:pPr indent="0" lvl="0" marL="0" rtl="0" algn="l">
              <a:spcBef>
                <a:spcPts val="0"/>
              </a:spcBef>
              <a:spcAft>
                <a:spcPts val="0"/>
              </a:spcAft>
              <a:buNone/>
            </a:pPr>
            <a:r>
              <a:t/>
            </a:r>
            <a:endParaRPr sz="1700">
              <a:latin typeface="Albert Sans"/>
              <a:ea typeface="Albert Sans"/>
              <a:cs typeface="Albert Sans"/>
              <a:sym typeface="Albert Sans"/>
            </a:endParaRPr>
          </a:p>
          <a:p>
            <a:pPr indent="0" lvl="0" marL="0" rtl="0" algn="l">
              <a:spcBef>
                <a:spcPts val="0"/>
              </a:spcBef>
              <a:spcAft>
                <a:spcPts val="0"/>
              </a:spcAft>
              <a:buNone/>
            </a:pPr>
            <a:r>
              <a:rPr lang="en" sz="1700">
                <a:latin typeface="Albert Sans"/>
                <a:ea typeface="Albert Sans"/>
                <a:cs typeface="Albert Sans"/>
                <a:sym typeface="Albert Sans"/>
              </a:rPr>
              <a:t>Backend:</a:t>
            </a:r>
            <a:endParaRPr sz="1700">
              <a:latin typeface="Albert Sans"/>
              <a:ea typeface="Albert Sans"/>
              <a:cs typeface="Albert Sans"/>
              <a:sym typeface="Albert Sans"/>
            </a:endParaRPr>
          </a:p>
          <a:p>
            <a:pPr indent="0" lvl="0" marL="0" rtl="0" algn="l">
              <a:spcBef>
                <a:spcPts val="0"/>
              </a:spcBef>
              <a:spcAft>
                <a:spcPts val="0"/>
              </a:spcAft>
              <a:buNone/>
            </a:pPr>
            <a:r>
              <a:t/>
            </a:r>
            <a:endParaRPr sz="1700">
              <a:latin typeface="Albert Sans"/>
              <a:ea typeface="Albert Sans"/>
              <a:cs typeface="Albert Sans"/>
              <a:sym typeface="Albert Sans"/>
            </a:endParaRPr>
          </a:p>
          <a:p>
            <a:pPr indent="0" lvl="0" marL="0" rtl="0" algn="l">
              <a:spcBef>
                <a:spcPts val="0"/>
              </a:spcBef>
              <a:spcAft>
                <a:spcPts val="0"/>
              </a:spcAft>
              <a:buNone/>
            </a:pPr>
            <a:r>
              <a:rPr lang="en" sz="1700">
                <a:latin typeface="Albert Sans"/>
                <a:ea typeface="Albert Sans"/>
                <a:cs typeface="Albert Sans"/>
                <a:sym typeface="Albert Sans"/>
              </a:rPr>
              <a:t>ML/DL Libraries:</a:t>
            </a:r>
            <a:endParaRPr sz="1700">
              <a:latin typeface="Albert Sans"/>
              <a:ea typeface="Albert Sans"/>
              <a:cs typeface="Albert Sans"/>
              <a:sym typeface="Albert Sans"/>
            </a:endParaRPr>
          </a:p>
          <a:p>
            <a:pPr indent="0" lvl="0" marL="0" rtl="0" algn="l">
              <a:spcBef>
                <a:spcPts val="0"/>
              </a:spcBef>
              <a:spcAft>
                <a:spcPts val="0"/>
              </a:spcAft>
              <a:buNone/>
            </a:pPr>
            <a:r>
              <a:t/>
            </a:r>
            <a:endParaRPr sz="1700">
              <a:latin typeface="Albert Sans"/>
              <a:ea typeface="Albert Sans"/>
              <a:cs typeface="Albert Sans"/>
              <a:sym typeface="Albert Sans"/>
            </a:endParaRPr>
          </a:p>
          <a:p>
            <a:pPr indent="0" lvl="0" marL="0" rtl="0" algn="l">
              <a:spcBef>
                <a:spcPts val="0"/>
              </a:spcBef>
              <a:spcAft>
                <a:spcPts val="0"/>
              </a:spcAft>
              <a:buNone/>
            </a:pPr>
            <a:r>
              <a:rPr lang="en" sz="1700">
                <a:latin typeface="Albert Sans"/>
                <a:ea typeface="Albert Sans"/>
                <a:cs typeface="Albert Sans"/>
                <a:sym typeface="Albert Sans"/>
              </a:rPr>
              <a:t>Database:</a:t>
            </a:r>
            <a:endParaRPr sz="1700">
              <a:latin typeface="Albert Sans"/>
              <a:ea typeface="Albert Sans"/>
              <a:cs typeface="Albert Sans"/>
              <a:sym typeface="Albert Sans"/>
            </a:endParaRPr>
          </a:p>
          <a:p>
            <a:pPr indent="0" lvl="0" marL="0" rtl="0" algn="l">
              <a:spcBef>
                <a:spcPts val="0"/>
              </a:spcBef>
              <a:spcAft>
                <a:spcPts val="0"/>
              </a:spcAft>
              <a:buNone/>
            </a:pPr>
            <a:r>
              <a:t/>
            </a:r>
            <a:endParaRPr sz="1700">
              <a:latin typeface="Albert Sans"/>
              <a:ea typeface="Albert Sans"/>
              <a:cs typeface="Albert Sans"/>
              <a:sym typeface="Albert Sans"/>
            </a:endParaRPr>
          </a:p>
          <a:p>
            <a:pPr indent="0" lvl="0" marL="0" rtl="0" algn="l">
              <a:spcBef>
                <a:spcPts val="0"/>
              </a:spcBef>
              <a:spcAft>
                <a:spcPts val="0"/>
              </a:spcAft>
              <a:buNone/>
            </a:pPr>
            <a:r>
              <a:rPr lang="en" sz="1700">
                <a:latin typeface="Albert Sans"/>
                <a:ea typeface="Albert Sans"/>
                <a:cs typeface="Albert Sans"/>
                <a:sym typeface="Albert Sans"/>
              </a:rPr>
              <a:t>Cloud:</a:t>
            </a:r>
            <a:endParaRPr sz="1700">
              <a:latin typeface="Albert Sans"/>
              <a:ea typeface="Albert Sans"/>
              <a:cs typeface="Albert Sans"/>
              <a:sym typeface="Albert Sans"/>
            </a:endParaRPr>
          </a:p>
          <a:p>
            <a:pPr indent="0" lvl="0" marL="0" rtl="0" algn="l">
              <a:spcBef>
                <a:spcPts val="0"/>
              </a:spcBef>
              <a:spcAft>
                <a:spcPts val="0"/>
              </a:spcAft>
              <a:buNone/>
            </a:pPr>
            <a:r>
              <a:t/>
            </a:r>
            <a:endParaRPr sz="1700">
              <a:latin typeface="Albert Sans"/>
              <a:ea typeface="Albert Sans"/>
              <a:cs typeface="Albert Sans"/>
              <a:sym typeface="Albert Sans"/>
            </a:endParaRPr>
          </a:p>
          <a:p>
            <a:pPr indent="0" lvl="0" marL="0" rtl="0" algn="l">
              <a:spcBef>
                <a:spcPts val="0"/>
              </a:spcBef>
              <a:spcAft>
                <a:spcPts val="0"/>
              </a:spcAft>
              <a:buNone/>
            </a:pPr>
            <a:r>
              <a:t/>
            </a:r>
            <a:endParaRPr sz="1700">
              <a:latin typeface="Albert Sans"/>
              <a:ea typeface="Albert Sans"/>
              <a:cs typeface="Albert Sans"/>
              <a:sym typeface="Albert Sans"/>
            </a:endParaRPr>
          </a:p>
          <a:p>
            <a:pPr indent="0" lvl="0" marL="0" rtl="0" algn="l">
              <a:spcBef>
                <a:spcPts val="0"/>
              </a:spcBef>
              <a:spcAft>
                <a:spcPts val="0"/>
              </a:spcAft>
              <a:buNone/>
            </a:pPr>
            <a:r>
              <a:rPr lang="en" sz="1700">
                <a:latin typeface="Albert Sans"/>
                <a:ea typeface="Albert Sans"/>
                <a:cs typeface="Albert Sans"/>
                <a:sym typeface="Albert Sans"/>
              </a:rPr>
              <a:t>Tools:</a:t>
            </a:r>
            <a:endParaRPr sz="1700">
              <a:latin typeface="Albert Sans"/>
              <a:ea typeface="Albert Sans"/>
              <a:cs typeface="Albert Sans"/>
              <a:sym typeface="Albert Sans"/>
            </a:endParaRPr>
          </a:p>
        </p:txBody>
      </p:sp>
      <p:sp>
        <p:nvSpPr>
          <p:cNvPr id="395" name="Google Shape;395;p60"/>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Tools &amp; Technologies</a:t>
            </a:r>
            <a:endParaRPr i="1"/>
          </a:p>
        </p:txBody>
      </p:sp>
      <p:pic>
        <p:nvPicPr>
          <p:cNvPr id="396" name="Google Shape;396;p60"/>
          <p:cNvPicPr preferRelativeResize="0"/>
          <p:nvPr/>
        </p:nvPicPr>
        <p:blipFill rotWithShape="1">
          <a:blip r:embed="rId3">
            <a:alphaModFix/>
          </a:blip>
          <a:srcRect b="0" l="0" r="0" t="0"/>
          <a:stretch/>
        </p:blipFill>
        <p:spPr>
          <a:xfrm>
            <a:off x="1769975" y="857025"/>
            <a:ext cx="463250" cy="463250"/>
          </a:xfrm>
          <a:prstGeom prst="rect">
            <a:avLst/>
          </a:prstGeom>
          <a:noFill/>
          <a:ln>
            <a:noFill/>
          </a:ln>
        </p:spPr>
      </p:pic>
      <p:pic>
        <p:nvPicPr>
          <p:cNvPr id="397" name="Google Shape;397;p60"/>
          <p:cNvPicPr preferRelativeResize="0"/>
          <p:nvPr/>
        </p:nvPicPr>
        <p:blipFill rotWithShape="1">
          <a:blip r:embed="rId4">
            <a:alphaModFix/>
          </a:blip>
          <a:srcRect b="0" l="0" r="0" t="0"/>
          <a:stretch/>
        </p:blipFill>
        <p:spPr>
          <a:xfrm>
            <a:off x="2310751" y="2393525"/>
            <a:ext cx="463250" cy="463250"/>
          </a:xfrm>
          <a:prstGeom prst="rect">
            <a:avLst/>
          </a:prstGeom>
          <a:noFill/>
          <a:ln>
            <a:noFill/>
          </a:ln>
        </p:spPr>
      </p:pic>
      <p:pic>
        <p:nvPicPr>
          <p:cNvPr id="398" name="Google Shape;398;p60"/>
          <p:cNvPicPr preferRelativeResize="0"/>
          <p:nvPr/>
        </p:nvPicPr>
        <p:blipFill rotWithShape="1">
          <a:blip r:embed="rId5">
            <a:alphaModFix/>
          </a:blip>
          <a:srcRect b="0" l="0" r="0" t="0"/>
          <a:stretch/>
        </p:blipFill>
        <p:spPr>
          <a:xfrm>
            <a:off x="2868735" y="2393525"/>
            <a:ext cx="463250" cy="463250"/>
          </a:xfrm>
          <a:prstGeom prst="rect">
            <a:avLst/>
          </a:prstGeom>
          <a:noFill/>
          <a:ln>
            <a:noFill/>
          </a:ln>
        </p:spPr>
      </p:pic>
      <p:pic>
        <p:nvPicPr>
          <p:cNvPr id="399" name="Google Shape;399;p60"/>
          <p:cNvPicPr preferRelativeResize="0"/>
          <p:nvPr/>
        </p:nvPicPr>
        <p:blipFill rotWithShape="1">
          <a:blip r:embed="rId6">
            <a:alphaModFix/>
          </a:blip>
          <a:srcRect b="0" l="0" r="0" t="0"/>
          <a:stretch/>
        </p:blipFill>
        <p:spPr>
          <a:xfrm>
            <a:off x="1323875" y="3462474"/>
            <a:ext cx="463250" cy="463232"/>
          </a:xfrm>
          <a:prstGeom prst="rect">
            <a:avLst/>
          </a:prstGeom>
          <a:noFill/>
          <a:ln>
            <a:noFill/>
          </a:ln>
        </p:spPr>
      </p:pic>
      <p:pic>
        <p:nvPicPr>
          <p:cNvPr id="400" name="Google Shape;400;p60"/>
          <p:cNvPicPr preferRelativeResize="0"/>
          <p:nvPr/>
        </p:nvPicPr>
        <p:blipFill rotWithShape="1">
          <a:blip r:embed="rId7">
            <a:alphaModFix/>
          </a:blip>
          <a:srcRect b="0" l="0" r="0" t="0"/>
          <a:stretch/>
        </p:blipFill>
        <p:spPr>
          <a:xfrm>
            <a:off x="1233150" y="4233300"/>
            <a:ext cx="463250" cy="463250"/>
          </a:xfrm>
          <a:prstGeom prst="rect">
            <a:avLst/>
          </a:prstGeom>
          <a:noFill/>
          <a:ln>
            <a:noFill/>
          </a:ln>
        </p:spPr>
      </p:pic>
      <p:pic>
        <p:nvPicPr>
          <p:cNvPr id="401" name="Google Shape;401;p60"/>
          <p:cNvPicPr preferRelativeResize="0"/>
          <p:nvPr/>
        </p:nvPicPr>
        <p:blipFill rotWithShape="1">
          <a:blip r:embed="rId8">
            <a:alphaModFix/>
          </a:blip>
          <a:srcRect b="0" l="0" r="0" t="0"/>
          <a:stretch/>
        </p:blipFill>
        <p:spPr>
          <a:xfrm>
            <a:off x="1769976" y="4233303"/>
            <a:ext cx="463250" cy="463250"/>
          </a:xfrm>
          <a:prstGeom prst="rect">
            <a:avLst/>
          </a:prstGeom>
          <a:noFill/>
          <a:ln>
            <a:noFill/>
          </a:ln>
        </p:spPr>
      </p:pic>
      <p:pic>
        <p:nvPicPr>
          <p:cNvPr id="402" name="Google Shape;402;p60"/>
          <p:cNvPicPr preferRelativeResize="0"/>
          <p:nvPr/>
        </p:nvPicPr>
        <p:blipFill rotWithShape="1">
          <a:blip r:embed="rId9">
            <a:alphaModFix/>
          </a:blip>
          <a:srcRect b="0" l="0" r="0" t="0"/>
          <a:stretch/>
        </p:blipFill>
        <p:spPr>
          <a:xfrm>
            <a:off x="2310745" y="857034"/>
            <a:ext cx="463250" cy="463235"/>
          </a:xfrm>
          <a:prstGeom prst="rect">
            <a:avLst/>
          </a:prstGeom>
          <a:noFill/>
          <a:ln>
            <a:noFill/>
          </a:ln>
        </p:spPr>
      </p:pic>
      <p:pic>
        <p:nvPicPr>
          <p:cNvPr id="403" name="Google Shape;403;p60"/>
          <p:cNvPicPr preferRelativeResize="0"/>
          <p:nvPr/>
        </p:nvPicPr>
        <p:blipFill rotWithShape="1">
          <a:blip r:embed="rId10">
            <a:alphaModFix/>
          </a:blip>
          <a:srcRect b="0" l="0" r="0" t="0"/>
          <a:stretch/>
        </p:blipFill>
        <p:spPr>
          <a:xfrm>
            <a:off x="1769975" y="1393649"/>
            <a:ext cx="463252" cy="463248"/>
          </a:xfrm>
          <a:prstGeom prst="rect">
            <a:avLst/>
          </a:prstGeom>
          <a:noFill/>
          <a:ln>
            <a:noFill/>
          </a:ln>
        </p:spPr>
      </p:pic>
      <p:pic>
        <p:nvPicPr>
          <p:cNvPr id="404" name="Google Shape;404;p60"/>
          <p:cNvPicPr preferRelativeResize="0"/>
          <p:nvPr/>
        </p:nvPicPr>
        <p:blipFill>
          <a:blip r:embed="rId11">
            <a:alphaModFix/>
          </a:blip>
          <a:stretch>
            <a:fillRect/>
          </a:stretch>
        </p:blipFill>
        <p:spPr>
          <a:xfrm>
            <a:off x="2310750" y="1393650"/>
            <a:ext cx="463250" cy="463250"/>
          </a:xfrm>
          <a:prstGeom prst="rect">
            <a:avLst/>
          </a:prstGeom>
          <a:noFill/>
          <a:ln>
            <a:noFill/>
          </a:ln>
        </p:spPr>
      </p:pic>
      <p:pic>
        <p:nvPicPr>
          <p:cNvPr id="405" name="Google Shape;405;p60"/>
          <p:cNvPicPr preferRelativeResize="0"/>
          <p:nvPr/>
        </p:nvPicPr>
        <p:blipFill rotWithShape="1">
          <a:blip r:embed="rId12">
            <a:alphaModFix/>
          </a:blip>
          <a:srcRect b="0" l="0" r="0" t="0"/>
          <a:stretch/>
        </p:blipFill>
        <p:spPr>
          <a:xfrm>
            <a:off x="1769978" y="1878196"/>
            <a:ext cx="463250" cy="463238"/>
          </a:xfrm>
          <a:prstGeom prst="rect">
            <a:avLst/>
          </a:prstGeom>
          <a:noFill/>
          <a:ln>
            <a:noFill/>
          </a:ln>
        </p:spPr>
      </p:pic>
      <p:sp>
        <p:nvSpPr>
          <p:cNvPr id="406" name="Google Shape;406;p60"/>
          <p:cNvSpPr txBox="1"/>
          <p:nvPr>
            <p:ph type="title"/>
          </p:nvPr>
        </p:nvSpPr>
        <p:spPr>
          <a:xfrm>
            <a:off x="4831975" y="857025"/>
            <a:ext cx="3465300" cy="406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latin typeface="Albert Sans"/>
                <a:ea typeface="Albert Sans"/>
                <a:cs typeface="Albert Sans"/>
                <a:sym typeface="Albert Sans"/>
              </a:rPr>
              <a:t>ML Inference: </a:t>
            </a:r>
            <a:endParaRPr sz="1700">
              <a:latin typeface="Albert Sans"/>
              <a:ea typeface="Albert Sans"/>
              <a:cs typeface="Albert Sans"/>
              <a:sym typeface="Albert Sans"/>
            </a:endParaRPr>
          </a:p>
          <a:p>
            <a:pPr indent="0" lvl="0" marL="0" rtl="0" algn="l">
              <a:spcBef>
                <a:spcPts val="0"/>
              </a:spcBef>
              <a:spcAft>
                <a:spcPts val="0"/>
              </a:spcAft>
              <a:buNone/>
            </a:pPr>
            <a:r>
              <a:t/>
            </a:r>
            <a:endParaRPr sz="1700">
              <a:latin typeface="Albert Sans"/>
              <a:ea typeface="Albert Sans"/>
              <a:cs typeface="Albert Sans"/>
              <a:sym typeface="Albert Sans"/>
            </a:endParaRPr>
          </a:p>
          <a:p>
            <a:pPr indent="0" lvl="0" marL="0" rtl="0" algn="l">
              <a:spcBef>
                <a:spcPts val="0"/>
              </a:spcBef>
              <a:spcAft>
                <a:spcPts val="0"/>
              </a:spcAft>
              <a:buNone/>
            </a:pPr>
            <a:r>
              <a:rPr lang="en" sz="1700">
                <a:latin typeface="Albert Sans"/>
                <a:ea typeface="Albert Sans"/>
                <a:cs typeface="Albert Sans"/>
                <a:sym typeface="Albert Sans"/>
              </a:rPr>
              <a:t>Misc. Libraries: </a:t>
            </a:r>
            <a:endParaRPr sz="1700">
              <a:latin typeface="Albert Sans"/>
              <a:ea typeface="Albert Sans"/>
              <a:cs typeface="Albert Sans"/>
              <a:sym typeface="Albert Sans"/>
            </a:endParaRPr>
          </a:p>
          <a:p>
            <a:pPr indent="0" lvl="0" marL="0" rtl="0" algn="l">
              <a:spcBef>
                <a:spcPts val="0"/>
              </a:spcBef>
              <a:spcAft>
                <a:spcPts val="0"/>
              </a:spcAft>
              <a:buNone/>
            </a:pPr>
            <a:r>
              <a:t/>
            </a:r>
            <a:endParaRPr sz="1700">
              <a:latin typeface="Albert Sans"/>
              <a:ea typeface="Albert Sans"/>
              <a:cs typeface="Albert Sans"/>
              <a:sym typeface="Albert Sans"/>
            </a:endParaRPr>
          </a:p>
        </p:txBody>
      </p:sp>
      <p:pic>
        <p:nvPicPr>
          <p:cNvPr id="407" name="Google Shape;407;p60"/>
          <p:cNvPicPr preferRelativeResize="0"/>
          <p:nvPr/>
        </p:nvPicPr>
        <p:blipFill rotWithShape="1">
          <a:blip r:embed="rId13">
            <a:alphaModFix/>
          </a:blip>
          <a:srcRect b="0" l="0" r="0" t="0"/>
          <a:stretch/>
        </p:blipFill>
        <p:spPr>
          <a:xfrm>
            <a:off x="6332999" y="857013"/>
            <a:ext cx="463250" cy="463263"/>
          </a:xfrm>
          <a:prstGeom prst="rect">
            <a:avLst/>
          </a:prstGeom>
          <a:noFill/>
          <a:ln>
            <a:noFill/>
          </a:ln>
        </p:spPr>
      </p:pic>
      <p:pic>
        <p:nvPicPr>
          <p:cNvPr id="408" name="Google Shape;408;p60"/>
          <p:cNvPicPr preferRelativeResize="0"/>
          <p:nvPr/>
        </p:nvPicPr>
        <p:blipFill rotWithShape="1">
          <a:blip r:embed="rId14">
            <a:alphaModFix/>
          </a:blip>
          <a:srcRect b="0" l="0" r="0" t="0"/>
          <a:stretch/>
        </p:blipFill>
        <p:spPr>
          <a:xfrm>
            <a:off x="2306793" y="4233289"/>
            <a:ext cx="463250" cy="463263"/>
          </a:xfrm>
          <a:prstGeom prst="rect">
            <a:avLst/>
          </a:prstGeom>
          <a:noFill/>
          <a:ln>
            <a:noFill/>
          </a:ln>
        </p:spPr>
      </p:pic>
      <p:pic>
        <p:nvPicPr>
          <p:cNvPr id="409" name="Google Shape;409;p60"/>
          <p:cNvPicPr preferRelativeResize="0"/>
          <p:nvPr/>
        </p:nvPicPr>
        <p:blipFill rotWithShape="1">
          <a:blip r:embed="rId15">
            <a:alphaModFix/>
          </a:blip>
          <a:srcRect b="0" l="0" r="0" t="0"/>
          <a:stretch/>
        </p:blipFill>
        <p:spPr>
          <a:xfrm>
            <a:off x="2843626" y="4233295"/>
            <a:ext cx="463250" cy="463250"/>
          </a:xfrm>
          <a:prstGeom prst="rect">
            <a:avLst/>
          </a:prstGeom>
          <a:noFill/>
          <a:ln>
            <a:noFill/>
          </a:ln>
        </p:spPr>
      </p:pic>
      <p:pic>
        <p:nvPicPr>
          <p:cNvPr id="410" name="Google Shape;410;p60"/>
          <p:cNvPicPr preferRelativeResize="0"/>
          <p:nvPr/>
        </p:nvPicPr>
        <p:blipFill rotWithShape="1">
          <a:blip r:embed="rId16">
            <a:alphaModFix/>
          </a:blip>
          <a:srcRect b="0" l="0" r="0" t="0"/>
          <a:stretch/>
        </p:blipFill>
        <p:spPr>
          <a:xfrm>
            <a:off x="6448906" y="1393649"/>
            <a:ext cx="463250" cy="463250"/>
          </a:xfrm>
          <a:prstGeom prst="rect">
            <a:avLst/>
          </a:prstGeom>
          <a:noFill/>
          <a:ln>
            <a:noFill/>
          </a:ln>
        </p:spPr>
      </p:pic>
      <p:pic>
        <p:nvPicPr>
          <p:cNvPr id="411" name="Google Shape;411;p60"/>
          <p:cNvPicPr preferRelativeResize="0"/>
          <p:nvPr/>
        </p:nvPicPr>
        <p:blipFill rotWithShape="1">
          <a:blip r:embed="rId17">
            <a:alphaModFix/>
          </a:blip>
          <a:srcRect b="0" l="0" r="0" t="0"/>
          <a:stretch/>
        </p:blipFill>
        <p:spPr>
          <a:xfrm>
            <a:off x="6912150" y="1365049"/>
            <a:ext cx="463250" cy="463250"/>
          </a:xfrm>
          <a:prstGeom prst="rect">
            <a:avLst/>
          </a:prstGeom>
          <a:noFill/>
          <a:ln>
            <a:noFill/>
          </a:ln>
        </p:spPr>
      </p:pic>
      <p:pic>
        <p:nvPicPr>
          <p:cNvPr id="412" name="Google Shape;412;p60"/>
          <p:cNvPicPr preferRelativeResize="0"/>
          <p:nvPr/>
        </p:nvPicPr>
        <p:blipFill>
          <a:blip r:embed="rId18">
            <a:alphaModFix/>
          </a:blip>
          <a:stretch>
            <a:fillRect/>
          </a:stretch>
        </p:blipFill>
        <p:spPr>
          <a:xfrm>
            <a:off x="2306800" y="1878188"/>
            <a:ext cx="463250" cy="463250"/>
          </a:xfrm>
          <a:prstGeom prst="rect">
            <a:avLst/>
          </a:prstGeom>
          <a:noFill/>
          <a:ln>
            <a:noFill/>
          </a:ln>
        </p:spPr>
      </p:pic>
      <p:pic>
        <p:nvPicPr>
          <p:cNvPr id="413" name="Google Shape;413;p60"/>
          <p:cNvPicPr preferRelativeResize="0"/>
          <p:nvPr/>
        </p:nvPicPr>
        <p:blipFill>
          <a:blip r:embed="rId19">
            <a:alphaModFix/>
          </a:blip>
          <a:stretch>
            <a:fillRect/>
          </a:stretch>
        </p:blipFill>
        <p:spPr>
          <a:xfrm>
            <a:off x="1902324" y="2908875"/>
            <a:ext cx="600241" cy="463250"/>
          </a:xfrm>
          <a:prstGeom prst="rect">
            <a:avLst/>
          </a:prstGeom>
          <a:noFill/>
          <a:ln>
            <a:noFill/>
          </a:ln>
        </p:spPr>
      </p:pic>
      <p:sp>
        <p:nvSpPr>
          <p:cNvPr id="414" name="Google Shape;414;p60"/>
          <p:cNvSpPr/>
          <p:nvPr/>
        </p:nvSpPr>
        <p:spPr>
          <a:xfrm>
            <a:off x="2603225" y="3157025"/>
            <a:ext cx="265500" cy="215100"/>
          </a:xfrm>
          <a:prstGeom prst="foldedCorner">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lbert Sans"/>
              <a:ea typeface="Albert Sans"/>
              <a:cs typeface="Albert Sans"/>
              <a:sym typeface="Albert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61"/>
          <p:cNvSpPr/>
          <p:nvPr/>
        </p:nvSpPr>
        <p:spPr>
          <a:xfrm>
            <a:off x="975360" y="73152"/>
            <a:ext cx="457200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FRONTEND</a:t>
            </a:r>
            <a:endParaRPr b="0" i="0" sz="2800" u="none" cap="none" strike="noStrike">
              <a:solidFill>
                <a:schemeClr val="dk1"/>
              </a:solidFill>
              <a:latin typeface="Inter"/>
              <a:ea typeface="Inter"/>
              <a:cs typeface="Inter"/>
              <a:sym typeface="Inter"/>
            </a:endParaRPr>
          </a:p>
        </p:txBody>
      </p:sp>
      <p:sp>
        <p:nvSpPr>
          <p:cNvPr id="420" name="Google Shape;420;p61"/>
          <p:cNvSpPr/>
          <p:nvPr/>
        </p:nvSpPr>
        <p:spPr>
          <a:xfrm>
            <a:off x="975360" y="566928"/>
            <a:ext cx="64008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chemeClr val="dk1"/>
                </a:solidFill>
                <a:latin typeface="Inter"/>
                <a:ea typeface="Inter"/>
                <a:cs typeface="Inter"/>
                <a:sym typeface="Inter"/>
              </a:rPr>
              <a:t>React · Vite · Tailwind CSS · TypeScript</a:t>
            </a:r>
            <a:endParaRPr b="0" i="0" sz="1300" u="none" cap="none" strike="noStrike">
              <a:solidFill>
                <a:schemeClr val="dk1"/>
              </a:solidFill>
              <a:latin typeface="Inter"/>
              <a:ea typeface="Inter"/>
              <a:cs typeface="Inter"/>
              <a:sym typeface="Inter"/>
            </a:endParaRPr>
          </a:p>
        </p:txBody>
      </p:sp>
      <p:pic>
        <p:nvPicPr>
          <p:cNvPr descr="preencoded.png" id="421" name="Google Shape;421;p61"/>
          <p:cNvPicPr preferRelativeResize="0"/>
          <p:nvPr/>
        </p:nvPicPr>
        <p:blipFill rotWithShape="1">
          <a:blip r:embed="rId3">
            <a:alphaModFix/>
          </a:blip>
          <a:srcRect b="0" l="0" r="0" t="0"/>
          <a:stretch/>
        </p:blipFill>
        <p:spPr>
          <a:xfrm>
            <a:off x="320040" y="1280160"/>
            <a:ext cx="411480" cy="411480"/>
          </a:xfrm>
          <a:prstGeom prst="rect">
            <a:avLst/>
          </a:prstGeom>
          <a:noFill/>
          <a:ln>
            <a:noFill/>
          </a:ln>
        </p:spPr>
      </p:pic>
      <p:sp>
        <p:nvSpPr>
          <p:cNvPr id="422" name="Google Shape;422;p61"/>
          <p:cNvSpPr/>
          <p:nvPr/>
        </p:nvSpPr>
        <p:spPr>
          <a:xfrm>
            <a:off x="795528" y="1307592"/>
            <a:ext cx="13716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chemeClr val="dk1"/>
                </a:solidFill>
                <a:latin typeface="Inter"/>
                <a:ea typeface="Inter"/>
                <a:cs typeface="Inter"/>
                <a:sym typeface="Inter"/>
              </a:rPr>
              <a:t>React 18</a:t>
            </a:r>
            <a:endParaRPr b="0" i="0" sz="1300" u="none" cap="none" strike="noStrike">
              <a:solidFill>
                <a:schemeClr val="dk1"/>
              </a:solidFill>
              <a:latin typeface="Inter"/>
              <a:ea typeface="Inter"/>
              <a:cs typeface="Inter"/>
              <a:sym typeface="Inter"/>
            </a:endParaRPr>
          </a:p>
        </p:txBody>
      </p:sp>
      <p:sp>
        <p:nvSpPr>
          <p:cNvPr id="423" name="Google Shape;423;p61"/>
          <p:cNvSpPr/>
          <p:nvPr/>
        </p:nvSpPr>
        <p:spPr>
          <a:xfrm>
            <a:off x="795528" y="1527048"/>
            <a:ext cx="137160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Component-based UI</a:t>
            </a:r>
            <a:endParaRPr b="0" i="0" sz="1000" u="none" cap="none" strike="noStrike">
              <a:solidFill>
                <a:schemeClr val="dk1"/>
              </a:solidFill>
              <a:latin typeface="Inter"/>
              <a:ea typeface="Inter"/>
              <a:cs typeface="Inter"/>
              <a:sym typeface="Inter"/>
            </a:endParaRPr>
          </a:p>
        </p:txBody>
      </p:sp>
      <p:sp>
        <p:nvSpPr>
          <p:cNvPr id="424" name="Google Shape;424;p61"/>
          <p:cNvSpPr/>
          <p:nvPr/>
        </p:nvSpPr>
        <p:spPr>
          <a:xfrm>
            <a:off x="320040" y="1819656"/>
            <a:ext cx="1847088" cy="9144"/>
          </a:xfrm>
          <a:prstGeom prst="rect">
            <a:avLst/>
          </a:prstGeom>
          <a:solidFill>
            <a:srgbClr val="1E3050"/>
          </a:solidFill>
          <a:ln cap="flat" cmpd="sng" w="12700">
            <a:solidFill>
              <a:srgbClr val="1E3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61"/>
          <p:cNvSpPr/>
          <p:nvPr/>
        </p:nvSpPr>
        <p:spPr>
          <a:xfrm>
            <a:off x="338328" y="2002536"/>
            <a:ext cx="64008" cy="64008"/>
          </a:xfrm>
          <a:prstGeom prst="ellipse">
            <a:avLst/>
          </a:prstGeom>
          <a:solidFill>
            <a:srgbClr val="00BCD4"/>
          </a:solidFill>
          <a:ln cap="flat" cmpd="sng" w="127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61"/>
          <p:cNvSpPr/>
          <p:nvPr/>
        </p:nvSpPr>
        <p:spPr>
          <a:xfrm>
            <a:off x="457200" y="1947672"/>
            <a:ext cx="1709928"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 sz="950" u="none" cap="none" strike="noStrike">
                <a:solidFill>
                  <a:schemeClr val="dk1"/>
                </a:solidFill>
                <a:latin typeface="Inter"/>
                <a:ea typeface="Inter"/>
                <a:cs typeface="Inter"/>
                <a:sym typeface="Inter"/>
              </a:rPr>
              <a:t>Open-source JavaScript library for interactive UIs</a:t>
            </a:r>
            <a:endParaRPr b="0" i="0" sz="950" u="none" cap="none" strike="noStrike">
              <a:solidFill>
                <a:schemeClr val="dk1"/>
              </a:solidFill>
              <a:latin typeface="Inter"/>
              <a:ea typeface="Inter"/>
              <a:cs typeface="Inter"/>
              <a:sym typeface="Inter"/>
            </a:endParaRPr>
          </a:p>
        </p:txBody>
      </p:sp>
      <p:sp>
        <p:nvSpPr>
          <p:cNvPr id="427" name="Google Shape;427;p61"/>
          <p:cNvSpPr/>
          <p:nvPr/>
        </p:nvSpPr>
        <p:spPr>
          <a:xfrm>
            <a:off x="338328" y="2642616"/>
            <a:ext cx="64008" cy="64008"/>
          </a:xfrm>
          <a:prstGeom prst="ellipse">
            <a:avLst/>
          </a:prstGeom>
          <a:solidFill>
            <a:srgbClr val="00BCD4"/>
          </a:solidFill>
          <a:ln cap="flat" cmpd="sng" w="127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61"/>
          <p:cNvSpPr/>
          <p:nvPr/>
        </p:nvSpPr>
        <p:spPr>
          <a:xfrm>
            <a:off x="457200" y="2587752"/>
            <a:ext cx="1709928"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 sz="950" u="none" cap="none" strike="noStrike">
                <a:solidFill>
                  <a:schemeClr val="dk1"/>
                </a:solidFill>
                <a:latin typeface="Inter"/>
                <a:ea typeface="Inter"/>
                <a:cs typeface="Inter"/>
                <a:sym typeface="Inter"/>
              </a:rPr>
              <a:t>Reusable component architecture for maintainability</a:t>
            </a:r>
            <a:endParaRPr b="0" i="0" sz="950" u="none" cap="none" strike="noStrike">
              <a:solidFill>
                <a:schemeClr val="dk1"/>
              </a:solidFill>
              <a:latin typeface="Inter"/>
              <a:ea typeface="Inter"/>
              <a:cs typeface="Inter"/>
              <a:sym typeface="Inter"/>
            </a:endParaRPr>
          </a:p>
        </p:txBody>
      </p:sp>
      <p:sp>
        <p:nvSpPr>
          <p:cNvPr id="429" name="Google Shape;429;p61"/>
          <p:cNvSpPr/>
          <p:nvPr/>
        </p:nvSpPr>
        <p:spPr>
          <a:xfrm>
            <a:off x="338328" y="3282696"/>
            <a:ext cx="64008" cy="64008"/>
          </a:xfrm>
          <a:prstGeom prst="ellipse">
            <a:avLst/>
          </a:prstGeom>
          <a:solidFill>
            <a:srgbClr val="00BCD4"/>
          </a:solidFill>
          <a:ln cap="flat" cmpd="sng" w="127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61"/>
          <p:cNvSpPr/>
          <p:nvPr/>
        </p:nvSpPr>
        <p:spPr>
          <a:xfrm>
            <a:off x="457200" y="3227832"/>
            <a:ext cx="1709928"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 sz="950" u="none" cap="none" strike="noStrike">
                <a:solidFill>
                  <a:schemeClr val="dk1"/>
                </a:solidFill>
                <a:latin typeface="Inter"/>
                <a:ea typeface="Inter"/>
                <a:cs typeface="Inter"/>
                <a:sym typeface="Inter"/>
              </a:rPr>
              <a:t>State management with useState and useEffect hooks</a:t>
            </a:r>
            <a:endParaRPr b="0" i="0" sz="950" u="none" cap="none" strike="noStrike">
              <a:solidFill>
                <a:schemeClr val="dk1"/>
              </a:solidFill>
              <a:latin typeface="Inter"/>
              <a:ea typeface="Inter"/>
              <a:cs typeface="Inter"/>
              <a:sym typeface="Inter"/>
            </a:endParaRPr>
          </a:p>
        </p:txBody>
      </p:sp>
      <p:sp>
        <p:nvSpPr>
          <p:cNvPr id="431" name="Google Shape;431;p61"/>
          <p:cNvSpPr/>
          <p:nvPr/>
        </p:nvSpPr>
        <p:spPr>
          <a:xfrm>
            <a:off x="338328" y="3922776"/>
            <a:ext cx="64008" cy="64008"/>
          </a:xfrm>
          <a:prstGeom prst="ellipse">
            <a:avLst/>
          </a:prstGeom>
          <a:solidFill>
            <a:srgbClr val="00BCD4"/>
          </a:solidFill>
          <a:ln cap="flat" cmpd="sng" w="127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61"/>
          <p:cNvSpPr/>
          <p:nvPr/>
        </p:nvSpPr>
        <p:spPr>
          <a:xfrm>
            <a:off x="457200" y="3867912"/>
            <a:ext cx="1709928"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 sz="950" u="none" cap="none" strike="noStrike">
                <a:solidFill>
                  <a:schemeClr val="dk1"/>
                </a:solidFill>
                <a:latin typeface="Inter"/>
                <a:ea typeface="Inter"/>
                <a:cs typeface="Inter"/>
                <a:sym typeface="Inter"/>
              </a:rPr>
              <a:t>Pages: Landing, Login, Register, Upload, Gallery</a:t>
            </a:r>
            <a:endParaRPr b="0" i="0" sz="950" u="none" cap="none" strike="noStrike">
              <a:solidFill>
                <a:schemeClr val="dk1"/>
              </a:solidFill>
              <a:latin typeface="Inter"/>
              <a:ea typeface="Inter"/>
              <a:cs typeface="Inter"/>
              <a:sym typeface="Inter"/>
            </a:endParaRPr>
          </a:p>
        </p:txBody>
      </p:sp>
      <p:pic>
        <p:nvPicPr>
          <p:cNvPr descr="preencoded.png" id="433" name="Google Shape;433;p61"/>
          <p:cNvPicPr preferRelativeResize="0"/>
          <p:nvPr/>
        </p:nvPicPr>
        <p:blipFill rotWithShape="1">
          <a:blip r:embed="rId4">
            <a:alphaModFix/>
          </a:blip>
          <a:srcRect b="0" l="0" r="0" t="0"/>
          <a:stretch/>
        </p:blipFill>
        <p:spPr>
          <a:xfrm>
            <a:off x="2532888" y="1280160"/>
            <a:ext cx="411480" cy="411480"/>
          </a:xfrm>
          <a:prstGeom prst="rect">
            <a:avLst/>
          </a:prstGeom>
          <a:noFill/>
          <a:ln>
            <a:noFill/>
          </a:ln>
        </p:spPr>
      </p:pic>
      <p:sp>
        <p:nvSpPr>
          <p:cNvPr id="434" name="Google Shape;434;p61"/>
          <p:cNvSpPr/>
          <p:nvPr/>
        </p:nvSpPr>
        <p:spPr>
          <a:xfrm>
            <a:off x="3008376" y="1307592"/>
            <a:ext cx="13716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chemeClr val="dk1"/>
                </a:solidFill>
                <a:latin typeface="Inter"/>
                <a:ea typeface="Inter"/>
                <a:cs typeface="Inter"/>
                <a:sym typeface="Inter"/>
              </a:rPr>
              <a:t>Vite</a:t>
            </a:r>
            <a:endParaRPr b="0" i="0" sz="1300" u="none" cap="none" strike="noStrike">
              <a:solidFill>
                <a:schemeClr val="dk1"/>
              </a:solidFill>
              <a:latin typeface="Inter"/>
              <a:ea typeface="Inter"/>
              <a:cs typeface="Inter"/>
              <a:sym typeface="Inter"/>
            </a:endParaRPr>
          </a:p>
        </p:txBody>
      </p:sp>
      <p:sp>
        <p:nvSpPr>
          <p:cNvPr id="435" name="Google Shape;435;p61"/>
          <p:cNvSpPr/>
          <p:nvPr/>
        </p:nvSpPr>
        <p:spPr>
          <a:xfrm>
            <a:off x="3008376" y="1527048"/>
            <a:ext cx="137160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Build toolchain</a:t>
            </a:r>
            <a:endParaRPr b="0" i="0" sz="1000" u="none" cap="none" strike="noStrike">
              <a:solidFill>
                <a:schemeClr val="dk1"/>
              </a:solidFill>
              <a:latin typeface="Inter"/>
              <a:ea typeface="Inter"/>
              <a:cs typeface="Inter"/>
              <a:sym typeface="Inter"/>
            </a:endParaRPr>
          </a:p>
        </p:txBody>
      </p:sp>
      <p:sp>
        <p:nvSpPr>
          <p:cNvPr id="436" name="Google Shape;436;p61"/>
          <p:cNvSpPr/>
          <p:nvPr/>
        </p:nvSpPr>
        <p:spPr>
          <a:xfrm>
            <a:off x="2532888" y="1819656"/>
            <a:ext cx="1847088" cy="9144"/>
          </a:xfrm>
          <a:prstGeom prst="rect">
            <a:avLst/>
          </a:prstGeom>
          <a:solidFill>
            <a:srgbClr val="1E3050"/>
          </a:solidFill>
          <a:ln cap="flat" cmpd="sng" w="12700">
            <a:solidFill>
              <a:srgbClr val="1E3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61"/>
          <p:cNvSpPr/>
          <p:nvPr/>
        </p:nvSpPr>
        <p:spPr>
          <a:xfrm>
            <a:off x="2551176" y="2002536"/>
            <a:ext cx="64008" cy="64008"/>
          </a:xfrm>
          <a:prstGeom prst="ellipse">
            <a:avLst/>
          </a:prstGeom>
          <a:solidFill>
            <a:srgbClr val="00BCD4"/>
          </a:solidFill>
          <a:ln cap="flat" cmpd="sng" w="127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61"/>
          <p:cNvSpPr/>
          <p:nvPr/>
        </p:nvSpPr>
        <p:spPr>
          <a:xfrm>
            <a:off x="2670048" y="1947672"/>
            <a:ext cx="1709928"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 sz="950" u="none" cap="none" strike="noStrike">
                <a:solidFill>
                  <a:schemeClr val="dk1"/>
                </a:solidFill>
                <a:latin typeface="Inter"/>
                <a:ea typeface="Inter"/>
                <a:cs typeface="Inter"/>
                <a:sym typeface="Inter"/>
              </a:rPr>
              <a:t>Lightning-fast HMR and dev server startup</a:t>
            </a:r>
            <a:endParaRPr b="0" i="0" sz="950" u="none" cap="none" strike="noStrike">
              <a:solidFill>
                <a:schemeClr val="dk1"/>
              </a:solidFill>
              <a:latin typeface="Inter"/>
              <a:ea typeface="Inter"/>
              <a:cs typeface="Inter"/>
              <a:sym typeface="Inter"/>
            </a:endParaRPr>
          </a:p>
        </p:txBody>
      </p:sp>
      <p:sp>
        <p:nvSpPr>
          <p:cNvPr id="439" name="Google Shape;439;p61"/>
          <p:cNvSpPr/>
          <p:nvPr/>
        </p:nvSpPr>
        <p:spPr>
          <a:xfrm>
            <a:off x="2551176" y="2642616"/>
            <a:ext cx="64008" cy="64008"/>
          </a:xfrm>
          <a:prstGeom prst="ellipse">
            <a:avLst/>
          </a:prstGeom>
          <a:solidFill>
            <a:srgbClr val="00BCD4"/>
          </a:solidFill>
          <a:ln cap="flat" cmpd="sng" w="127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61"/>
          <p:cNvSpPr/>
          <p:nvPr/>
        </p:nvSpPr>
        <p:spPr>
          <a:xfrm>
            <a:off x="2670048" y="2587752"/>
            <a:ext cx="1709928"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 sz="950" u="none" cap="none" strike="noStrike">
                <a:solidFill>
                  <a:schemeClr val="dk1"/>
                </a:solidFill>
                <a:latin typeface="Inter"/>
                <a:ea typeface="Inter"/>
                <a:cs typeface="Inter"/>
                <a:sym typeface="Inter"/>
              </a:rPr>
              <a:t>Instant compilation during development</a:t>
            </a:r>
            <a:endParaRPr b="0" i="0" sz="950" u="none" cap="none" strike="noStrike">
              <a:solidFill>
                <a:schemeClr val="dk1"/>
              </a:solidFill>
              <a:latin typeface="Inter"/>
              <a:ea typeface="Inter"/>
              <a:cs typeface="Inter"/>
              <a:sym typeface="Inter"/>
            </a:endParaRPr>
          </a:p>
        </p:txBody>
      </p:sp>
      <p:sp>
        <p:nvSpPr>
          <p:cNvPr id="441" name="Google Shape;441;p61"/>
          <p:cNvSpPr/>
          <p:nvPr/>
        </p:nvSpPr>
        <p:spPr>
          <a:xfrm>
            <a:off x="2551176" y="3282696"/>
            <a:ext cx="64008" cy="64008"/>
          </a:xfrm>
          <a:prstGeom prst="ellipse">
            <a:avLst/>
          </a:prstGeom>
          <a:solidFill>
            <a:srgbClr val="00BCD4"/>
          </a:solidFill>
          <a:ln cap="flat" cmpd="sng" w="127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61"/>
          <p:cNvSpPr/>
          <p:nvPr/>
        </p:nvSpPr>
        <p:spPr>
          <a:xfrm>
            <a:off x="2670048" y="3227832"/>
            <a:ext cx="1709928"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 sz="950" u="none" cap="none" strike="noStrike">
                <a:solidFill>
                  <a:schemeClr val="dk1"/>
                </a:solidFill>
                <a:latin typeface="Inter"/>
                <a:ea typeface="Inter"/>
                <a:cs typeface="Inter"/>
                <a:sym typeface="Inter"/>
              </a:rPr>
              <a:t>Optimised production builds with tree-shaking</a:t>
            </a:r>
            <a:endParaRPr b="0" i="0" sz="950" u="none" cap="none" strike="noStrike">
              <a:solidFill>
                <a:schemeClr val="dk1"/>
              </a:solidFill>
              <a:latin typeface="Inter"/>
              <a:ea typeface="Inter"/>
              <a:cs typeface="Inter"/>
              <a:sym typeface="Inter"/>
            </a:endParaRPr>
          </a:p>
        </p:txBody>
      </p:sp>
      <p:sp>
        <p:nvSpPr>
          <p:cNvPr id="443" name="Google Shape;443;p61"/>
          <p:cNvSpPr/>
          <p:nvPr/>
        </p:nvSpPr>
        <p:spPr>
          <a:xfrm>
            <a:off x="2551176" y="3922776"/>
            <a:ext cx="64008" cy="64008"/>
          </a:xfrm>
          <a:prstGeom prst="ellipse">
            <a:avLst/>
          </a:prstGeom>
          <a:solidFill>
            <a:srgbClr val="00BCD4"/>
          </a:solidFill>
          <a:ln cap="flat" cmpd="sng" w="127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61"/>
          <p:cNvSpPr/>
          <p:nvPr/>
        </p:nvSpPr>
        <p:spPr>
          <a:xfrm>
            <a:off x="2670048" y="3867912"/>
            <a:ext cx="1709928"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 sz="950" u="none" cap="none" strike="noStrike">
                <a:solidFill>
                  <a:schemeClr val="dk1"/>
                </a:solidFill>
                <a:latin typeface="Inter"/>
                <a:ea typeface="Inter"/>
                <a:cs typeface="Inter"/>
                <a:sym typeface="Inter"/>
              </a:rPr>
              <a:t>Configured with Vite proxy to backend</a:t>
            </a:r>
            <a:endParaRPr b="0" i="0" sz="950" u="none" cap="none" strike="noStrike">
              <a:solidFill>
                <a:schemeClr val="dk1"/>
              </a:solidFill>
              <a:latin typeface="Inter"/>
              <a:ea typeface="Inter"/>
              <a:cs typeface="Inter"/>
              <a:sym typeface="Inter"/>
            </a:endParaRPr>
          </a:p>
        </p:txBody>
      </p:sp>
      <p:pic>
        <p:nvPicPr>
          <p:cNvPr descr="preencoded.png" id="445" name="Google Shape;445;p61"/>
          <p:cNvPicPr preferRelativeResize="0"/>
          <p:nvPr/>
        </p:nvPicPr>
        <p:blipFill rotWithShape="1">
          <a:blip r:embed="rId5">
            <a:alphaModFix/>
          </a:blip>
          <a:srcRect b="0" l="0" r="0" t="0"/>
          <a:stretch/>
        </p:blipFill>
        <p:spPr>
          <a:xfrm>
            <a:off x="4745736" y="1280160"/>
            <a:ext cx="411480" cy="411480"/>
          </a:xfrm>
          <a:prstGeom prst="rect">
            <a:avLst/>
          </a:prstGeom>
          <a:noFill/>
          <a:ln>
            <a:noFill/>
          </a:ln>
        </p:spPr>
      </p:pic>
      <p:sp>
        <p:nvSpPr>
          <p:cNvPr id="446" name="Google Shape;446;p61"/>
          <p:cNvSpPr/>
          <p:nvPr/>
        </p:nvSpPr>
        <p:spPr>
          <a:xfrm>
            <a:off x="5221224" y="1307592"/>
            <a:ext cx="13716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chemeClr val="dk1"/>
                </a:solidFill>
                <a:latin typeface="Inter"/>
                <a:ea typeface="Inter"/>
                <a:cs typeface="Inter"/>
                <a:sym typeface="Inter"/>
              </a:rPr>
              <a:t>Tailwind CSS</a:t>
            </a:r>
            <a:endParaRPr b="0" i="0" sz="1300" u="none" cap="none" strike="noStrike">
              <a:solidFill>
                <a:schemeClr val="dk1"/>
              </a:solidFill>
              <a:latin typeface="Inter"/>
              <a:ea typeface="Inter"/>
              <a:cs typeface="Inter"/>
              <a:sym typeface="Inter"/>
            </a:endParaRPr>
          </a:p>
        </p:txBody>
      </p:sp>
      <p:sp>
        <p:nvSpPr>
          <p:cNvPr id="447" name="Google Shape;447;p61"/>
          <p:cNvSpPr/>
          <p:nvPr/>
        </p:nvSpPr>
        <p:spPr>
          <a:xfrm>
            <a:off x="5221224" y="1527048"/>
            <a:ext cx="137160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Utility-first styling</a:t>
            </a:r>
            <a:endParaRPr b="0" i="0" sz="1000" u="none" cap="none" strike="noStrike">
              <a:solidFill>
                <a:schemeClr val="dk1"/>
              </a:solidFill>
              <a:latin typeface="Inter"/>
              <a:ea typeface="Inter"/>
              <a:cs typeface="Inter"/>
              <a:sym typeface="Inter"/>
            </a:endParaRPr>
          </a:p>
        </p:txBody>
      </p:sp>
      <p:sp>
        <p:nvSpPr>
          <p:cNvPr id="448" name="Google Shape;448;p61"/>
          <p:cNvSpPr/>
          <p:nvPr/>
        </p:nvSpPr>
        <p:spPr>
          <a:xfrm>
            <a:off x="4745736" y="1819656"/>
            <a:ext cx="1847088" cy="9144"/>
          </a:xfrm>
          <a:prstGeom prst="rect">
            <a:avLst/>
          </a:prstGeom>
          <a:solidFill>
            <a:srgbClr val="1E3050"/>
          </a:solidFill>
          <a:ln cap="flat" cmpd="sng" w="12700">
            <a:solidFill>
              <a:srgbClr val="1E3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61"/>
          <p:cNvSpPr/>
          <p:nvPr/>
        </p:nvSpPr>
        <p:spPr>
          <a:xfrm>
            <a:off x="4764024" y="2002536"/>
            <a:ext cx="64008" cy="64008"/>
          </a:xfrm>
          <a:prstGeom prst="ellipse">
            <a:avLst/>
          </a:prstGeom>
          <a:solidFill>
            <a:srgbClr val="00BCD4"/>
          </a:solidFill>
          <a:ln cap="flat" cmpd="sng" w="127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61"/>
          <p:cNvSpPr/>
          <p:nvPr/>
        </p:nvSpPr>
        <p:spPr>
          <a:xfrm>
            <a:off x="4882896" y="1947672"/>
            <a:ext cx="1709928"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 sz="950" u="none" cap="none" strike="noStrike">
                <a:solidFill>
                  <a:schemeClr val="dk1"/>
                </a:solidFill>
                <a:latin typeface="Inter"/>
                <a:ea typeface="Inter"/>
                <a:cs typeface="Inter"/>
                <a:sym typeface="Inter"/>
              </a:rPr>
              <a:t>Direct utility approach replaces custom CSS files</a:t>
            </a:r>
            <a:endParaRPr b="0" i="0" sz="950" u="none" cap="none" strike="noStrike">
              <a:solidFill>
                <a:schemeClr val="dk1"/>
              </a:solidFill>
              <a:latin typeface="Inter"/>
              <a:ea typeface="Inter"/>
              <a:cs typeface="Inter"/>
              <a:sym typeface="Inter"/>
            </a:endParaRPr>
          </a:p>
        </p:txBody>
      </p:sp>
      <p:sp>
        <p:nvSpPr>
          <p:cNvPr id="451" name="Google Shape;451;p61"/>
          <p:cNvSpPr/>
          <p:nvPr/>
        </p:nvSpPr>
        <p:spPr>
          <a:xfrm>
            <a:off x="4764024" y="2642616"/>
            <a:ext cx="64008" cy="64008"/>
          </a:xfrm>
          <a:prstGeom prst="ellipse">
            <a:avLst/>
          </a:prstGeom>
          <a:solidFill>
            <a:srgbClr val="00BCD4"/>
          </a:solidFill>
          <a:ln cap="flat" cmpd="sng" w="127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61"/>
          <p:cNvSpPr/>
          <p:nvPr/>
        </p:nvSpPr>
        <p:spPr>
          <a:xfrm>
            <a:off x="4882896" y="2587752"/>
            <a:ext cx="1709928"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 sz="950" u="none" cap="none" strike="noStrike">
                <a:solidFill>
                  <a:schemeClr val="dk1"/>
                </a:solidFill>
                <a:latin typeface="Inter"/>
                <a:ea typeface="Inter"/>
                <a:cs typeface="Inter"/>
                <a:sym typeface="Inter"/>
              </a:rPr>
              <a:t>Consistent design tokens across all components</a:t>
            </a:r>
            <a:endParaRPr b="0" i="0" sz="950" u="none" cap="none" strike="noStrike">
              <a:solidFill>
                <a:schemeClr val="dk1"/>
              </a:solidFill>
              <a:latin typeface="Inter"/>
              <a:ea typeface="Inter"/>
              <a:cs typeface="Inter"/>
              <a:sym typeface="Inter"/>
            </a:endParaRPr>
          </a:p>
        </p:txBody>
      </p:sp>
      <p:sp>
        <p:nvSpPr>
          <p:cNvPr id="453" name="Google Shape;453;p61"/>
          <p:cNvSpPr/>
          <p:nvPr/>
        </p:nvSpPr>
        <p:spPr>
          <a:xfrm>
            <a:off x="4764024" y="3282696"/>
            <a:ext cx="64008" cy="64008"/>
          </a:xfrm>
          <a:prstGeom prst="ellipse">
            <a:avLst/>
          </a:prstGeom>
          <a:solidFill>
            <a:srgbClr val="00BCD4"/>
          </a:solidFill>
          <a:ln cap="flat" cmpd="sng" w="127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61"/>
          <p:cNvSpPr/>
          <p:nvPr/>
        </p:nvSpPr>
        <p:spPr>
          <a:xfrm>
            <a:off x="4882896" y="3227832"/>
            <a:ext cx="1709928"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 sz="950" u="none" cap="none" strike="noStrike">
                <a:solidFill>
                  <a:schemeClr val="dk1"/>
                </a:solidFill>
                <a:latin typeface="Inter"/>
                <a:ea typeface="Inter"/>
                <a:cs typeface="Inter"/>
                <a:sym typeface="Inter"/>
              </a:rPr>
              <a:t>Responsive layouts with mobile-first breakpoints</a:t>
            </a:r>
            <a:endParaRPr b="0" i="0" sz="950" u="none" cap="none" strike="noStrike">
              <a:solidFill>
                <a:schemeClr val="dk1"/>
              </a:solidFill>
              <a:latin typeface="Inter"/>
              <a:ea typeface="Inter"/>
              <a:cs typeface="Inter"/>
              <a:sym typeface="Inter"/>
            </a:endParaRPr>
          </a:p>
        </p:txBody>
      </p:sp>
      <p:sp>
        <p:nvSpPr>
          <p:cNvPr id="455" name="Google Shape;455;p61"/>
          <p:cNvSpPr/>
          <p:nvPr/>
        </p:nvSpPr>
        <p:spPr>
          <a:xfrm>
            <a:off x="4764024" y="3922776"/>
            <a:ext cx="64008" cy="64008"/>
          </a:xfrm>
          <a:prstGeom prst="ellipse">
            <a:avLst/>
          </a:prstGeom>
          <a:solidFill>
            <a:srgbClr val="00BCD4"/>
          </a:solidFill>
          <a:ln cap="flat" cmpd="sng" w="127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61"/>
          <p:cNvSpPr/>
          <p:nvPr/>
        </p:nvSpPr>
        <p:spPr>
          <a:xfrm>
            <a:off x="4882896" y="3867912"/>
            <a:ext cx="1709928"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 sz="950" u="none" cap="none" strike="noStrike">
                <a:solidFill>
                  <a:schemeClr val="dk1"/>
                </a:solidFill>
                <a:latin typeface="Inter"/>
                <a:ea typeface="Inter"/>
                <a:cs typeface="Inter"/>
                <a:sym typeface="Inter"/>
              </a:rPr>
              <a:t>Dark-mode ready with zero extra config</a:t>
            </a:r>
            <a:endParaRPr b="0" i="0" sz="950" u="none" cap="none" strike="noStrike">
              <a:solidFill>
                <a:schemeClr val="dk1"/>
              </a:solidFill>
              <a:latin typeface="Inter"/>
              <a:ea typeface="Inter"/>
              <a:cs typeface="Inter"/>
              <a:sym typeface="Inter"/>
            </a:endParaRPr>
          </a:p>
        </p:txBody>
      </p:sp>
      <p:pic>
        <p:nvPicPr>
          <p:cNvPr descr="preencoded.png" id="457" name="Google Shape;457;p61"/>
          <p:cNvPicPr preferRelativeResize="0"/>
          <p:nvPr/>
        </p:nvPicPr>
        <p:blipFill rotWithShape="1">
          <a:blip r:embed="rId6">
            <a:alphaModFix/>
          </a:blip>
          <a:srcRect b="0" l="0" r="0" t="0"/>
          <a:stretch/>
        </p:blipFill>
        <p:spPr>
          <a:xfrm>
            <a:off x="6958584" y="1280160"/>
            <a:ext cx="411480" cy="411480"/>
          </a:xfrm>
          <a:prstGeom prst="rect">
            <a:avLst/>
          </a:prstGeom>
          <a:noFill/>
          <a:ln>
            <a:noFill/>
          </a:ln>
        </p:spPr>
      </p:pic>
      <p:sp>
        <p:nvSpPr>
          <p:cNvPr id="458" name="Google Shape;458;p61"/>
          <p:cNvSpPr/>
          <p:nvPr/>
        </p:nvSpPr>
        <p:spPr>
          <a:xfrm>
            <a:off x="7434072" y="1307592"/>
            <a:ext cx="13716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chemeClr val="dk1"/>
                </a:solidFill>
                <a:latin typeface="Inter"/>
                <a:ea typeface="Inter"/>
                <a:cs typeface="Inter"/>
                <a:sym typeface="Inter"/>
              </a:rPr>
              <a:t>TypeScript</a:t>
            </a:r>
            <a:endParaRPr b="0" i="0" sz="1300" u="none" cap="none" strike="noStrike">
              <a:solidFill>
                <a:schemeClr val="dk1"/>
              </a:solidFill>
              <a:latin typeface="Inter"/>
              <a:ea typeface="Inter"/>
              <a:cs typeface="Inter"/>
              <a:sym typeface="Inter"/>
            </a:endParaRPr>
          </a:p>
        </p:txBody>
      </p:sp>
      <p:sp>
        <p:nvSpPr>
          <p:cNvPr id="459" name="Google Shape;459;p61"/>
          <p:cNvSpPr/>
          <p:nvPr/>
        </p:nvSpPr>
        <p:spPr>
          <a:xfrm>
            <a:off x="7434072" y="1527048"/>
            <a:ext cx="137160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Type-safe JavaScript</a:t>
            </a:r>
            <a:endParaRPr b="0" i="0" sz="1000" u="none" cap="none" strike="noStrike">
              <a:solidFill>
                <a:schemeClr val="dk1"/>
              </a:solidFill>
              <a:latin typeface="Inter"/>
              <a:ea typeface="Inter"/>
              <a:cs typeface="Inter"/>
              <a:sym typeface="Inter"/>
            </a:endParaRPr>
          </a:p>
        </p:txBody>
      </p:sp>
      <p:sp>
        <p:nvSpPr>
          <p:cNvPr id="460" name="Google Shape;460;p61"/>
          <p:cNvSpPr/>
          <p:nvPr/>
        </p:nvSpPr>
        <p:spPr>
          <a:xfrm>
            <a:off x="6958584" y="1819656"/>
            <a:ext cx="1847088" cy="9144"/>
          </a:xfrm>
          <a:prstGeom prst="rect">
            <a:avLst/>
          </a:prstGeom>
          <a:solidFill>
            <a:srgbClr val="1E3050"/>
          </a:solidFill>
          <a:ln cap="flat" cmpd="sng" w="12700">
            <a:solidFill>
              <a:srgbClr val="1E3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61"/>
          <p:cNvSpPr/>
          <p:nvPr/>
        </p:nvSpPr>
        <p:spPr>
          <a:xfrm>
            <a:off x="6976872" y="2002536"/>
            <a:ext cx="64008" cy="64008"/>
          </a:xfrm>
          <a:prstGeom prst="ellipse">
            <a:avLst/>
          </a:prstGeom>
          <a:solidFill>
            <a:srgbClr val="00BCD4"/>
          </a:solidFill>
          <a:ln cap="flat" cmpd="sng" w="127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61"/>
          <p:cNvSpPr/>
          <p:nvPr/>
        </p:nvSpPr>
        <p:spPr>
          <a:xfrm>
            <a:off x="7095744" y="1947672"/>
            <a:ext cx="1709928"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 sz="950" u="none" cap="none" strike="noStrike">
                <a:solidFill>
                  <a:schemeClr val="dk1"/>
                </a:solidFill>
                <a:latin typeface="Inter"/>
                <a:ea typeface="Inter"/>
                <a:cs typeface="Inter"/>
                <a:sym typeface="Inter"/>
              </a:rPr>
              <a:t>Static typing catches errors at compile time</a:t>
            </a:r>
            <a:endParaRPr b="0" i="0" sz="950" u="none" cap="none" strike="noStrike">
              <a:solidFill>
                <a:schemeClr val="dk1"/>
              </a:solidFill>
              <a:latin typeface="Inter"/>
              <a:ea typeface="Inter"/>
              <a:cs typeface="Inter"/>
              <a:sym typeface="Inter"/>
            </a:endParaRPr>
          </a:p>
        </p:txBody>
      </p:sp>
      <p:sp>
        <p:nvSpPr>
          <p:cNvPr id="463" name="Google Shape;463;p61"/>
          <p:cNvSpPr/>
          <p:nvPr/>
        </p:nvSpPr>
        <p:spPr>
          <a:xfrm>
            <a:off x="6976872" y="2642616"/>
            <a:ext cx="64008" cy="64008"/>
          </a:xfrm>
          <a:prstGeom prst="ellipse">
            <a:avLst/>
          </a:prstGeom>
          <a:solidFill>
            <a:srgbClr val="00BCD4"/>
          </a:solidFill>
          <a:ln cap="flat" cmpd="sng" w="127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61"/>
          <p:cNvSpPr/>
          <p:nvPr/>
        </p:nvSpPr>
        <p:spPr>
          <a:xfrm>
            <a:off x="7095744" y="2587752"/>
            <a:ext cx="1709928"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 sz="950" u="none" cap="none" strike="noStrike">
                <a:solidFill>
                  <a:schemeClr val="dk1"/>
                </a:solidFill>
                <a:latin typeface="Inter"/>
                <a:ea typeface="Inter"/>
                <a:cs typeface="Inter"/>
                <a:sym typeface="Inter"/>
              </a:rPr>
              <a:t>Typed props and API response interfaces</a:t>
            </a:r>
            <a:endParaRPr b="0" i="0" sz="950" u="none" cap="none" strike="noStrike">
              <a:solidFill>
                <a:schemeClr val="dk1"/>
              </a:solidFill>
              <a:latin typeface="Inter"/>
              <a:ea typeface="Inter"/>
              <a:cs typeface="Inter"/>
              <a:sym typeface="Inter"/>
            </a:endParaRPr>
          </a:p>
        </p:txBody>
      </p:sp>
      <p:sp>
        <p:nvSpPr>
          <p:cNvPr id="465" name="Google Shape;465;p61"/>
          <p:cNvSpPr/>
          <p:nvPr/>
        </p:nvSpPr>
        <p:spPr>
          <a:xfrm>
            <a:off x="6976872" y="3282696"/>
            <a:ext cx="64008" cy="64008"/>
          </a:xfrm>
          <a:prstGeom prst="ellipse">
            <a:avLst/>
          </a:prstGeom>
          <a:solidFill>
            <a:srgbClr val="00BCD4"/>
          </a:solidFill>
          <a:ln cap="flat" cmpd="sng" w="127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61"/>
          <p:cNvSpPr/>
          <p:nvPr/>
        </p:nvSpPr>
        <p:spPr>
          <a:xfrm>
            <a:off x="7095744" y="3227832"/>
            <a:ext cx="1709928"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 sz="950" u="none" cap="none" strike="noStrike">
                <a:solidFill>
                  <a:schemeClr val="dk1"/>
                </a:solidFill>
                <a:latin typeface="Inter"/>
                <a:ea typeface="Inter"/>
                <a:cs typeface="Inter"/>
                <a:sym typeface="Inter"/>
              </a:rPr>
              <a:t>Improves IDE autocomplete and refactoring</a:t>
            </a:r>
            <a:endParaRPr b="0" i="0" sz="950" u="none" cap="none" strike="noStrike">
              <a:solidFill>
                <a:schemeClr val="dk1"/>
              </a:solidFill>
              <a:latin typeface="Inter"/>
              <a:ea typeface="Inter"/>
              <a:cs typeface="Inter"/>
              <a:sym typeface="Inter"/>
            </a:endParaRPr>
          </a:p>
        </p:txBody>
      </p:sp>
      <p:sp>
        <p:nvSpPr>
          <p:cNvPr id="467" name="Google Shape;467;p61"/>
          <p:cNvSpPr/>
          <p:nvPr/>
        </p:nvSpPr>
        <p:spPr>
          <a:xfrm>
            <a:off x="6976872" y="3922776"/>
            <a:ext cx="64008" cy="64008"/>
          </a:xfrm>
          <a:prstGeom prst="ellipse">
            <a:avLst/>
          </a:prstGeom>
          <a:solidFill>
            <a:srgbClr val="00BCD4"/>
          </a:solidFill>
          <a:ln cap="flat" cmpd="sng" w="127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61"/>
          <p:cNvSpPr/>
          <p:nvPr/>
        </p:nvSpPr>
        <p:spPr>
          <a:xfrm>
            <a:off x="7095744" y="3867912"/>
            <a:ext cx="1709928"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 sz="950" u="none" cap="none" strike="noStrike">
                <a:solidFill>
                  <a:schemeClr val="dk1"/>
                </a:solidFill>
                <a:latin typeface="Inter"/>
                <a:ea typeface="Inter"/>
                <a:cs typeface="Inter"/>
                <a:sym typeface="Inter"/>
              </a:rPr>
              <a:t>Compiled to JavaScript for browser execution</a:t>
            </a:r>
            <a:endParaRPr b="0" i="0" sz="950" u="none" cap="none" strike="noStrike">
              <a:solidFill>
                <a:schemeClr val="dk1"/>
              </a:solidFill>
              <a:latin typeface="Inter"/>
              <a:ea typeface="Inter"/>
              <a:cs typeface="Inter"/>
              <a:sym typeface="Inter"/>
            </a:endParaRPr>
          </a:p>
        </p:txBody>
      </p:sp>
      <p:sp>
        <p:nvSpPr>
          <p:cNvPr id="469" name="Google Shape;469;p61"/>
          <p:cNvSpPr/>
          <p:nvPr/>
        </p:nvSpPr>
        <p:spPr>
          <a:xfrm>
            <a:off x="3050550" y="254175"/>
            <a:ext cx="265500" cy="215100"/>
          </a:xfrm>
          <a:prstGeom prst="foldedCorner">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lbert Sans"/>
              <a:ea typeface="Albert Sans"/>
              <a:cs typeface="Albert Sans"/>
              <a:sym typeface="Albert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62"/>
          <p:cNvSpPr/>
          <p:nvPr/>
        </p:nvSpPr>
        <p:spPr>
          <a:xfrm>
            <a:off x="1066800" y="73152"/>
            <a:ext cx="457200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BACKEND</a:t>
            </a:r>
            <a:endParaRPr b="0" i="0" sz="2800" u="none" cap="none" strike="noStrike">
              <a:solidFill>
                <a:schemeClr val="dk1"/>
              </a:solidFill>
              <a:latin typeface="Inter"/>
              <a:ea typeface="Inter"/>
              <a:cs typeface="Inter"/>
              <a:sym typeface="Inter"/>
            </a:endParaRPr>
          </a:p>
        </p:txBody>
      </p:sp>
      <p:sp>
        <p:nvSpPr>
          <p:cNvPr id="475" name="Google Shape;475;p62"/>
          <p:cNvSpPr/>
          <p:nvPr/>
        </p:nvSpPr>
        <p:spPr>
          <a:xfrm>
            <a:off x="1066800" y="566928"/>
            <a:ext cx="64008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chemeClr val="dk1"/>
                </a:solidFill>
                <a:latin typeface="Inter"/>
                <a:ea typeface="Inter"/>
                <a:cs typeface="Inter"/>
                <a:sym typeface="Inter"/>
              </a:rPr>
              <a:t>Node.js · Express.js · JWT · bcrypt</a:t>
            </a:r>
            <a:endParaRPr b="0" i="0" sz="1300" u="none" cap="none" strike="noStrike">
              <a:solidFill>
                <a:schemeClr val="dk1"/>
              </a:solidFill>
              <a:latin typeface="Inter"/>
              <a:ea typeface="Inter"/>
              <a:cs typeface="Inter"/>
              <a:sym typeface="Inter"/>
            </a:endParaRPr>
          </a:p>
        </p:txBody>
      </p:sp>
      <p:sp>
        <p:nvSpPr>
          <p:cNvPr id="476" name="Google Shape;476;p62"/>
          <p:cNvSpPr/>
          <p:nvPr/>
        </p:nvSpPr>
        <p:spPr>
          <a:xfrm>
            <a:off x="274320" y="1143000"/>
            <a:ext cx="64008" cy="822960"/>
          </a:xfrm>
          <a:prstGeom prst="rect">
            <a:avLst/>
          </a:prstGeom>
          <a:solidFill>
            <a:srgbClr val="2E7D32"/>
          </a:solidFill>
          <a:ln cap="flat" cmpd="sng" w="12700">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77" name="Google Shape;477;p62"/>
          <p:cNvPicPr preferRelativeResize="0"/>
          <p:nvPr/>
        </p:nvPicPr>
        <p:blipFill rotWithShape="1">
          <a:blip r:embed="rId3">
            <a:alphaModFix/>
          </a:blip>
          <a:srcRect b="0" l="0" r="0" t="0"/>
          <a:stretch/>
        </p:blipFill>
        <p:spPr>
          <a:xfrm>
            <a:off x="457200" y="1325880"/>
            <a:ext cx="411480" cy="411480"/>
          </a:xfrm>
          <a:prstGeom prst="rect">
            <a:avLst/>
          </a:prstGeom>
          <a:noFill/>
          <a:ln>
            <a:noFill/>
          </a:ln>
        </p:spPr>
      </p:pic>
      <p:sp>
        <p:nvSpPr>
          <p:cNvPr id="478" name="Google Shape;478;p62"/>
          <p:cNvSpPr/>
          <p:nvPr/>
        </p:nvSpPr>
        <p:spPr>
          <a:xfrm>
            <a:off x="1005840" y="1234440"/>
            <a:ext cx="16459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Inter"/>
                <a:ea typeface="Inter"/>
                <a:cs typeface="Inter"/>
                <a:sym typeface="Inter"/>
              </a:rPr>
              <a:t>Node.js</a:t>
            </a:r>
            <a:endParaRPr b="0" i="0" sz="1400" u="none" cap="none" strike="noStrike">
              <a:solidFill>
                <a:schemeClr val="dk1"/>
              </a:solidFill>
              <a:latin typeface="Inter"/>
              <a:ea typeface="Inter"/>
              <a:cs typeface="Inter"/>
              <a:sym typeface="Inter"/>
            </a:endParaRPr>
          </a:p>
        </p:txBody>
      </p:sp>
      <p:sp>
        <p:nvSpPr>
          <p:cNvPr id="479" name="Google Shape;479;p62"/>
          <p:cNvSpPr/>
          <p:nvPr/>
        </p:nvSpPr>
        <p:spPr>
          <a:xfrm>
            <a:off x="1005840" y="1527048"/>
            <a:ext cx="164592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Runtime environment</a:t>
            </a:r>
            <a:endParaRPr b="0" i="0" sz="1000" u="none" cap="none" strike="noStrike">
              <a:solidFill>
                <a:schemeClr val="dk1"/>
              </a:solidFill>
              <a:latin typeface="Inter"/>
              <a:ea typeface="Inter"/>
              <a:cs typeface="Inter"/>
              <a:sym typeface="Inter"/>
            </a:endParaRPr>
          </a:p>
        </p:txBody>
      </p:sp>
      <p:sp>
        <p:nvSpPr>
          <p:cNvPr id="480" name="Google Shape;480;p62"/>
          <p:cNvSpPr/>
          <p:nvPr/>
        </p:nvSpPr>
        <p:spPr>
          <a:xfrm>
            <a:off x="2834640" y="1252728"/>
            <a:ext cx="5852160" cy="6583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Inter"/>
                <a:ea typeface="Inter"/>
                <a:cs typeface="Inter"/>
                <a:sym typeface="Inter"/>
              </a:rPr>
              <a:t>JavaScript runtime built on Chrome's V8 engine. Enables server-side JS execution with non-blocking I/O for high concurrency — perfect for handling multiple concurrent upload and analysis requests.</a:t>
            </a:r>
            <a:endParaRPr b="0" i="0" sz="1100" u="none" cap="none" strike="noStrike">
              <a:solidFill>
                <a:schemeClr val="dk1"/>
              </a:solidFill>
              <a:latin typeface="Inter"/>
              <a:ea typeface="Inter"/>
              <a:cs typeface="Inter"/>
              <a:sym typeface="Inter"/>
            </a:endParaRPr>
          </a:p>
        </p:txBody>
      </p:sp>
      <p:sp>
        <p:nvSpPr>
          <p:cNvPr id="481" name="Google Shape;481;p62"/>
          <p:cNvSpPr/>
          <p:nvPr/>
        </p:nvSpPr>
        <p:spPr>
          <a:xfrm>
            <a:off x="274320" y="2075688"/>
            <a:ext cx="64008" cy="822960"/>
          </a:xfrm>
          <a:prstGeom prst="rect">
            <a:avLst/>
          </a:prstGeom>
          <a:solidFill>
            <a:srgbClr val="37474F"/>
          </a:solidFill>
          <a:ln cap="flat" cmpd="sng" w="12700">
            <a:solidFill>
              <a:srgbClr val="3747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82" name="Google Shape;482;p62"/>
          <p:cNvPicPr preferRelativeResize="0"/>
          <p:nvPr/>
        </p:nvPicPr>
        <p:blipFill rotWithShape="1">
          <a:blip r:embed="rId4">
            <a:alphaModFix/>
          </a:blip>
          <a:srcRect b="0" l="0" r="0" t="0"/>
          <a:stretch/>
        </p:blipFill>
        <p:spPr>
          <a:xfrm>
            <a:off x="457200" y="2258568"/>
            <a:ext cx="411480" cy="411480"/>
          </a:xfrm>
          <a:prstGeom prst="rect">
            <a:avLst/>
          </a:prstGeom>
          <a:solidFill>
            <a:schemeClr val="dk1"/>
          </a:solidFill>
          <a:ln>
            <a:noFill/>
          </a:ln>
        </p:spPr>
      </p:pic>
      <p:sp>
        <p:nvSpPr>
          <p:cNvPr id="483" name="Google Shape;483;p62"/>
          <p:cNvSpPr/>
          <p:nvPr/>
        </p:nvSpPr>
        <p:spPr>
          <a:xfrm>
            <a:off x="1005840" y="2167128"/>
            <a:ext cx="16459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Inter"/>
                <a:ea typeface="Inter"/>
                <a:cs typeface="Inter"/>
                <a:sym typeface="Inter"/>
              </a:rPr>
              <a:t>Express.js</a:t>
            </a:r>
            <a:endParaRPr b="0" i="0" sz="1400" u="none" cap="none" strike="noStrike">
              <a:solidFill>
                <a:schemeClr val="dk1"/>
              </a:solidFill>
              <a:latin typeface="Inter"/>
              <a:ea typeface="Inter"/>
              <a:cs typeface="Inter"/>
              <a:sym typeface="Inter"/>
            </a:endParaRPr>
          </a:p>
        </p:txBody>
      </p:sp>
      <p:sp>
        <p:nvSpPr>
          <p:cNvPr id="484" name="Google Shape;484;p62"/>
          <p:cNvSpPr/>
          <p:nvPr/>
        </p:nvSpPr>
        <p:spPr>
          <a:xfrm>
            <a:off x="1005840" y="2459736"/>
            <a:ext cx="164592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Web framework</a:t>
            </a:r>
            <a:endParaRPr b="0" i="0" sz="1000" u="none" cap="none" strike="noStrike">
              <a:solidFill>
                <a:schemeClr val="dk1"/>
              </a:solidFill>
              <a:latin typeface="Inter"/>
              <a:ea typeface="Inter"/>
              <a:cs typeface="Inter"/>
              <a:sym typeface="Inter"/>
            </a:endParaRPr>
          </a:p>
        </p:txBody>
      </p:sp>
      <p:sp>
        <p:nvSpPr>
          <p:cNvPr id="485" name="Google Shape;485;p62"/>
          <p:cNvSpPr/>
          <p:nvPr/>
        </p:nvSpPr>
        <p:spPr>
          <a:xfrm>
            <a:off x="2834640" y="2185416"/>
            <a:ext cx="5852160" cy="6583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Inter"/>
                <a:ea typeface="Inter"/>
                <a:cs typeface="Inter"/>
                <a:sym typeface="Inter"/>
              </a:rPr>
              <a:t>Minimal and flexible Node.js web framework. Handles all REST API routes: auth (register/login), image presign, raw file upload, image metadata registration, and image retrieval with JWT middleware.</a:t>
            </a:r>
            <a:endParaRPr b="0" i="0" sz="1100" u="none" cap="none" strike="noStrike">
              <a:solidFill>
                <a:schemeClr val="dk1"/>
              </a:solidFill>
              <a:latin typeface="Inter"/>
              <a:ea typeface="Inter"/>
              <a:cs typeface="Inter"/>
              <a:sym typeface="Inter"/>
            </a:endParaRPr>
          </a:p>
        </p:txBody>
      </p:sp>
      <p:sp>
        <p:nvSpPr>
          <p:cNvPr id="486" name="Google Shape;486;p62"/>
          <p:cNvSpPr/>
          <p:nvPr/>
        </p:nvSpPr>
        <p:spPr>
          <a:xfrm>
            <a:off x="274320" y="3008376"/>
            <a:ext cx="64008" cy="822960"/>
          </a:xfrm>
          <a:prstGeom prst="rect">
            <a:avLst/>
          </a:prstGeom>
          <a:solidFill>
            <a:srgbClr val="00695C"/>
          </a:solidFill>
          <a:ln cap="flat" cmpd="sng" w="12700">
            <a:solidFill>
              <a:srgbClr val="0069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87" name="Google Shape;487;p62"/>
          <p:cNvPicPr preferRelativeResize="0"/>
          <p:nvPr/>
        </p:nvPicPr>
        <p:blipFill rotWithShape="1">
          <a:blip r:embed="rId5">
            <a:alphaModFix/>
          </a:blip>
          <a:srcRect b="0" l="0" r="0" t="0"/>
          <a:stretch/>
        </p:blipFill>
        <p:spPr>
          <a:xfrm>
            <a:off x="457200" y="3191256"/>
            <a:ext cx="411480" cy="411480"/>
          </a:xfrm>
          <a:prstGeom prst="rect">
            <a:avLst/>
          </a:prstGeom>
          <a:noFill/>
          <a:ln>
            <a:noFill/>
          </a:ln>
        </p:spPr>
      </p:pic>
      <p:sp>
        <p:nvSpPr>
          <p:cNvPr id="488" name="Google Shape;488;p62"/>
          <p:cNvSpPr/>
          <p:nvPr/>
        </p:nvSpPr>
        <p:spPr>
          <a:xfrm>
            <a:off x="1005840" y="3099816"/>
            <a:ext cx="16459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Inter"/>
                <a:ea typeface="Inter"/>
                <a:cs typeface="Inter"/>
                <a:sym typeface="Inter"/>
              </a:rPr>
              <a:t>JWT Auth</a:t>
            </a:r>
            <a:endParaRPr b="0" i="0" sz="1400" u="none" cap="none" strike="noStrike">
              <a:solidFill>
                <a:schemeClr val="dk1"/>
              </a:solidFill>
              <a:latin typeface="Inter"/>
              <a:ea typeface="Inter"/>
              <a:cs typeface="Inter"/>
              <a:sym typeface="Inter"/>
            </a:endParaRPr>
          </a:p>
        </p:txBody>
      </p:sp>
      <p:sp>
        <p:nvSpPr>
          <p:cNvPr id="489" name="Google Shape;489;p62"/>
          <p:cNvSpPr/>
          <p:nvPr/>
        </p:nvSpPr>
        <p:spPr>
          <a:xfrm>
            <a:off x="1005840" y="3392424"/>
            <a:ext cx="164592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Stateless authentication</a:t>
            </a:r>
            <a:endParaRPr b="0" i="0" sz="1000" u="none" cap="none" strike="noStrike">
              <a:solidFill>
                <a:schemeClr val="dk1"/>
              </a:solidFill>
              <a:latin typeface="Inter"/>
              <a:ea typeface="Inter"/>
              <a:cs typeface="Inter"/>
              <a:sym typeface="Inter"/>
            </a:endParaRPr>
          </a:p>
        </p:txBody>
      </p:sp>
      <p:sp>
        <p:nvSpPr>
          <p:cNvPr id="490" name="Google Shape;490;p62"/>
          <p:cNvSpPr/>
          <p:nvPr/>
        </p:nvSpPr>
        <p:spPr>
          <a:xfrm>
            <a:off x="2834640" y="3118104"/>
            <a:ext cx="5852160" cy="6583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Inter"/>
                <a:ea typeface="Inter"/>
                <a:cs typeface="Inter"/>
                <a:sym typeface="Inter"/>
              </a:rPr>
              <a:t>JSON Web Tokens secure every protected route via the requireAuth middleware. Tokens are signed with a secret, expire in 1 hour, and carry userId + email so any route knows who made the request.</a:t>
            </a:r>
            <a:endParaRPr b="0" i="0" sz="1100" u="none" cap="none" strike="noStrike">
              <a:solidFill>
                <a:schemeClr val="dk1"/>
              </a:solidFill>
              <a:latin typeface="Inter"/>
              <a:ea typeface="Inter"/>
              <a:cs typeface="Inter"/>
              <a:sym typeface="Inter"/>
            </a:endParaRPr>
          </a:p>
        </p:txBody>
      </p:sp>
      <p:sp>
        <p:nvSpPr>
          <p:cNvPr id="491" name="Google Shape;491;p62"/>
          <p:cNvSpPr/>
          <p:nvPr/>
        </p:nvSpPr>
        <p:spPr>
          <a:xfrm>
            <a:off x="274320" y="3941064"/>
            <a:ext cx="64008" cy="822960"/>
          </a:xfrm>
          <a:prstGeom prst="rect">
            <a:avLst/>
          </a:prstGeom>
          <a:solidFill>
            <a:srgbClr val="E65100"/>
          </a:solidFill>
          <a:ln cap="flat" cmpd="sng" w="12700">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92" name="Google Shape;492;p62"/>
          <p:cNvPicPr preferRelativeResize="0"/>
          <p:nvPr/>
        </p:nvPicPr>
        <p:blipFill rotWithShape="1">
          <a:blip r:embed="rId6">
            <a:alphaModFix/>
          </a:blip>
          <a:srcRect b="0" l="0" r="0" t="0"/>
          <a:stretch/>
        </p:blipFill>
        <p:spPr>
          <a:xfrm>
            <a:off x="457200" y="4123944"/>
            <a:ext cx="411480" cy="411480"/>
          </a:xfrm>
          <a:prstGeom prst="rect">
            <a:avLst/>
          </a:prstGeom>
          <a:noFill/>
          <a:ln>
            <a:noFill/>
          </a:ln>
        </p:spPr>
      </p:pic>
      <p:sp>
        <p:nvSpPr>
          <p:cNvPr id="493" name="Google Shape;493;p62"/>
          <p:cNvSpPr/>
          <p:nvPr/>
        </p:nvSpPr>
        <p:spPr>
          <a:xfrm>
            <a:off x="1005840" y="4032504"/>
            <a:ext cx="16459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Inter"/>
                <a:ea typeface="Inter"/>
                <a:cs typeface="Inter"/>
                <a:sym typeface="Inter"/>
              </a:rPr>
              <a:t>bcrypt</a:t>
            </a:r>
            <a:endParaRPr b="0" i="0" sz="1400" u="none" cap="none" strike="noStrike">
              <a:solidFill>
                <a:schemeClr val="dk1"/>
              </a:solidFill>
              <a:latin typeface="Inter"/>
              <a:ea typeface="Inter"/>
              <a:cs typeface="Inter"/>
              <a:sym typeface="Inter"/>
            </a:endParaRPr>
          </a:p>
        </p:txBody>
      </p:sp>
      <p:sp>
        <p:nvSpPr>
          <p:cNvPr id="494" name="Google Shape;494;p62"/>
          <p:cNvSpPr/>
          <p:nvPr/>
        </p:nvSpPr>
        <p:spPr>
          <a:xfrm>
            <a:off x="1005840" y="4325112"/>
            <a:ext cx="164592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Password hashing</a:t>
            </a:r>
            <a:endParaRPr b="0" i="0" sz="1000" u="none" cap="none" strike="noStrike">
              <a:solidFill>
                <a:schemeClr val="dk1"/>
              </a:solidFill>
              <a:latin typeface="Inter"/>
              <a:ea typeface="Inter"/>
              <a:cs typeface="Inter"/>
              <a:sym typeface="Inter"/>
            </a:endParaRPr>
          </a:p>
        </p:txBody>
      </p:sp>
      <p:sp>
        <p:nvSpPr>
          <p:cNvPr id="495" name="Google Shape;495;p62"/>
          <p:cNvSpPr/>
          <p:nvPr/>
        </p:nvSpPr>
        <p:spPr>
          <a:xfrm>
            <a:off x="2834640" y="4050792"/>
            <a:ext cx="5852160" cy="6583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Inter"/>
                <a:ea typeface="Inter"/>
                <a:cs typeface="Inter"/>
                <a:sym typeface="Inter"/>
              </a:rPr>
              <a:t>Industry-standard adaptive hashing algorithm. Passwords are never stored in plain text — bcrypt hashes with salt rounds of 10, making brute-force attacks computationally infeasible.</a:t>
            </a:r>
            <a:endParaRPr b="0" i="0" sz="1100" u="none" cap="none" strike="noStrike">
              <a:solidFill>
                <a:schemeClr val="dk1"/>
              </a:solidFill>
              <a:latin typeface="Inter"/>
              <a:ea typeface="Inter"/>
              <a:cs typeface="Inter"/>
              <a:sym typeface="Inter"/>
            </a:endParaRPr>
          </a:p>
        </p:txBody>
      </p:sp>
      <p:sp>
        <p:nvSpPr>
          <p:cNvPr id="496" name="Google Shape;496;p62"/>
          <p:cNvSpPr/>
          <p:nvPr/>
        </p:nvSpPr>
        <p:spPr>
          <a:xfrm>
            <a:off x="2914250" y="254175"/>
            <a:ext cx="265500" cy="215100"/>
          </a:xfrm>
          <a:prstGeom prst="foldedCorner">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lbert Sans"/>
              <a:ea typeface="Albert Sans"/>
              <a:cs typeface="Albert Sans"/>
              <a:sym typeface="Albert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63"/>
          <p:cNvSpPr/>
          <p:nvPr/>
        </p:nvSpPr>
        <p:spPr>
          <a:xfrm>
            <a:off x="937260" y="73152"/>
            <a:ext cx="548640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DATABASE &amp; CLOUD</a:t>
            </a:r>
            <a:endParaRPr b="0" i="0" sz="2800" u="none" cap="none" strike="noStrike">
              <a:solidFill>
                <a:schemeClr val="dk1"/>
              </a:solidFill>
              <a:latin typeface="Inter"/>
              <a:ea typeface="Inter"/>
              <a:cs typeface="Inter"/>
              <a:sym typeface="Inter"/>
            </a:endParaRPr>
          </a:p>
        </p:txBody>
      </p:sp>
      <p:sp>
        <p:nvSpPr>
          <p:cNvPr id="502" name="Google Shape;502;p63"/>
          <p:cNvSpPr/>
          <p:nvPr/>
        </p:nvSpPr>
        <p:spPr>
          <a:xfrm>
            <a:off x="937260" y="566928"/>
            <a:ext cx="64008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chemeClr val="dk1"/>
                </a:solidFill>
                <a:latin typeface="Inter"/>
                <a:ea typeface="Inter"/>
                <a:cs typeface="Inter"/>
                <a:sym typeface="Inter"/>
              </a:rPr>
              <a:t>MongoDB · AWS · Local filesystem</a:t>
            </a:r>
            <a:endParaRPr b="0" i="0" sz="1300" u="none" cap="none" strike="noStrike">
              <a:solidFill>
                <a:schemeClr val="dk1"/>
              </a:solidFill>
              <a:latin typeface="Inter"/>
              <a:ea typeface="Inter"/>
              <a:cs typeface="Inter"/>
              <a:sym typeface="Inter"/>
            </a:endParaRPr>
          </a:p>
        </p:txBody>
      </p:sp>
      <p:pic>
        <p:nvPicPr>
          <p:cNvPr descr="preencoded.png" id="503" name="Google Shape;503;p63"/>
          <p:cNvPicPr preferRelativeResize="0"/>
          <p:nvPr/>
        </p:nvPicPr>
        <p:blipFill rotWithShape="1">
          <a:blip r:embed="rId3">
            <a:alphaModFix/>
          </a:blip>
          <a:srcRect b="0" l="0" r="0" t="0"/>
          <a:stretch/>
        </p:blipFill>
        <p:spPr>
          <a:xfrm>
            <a:off x="411480" y="1207008"/>
            <a:ext cx="457200" cy="457200"/>
          </a:xfrm>
          <a:prstGeom prst="rect">
            <a:avLst/>
          </a:prstGeom>
          <a:noFill/>
          <a:ln>
            <a:noFill/>
          </a:ln>
        </p:spPr>
      </p:pic>
      <p:sp>
        <p:nvSpPr>
          <p:cNvPr id="504" name="Google Shape;504;p63"/>
          <p:cNvSpPr/>
          <p:nvPr/>
        </p:nvSpPr>
        <p:spPr>
          <a:xfrm>
            <a:off x="960120" y="1207008"/>
            <a:ext cx="3200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Inter"/>
                <a:ea typeface="Inter"/>
                <a:cs typeface="Inter"/>
                <a:sym typeface="Inter"/>
              </a:rPr>
              <a:t>MongoDB</a:t>
            </a:r>
            <a:endParaRPr b="0" i="0" sz="1600" u="none" cap="none" strike="noStrike">
              <a:solidFill>
                <a:schemeClr val="dk1"/>
              </a:solidFill>
              <a:latin typeface="Inter"/>
              <a:ea typeface="Inter"/>
              <a:cs typeface="Inter"/>
              <a:sym typeface="Inter"/>
            </a:endParaRPr>
          </a:p>
        </p:txBody>
      </p:sp>
      <p:sp>
        <p:nvSpPr>
          <p:cNvPr id="505" name="Google Shape;505;p63"/>
          <p:cNvSpPr/>
          <p:nvPr/>
        </p:nvSpPr>
        <p:spPr>
          <a:xfrm>
            <a:off x="960120" y="1481328"/>
            <a:ext cx="32004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Inter"/>
                <a:ea typeface="Inter"/>
                <a:cs typeface="Inter"/>
                <a:sym typeface="Inter"/>
              </a:rPr>
              <a:t>NoSQL document database</a:t>
            </a:r>
            <a:endParaRPr b="0" i="0" sz="1100" u="none" cap="none" strike="noStrike">
              <a:solidFill>
                <a:schemeClr val="dk1"/>
              </a:solidFill>
              <a:latin typeface="Inter"/>
              <a:ea typeface="Inter"/>
              <a:cs typeface="Inter"/>
              <a:sym typeface="Inter"/>
            </a:endParaRPr>
          </a:p>
        </p:txBody>
      </p:sp>
      <p:sp>
        <p:nvSpPr>
          <p:cNvPr id="506" name="Google Shape;506;p63"/>
          <p:cNvSpPr/>
          <p:nvPr/>
        </p:nvSpPr>
        <p:spPr>
          <a:xfrm>
            <a:off x="411480" y="1792224"/>
            <a:ext cx="3749040" cy="13716"/>
          </a:xfrm>
          <a:prstGeom prst="rect">
            <a:avLst/>
          </a:prstGeom>
          <a:solidFill>
            <a:srgbClr val="1E3050"/>
          </a:solidFill>
          <a:ln cap="flat" cmpd="sng" w="12700">
            <a:solidFill>
              <a:srgbClr val="1E3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63"/>
          <p:cNvSpPr/>
          <p:nvPr/>
        </p:nvSpPr>
        <p:spPr>
          <a:xfrm>
            <a:off x="411480" y="1920240"/>
            <a:ext cx="36576" cy="457200"/>
          </a:xfrm>
          <a:prstGeom prst="rect">
            <a:avLst/>
          </a:prstGeom>
          <a:solidFill>
            <a:srgbClr val="2E7D32"/>
          </a:solidFill>
          <a:ln cap="flat" cmpd="sng" w="12700">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63"/>
          <p:cNvSpPr/>
          <p:nvPr/>
        </p:nvSpPr>
        <p:spPr>
          <a:xfrm>
            <a:off x="530352" y="1938528"/>
            <a:ext cx="36576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chemeClr val="dk1"/>
                </a:solidFill>
                <a:latin typeface="Inter"/>
                <a:ea typeface="Inter"/>
                <a:cs typeface="Inter"/>
                <a:sym typeface="Inter"/>
              </a:rPr>
              <a:t>users collection</a:t>
            </a:r>
            <a:endParaRPr b="0" i="0" sz="1100" u="none" cap="none" strike="noStrike">
              <a:solidFill>
                <a:schemeClr val="dk1"/>
              </a:solidFill>
              <a:latin typeface="Inter"/>
              <a:ea typeface="Inter"/>
              <a:cs typeface="Inter"/>
              <a:sym typeface="Inter"/>
            </a:endParaRPr>
          </a:p>
        </p:txBody>
      </p:sp>
      <p:sp>
        <p:nvSpPr>
          <p:cNvPr id="509" name="Google Shape;509;p63"/>
          <p:cNvSpPr/>
          <p:nvPr/>
        </p:nvSpPr>
        <p:spPr>
          <a:xfrm>
            <a:off x="530352" y="2157984"/>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Stores email, hashed password, userId, timestamps</a:t>
            </a:r>
            <a:endParaRPr b="0" i="0" sz="1000" u="none" cap="none" strike="noStrike">
              <a:solidFill>
                <a:schemeClr val="dk1"/>
              </a:solidFill>
              <a:latin typeface="Inter"/>
              <a:ea typeface="Inter"/>
              <a:cs typeface="Inter"/>
              <a:sym typeface="Inter"/>
            </a:endParaRPr>
          </a:p>
        </p:txBody>
      </p:sp>
      <p:sp>
        <p:nvSpPr>
          <p:cNvPr id="510" name="Google Shape;510;p63"/>
          <p:cNvSpPr/>
          <p:nvPr/>
        </p:nvSpPr>
        <p:spPr>
          <a:xfrm>
            <a:off x="411480" y="2596896"/>
            <a:ext cx="36576" cy="457200"/>
          </a:xfrm>
          <a:prstGeom prst="rect">
            <a:avLst/>
          </a:prstGeom>
          <a:solidFill>
            <a:srgbClr val="2E7D32"/>
          </a:solidFill>
          <a:ln cap="flat" cmpd="sng" w="12700">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63"/>
          <p:cNvSpPr/>
          <p:nvPr/>
        </p:nvSpPr>
        <p:spPr>
          <a:xfrm>
            <a:off x="530352" y="2615184"/>
            <a:ext cx="36576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chemeClr val="dk1"/>
                </a:solidFill>
                <a:latin typeface="Inter"/>
                <a:ea typeface="Inter"/>
                <a:cs typeface="Inter"/>
                <a:sym typeface="Inter"/>
              </a:rPr>
              <a:t>images collection</a:t>
            </a:r>
            <a:endParaRPr b="0" i="0" sz="1100" u="none" cap="none" strike="noStrike">
              <a:solidFill>
                <a:schemeClr val="dk1"/>
              </a:solidFill>
              <a:latin typeface="Inter"/>
              <a:ea typeface="Inter"/>
              <a:cs typeface="Inter"/>
              <a:sym typeface="Inter"/>
            </a:endParaRPr>
          </a:p>
        </p:txBody>
      </p:sp>
      <p:sp>
        <p:nvSpPr>
          <p:cNvPr id="512" name="Google Shape;512;p63"/>
          <p:cNvSpPr/>
          <p:nvPr/>
        </p:nvSpPr>
        <p:spPr>
          <a:xfrm>
            <a:off x="530352" y="283464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fileUrl, originalName, contentType, uploadedBy { userId, email }</a:t>
            </a:r>
            <a:endParaRPr b="0" i="0" sz="1000" u="none" cap="none" strike="noStrike">
              <a:solidFill>
                <a:schemeClr val="dk1"/>
              </a:solidFill>
              <a:latin typeface="Inter"/>
              <a:ea typeface="Inter"/>
              <a:cs typeface="Inter"/>
              <a:sym typeface="Inter"/>
            </a:endParaRPr>
          </a:p>
        </p:txBody>
      </p:sp>
      <p:sp>
        <p:nvSpPr>
          <p:cNvPr id="513" name="Google Shape;513;p63"/>
          <p:cNvSpPr/>
          <p:nvPr/>
        </p:nvSpPr>
        <p:spPr>
          <a:xfrm>
            <a:off x="411480" y="3273552"/>
            <a:ext cx="36576" cy="457200"/>
          </a:xfrm>
          <a:prstGeom prst="rect">
            <a:avLst/>
          </a:prstGeom>
          <a:solidFill>
            <a:srgbClr val="2E7D32"/>
          </a:solidFill>
          <a:ln cap="flat" cmpd="sng" w="12700">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63"/>
          <p:cNvSpPr/>
          <p:nvPr/>
        </p:nvSpPr>
        <p:spPr>
          <a:xfrm>
            <a:off x="530352" y="3291840"/>
            <a:ext cx="36576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chemeClr val="dk1"/>
                </a:solidFill>
                <a:latin typeface="Inter"/>
                <a:ea typeface="Inter"/>
                <a:cs typeface="Inter"/>
                <a:sym typeface="Inter"/>
              </a:rPr>
              <a:t>predictions collection</a:t>
            </a:r>
            <a:endParaRPr b="0" i="0" sz="1100" u="none" cap="none" strike="noStrike">
              <a:solidFill>
                <a:schemeClr val="dk1"/>
              </a:solidFill>
              <a:latin typeface="Inter"/>
              <a:ea typeface="Inter"/>
              <a:cs typeface="Inter"/>
              <a:sym typeface="Inter"/>
            </a:endParaRPr>
          </a:p>
        </p:txBody>
      </p:sp>
      <p:sp>
        <p:nvSpPr>
          <p:cNvPr id="515" name="Google Shape;515;p63"/>
          <p:cNvSpPr/>
          <p:nvPr/>
        </p:nvSpPr>
        <p:spPr>
          <a:xfrm>
            <a:off x="530352" y="3511296"/>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imageId FK, klGrade, confidence, probabilities, modelVersion</a:t>
            </a:r>
            <a:endParaRPr b="0" i="0" sz="1000" u="none" cap="none" strike="noStrike">
              <a:solidFill>
                <a:schemeClr val="dk1"/>
              </a:solidFill>
              <a:latin typeface="Inter"/>
              <a:ea typeface="Inter"/>
              <a:cs typeface="Inter"/>
              <a:sym typeface="Inter"/>
            </a:endParaRPr>
          </a:p>
        </p:txBody>
      </p:sp>
      <p:sp>
        <p:nvSpPr>
          <p:cNvPr id="516" name="Google Shape;516;p63"/>
          <p:cNvSpPr/>
          <p:nvPr/>
        </p:nvSpPr>
        <p:spPr>
          <a:xfrm>
            <a:off x="411480" y="3950208"/>
            <a:ext cx="36576" cy="457200"/>
          </a:xfrm>
          <a:prstGeom prst="rect">
            <a:avLst/>
          </a:prstGeom>
          <a:solidFill>
            <a:srgbClr val="2E7D32"/>
          </a:solidFill>
          <a:ln cap="flat" cmpd="sng" w="12700">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63"/>
          <p:cNvSpPr/>
          <p:nvPr/>
        </p:nvSpPr>
        <p:spPr>
          <a:xfrm>
            <a:off x="530352" y="3968496"/>
            <a:ext cx="36576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chemeClr val="dk1"/>
                </a:solidFill>
                <a:latin typeface="Inter"/>
                <a:ea typeface="Inter"/>
                <a:cs typeface="Inter"/>
                <a:sym typeface="Inter"/>
              </a:rPr>
              <a:t>Indexing</a:t>
            </a:r>
            <a:endParaRPr b="0" i="0" sz="1100" u="none" cap="none" strike="noStrike">
              <a:solidFill>
                <a:schemeClr val="dk1"/>
              </a:solidFill>
              <a:latin typeface="Inter"/>
              <a:ea typeface="Inter"/>
              <a:cs typeface="Inter"/>
              <a:sym typeface="Inter"/>
            </a:endParaRPr>
          </a:p>
        </p:txBody>
      </p:sp>
      <p:sp>
        <p:nvSpPr>
          <p:cNvPr id="518" name="Google Shape;518;p63"/>
          <p:cNvSpPr/>
          <p:nvPr/>
        </p:nvSpPr>
        <p:spPr>
          <a:xfrm>
            <a:off x="530352" y="4187952"/>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Unique index on users.email prevents duplicate accounts</a:t>
            </a:r>
            <a:endParaRPr b="0" i="0" sz="1000" u="none" cap="none" strike="noStrike">
              <a:solidFill>
                <a:schemeClr val="dk1"/>
              </a:solidFill>
              <a:latin typeface="Inter"/>
              <a:ea typeface="Inter"/>
              <a:cs typeface="Inter"/>
              <a:sym typeface="Inter"/>
            </a:endParaRPr>
          </a:p>
        </p:txBody>
      </p:sp>
      <p:pic>
        <p:nvPicPr>
          <p:cNvPr descr="preencoded.png" id="519" name="Google Shape;519;p63"/>
          <p:cNvPicPr preferRelativeResize="0"/>
          <p:nvPr/>
        </p:nvPicPr>
        <p:blipFill rotWithShape="1">
          <a:blip r:embed="rId4">
            <a:alphaModFix/>
          </a:blip>
          <a:srcRect b="0" l="0" r="0" t="0"/>
          <a:stretch/>
        </p:blipFill>
        <p:spPr>
          <a:xfrm>
            <a:off x="4892040" y="1207008"/>
            <a:ext cx="457200" cy="457200"/>
          </a:xfrm>
          <a:prstGeom prst="rect">
            <a:avLst/>
          </a:prstGeom>
          <a:noFill/>
          <a:ln>
            <a:noFill/>
          </a:ln>
        </p:spPr>
      </p:pic>
      <p:sp>
        <p:nvSpPr>
          <p:cNvPr id="520" name="Google Shape;520;p63"/>
          <p:cNvSpPr/>
          <p:nvPr/>
        </p:nvSpPr>
        <p:spPr>
          <a:xfrm>
            <a:off x="5440680" y="1207008"/>
            <a:ext cx="3200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Inter"/>
                <a:ea typeface="Inter"/>
                <a:cs typeface="Inter"/>
                <a:sym typeface="Inter"/>
              </a:rPr>
              <a:t>AWS / Cloud</a:t>
            </a:r>
            <a:endParaRPr b="0" i="0" sz="1600" u="none" cap="none" strike="noStrike">
              <a:solidFill>
                <a:schemeClr val="dk1"/>
              </a:solidFill>
              <a:latin typeface="Inter"/>
              <a:ea typeface="Inter"/>
              <a:cs typeface="Inter"/>
              <a:sym typeface="Inter"/>
            </a:endParaRPr>
          </a:p>
        </p:txBody>
      </p:sp>
      <p:sp>
        <p:nvSpPr>
          <p:cNvPr id="521" name="Google Shape;521;p63"/>
          <p:cNvSpPr/>
          <p:nvPr/>
        </p:nvSpPr>
        <p:spPr>
          <a:xfrm>
            <a:off x="5440680" y="1481328"/>
            <a:ext cx="32004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Inter"/>
                <a:ea typeface="Inter"/>
                <a:cs typeface="Inter"/>
                <a:sym typeface="Inter"/>
              </a:rPr>
              <a:t>Cloud infrastructure (planned)</a:t>
            </a:r>
            <a:endParaRPr b="0" i="0" sz="1100" u="none" cap="none" strike="noStrike">
              <a:solidFill>
                <a:schemeClr val="dk1"/>
              </a:solidFill>
              <a:latin typeface="Inter"/>
              <a:ea typeface="Inter"/>
              <a:cs typeface="Inter"/>
              <a:sym typeface="Inter"/>
            </a:endParaRPr>
          </a:p>
        </p:txBody>
      </p:sp>
      <p:sp>
        <p:nvSpPr>
          <p:cNvPr id="522" name="Google Shape;522;p63"/>
          <p:cNvSpPr/>
          <p:nvPr/>
        </p:nvSpPr>
        <p:spPr>
          <a:xfrm>
            <a:off x="4892040" y="1792224"/>
            <a:ext cx="3749040" cy="13716"/>
          </a:xfrm>
          <a:prstGeom prst="rect">
            <a:avLst/>
          </a:prstGeom>
          <a:solidFill>
            <a:srgbClr val="1E3050"/>
          </a:solidFill>
          <a:ln cap="flat" cmpd="sng" w="12700">
            <a:solidFill>
              <a:srgbClr val="1E3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63"/>
          <p:cNvSpPr/>
          <p:nvPr/>
        </p:nvSpPr>
        <p:spPr>
          <a:xfrm>
            <a:off x="4892040" y="1920240"/>
            <a:ext cx="36576" cy="457200"/>
          </a:xfrm>
          <a:prstGeom prst="rect">
            <a:avLst/>
          </a:prstGeom>
          <a:solidFill>
            <a:srgbClr val="E65100"/>
          </a:solidFill>
          <a:ln cap="flat" cmpd="sng" w="12700">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63"/>
          <p:cNvSpPr/>
          <p:nvPr/>
        </p:nvSpPr>
        <p:spPr>
          <a:xfrm>
            <a:off x="5010912" y="1938528"/>
            <a:ext cx="36576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chemeClr val="dk1"/>
                </a:solidFill>
                <a:latin typeface="Inter"/>
                <a:ea typeface="Inter"/>
                <a:cs typeface="Inter"/>
                <a:sym typeface="Inter"/>
              </a:rPr>
              <a:t>Amazon S3</a:t>
            </a:r>
            <a:endParaRPr b="0" i="0" sz="1100" u="none" cap="none" strike="noStrike">
              <a:solidFill>
                <a:schemeClr val="dk1"/>
              </a:solidFill>
              <a:latin typeface="Inter"/>
              <a:ea typeface="Inter"/>
              <a:cs typeface="Inter"/>
              <a:sym typeface="Inter"/>
            </a:endParaRPr>
          </a:p>
        </p:txBody>
      </p:sp>
      <p:sp>
        <p:nvSpPr>
          <p:cNvPr id="525" name="Google Shape;525;p63"/>
          <p:cNvSpPr/>
          <p:nvPr/>
        </p:nvSpPr>
        <p:spPr>
          <a:xfrm>
            <a:off x="5010912" y="2157984"/>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Object storage for uploaded X-ray images at scale</a:t>
            </a:r>
            <a:endParaRPr b="0" i="0" sz="1000" u="none" cap="none" strike="noStrike">
              <a:solidFill>
                <a:schemeClr val="dk1"/>
              </a:solidFill>
              <a:latin typeface="Inter"/>
              <a:ea typeface="Inter"/>
              <a:cs typeface="Inter"/>
              <a:sym typeface="Inter"/>
            </a:endParaRPr>
          </a:p>
        </p:txBody>
      </p:sp>
      <p:sp>
        <p:nvSpPr>
          <p:cNvPr id="526" name="Google Shape;526;p63"/>
          <p:cNvSpPr/>
          <p:nvPr/>
        </p:nvSpPr>
        <p:spPr>
          <a:xfrm>
            <a:off x="4892040" y="2596896"/>
            <a:ext cx="36576" cy="457200"/>
          </a:xfrm>
          <a:prstGeom prst="rect">
            <a:avLst/>
          </a:prstGeom>
          <a:solidFill>
            <a:srgbClr val="E65100"/>
          </a:solidFill>
          <a:ln cap="flat" cmpd="sng" w="12700">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63"/>
          <p:cNvSpPr/>
          <p:nvPr/>
        </p:nvSpPr>
        <p:spPr>
          <a:xfrm>
            <a:off x="5010912" y="2615184"/>
            <a:ext cx="36576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chemeClr val="dk1"/>
                </a:solidFill>
                <a:latin typeface="Inter"/>
                <a:ea typeface="Inter"/>
                <a:cs typeface="Inter"/>
                <a:sym typeface="Inter"/>
              </a:rPr>
              <a:t>EC2 / Lambda</a:t>
            </a:r>
            <a:endParaRPr b="0" i="0" sz="1100" u="none" cap="none" strike="noStrike">
              <a:solidFill>
                <a:schemeClr val="dk1"/>
              </a:solidFill>
              <a:latin typeface="Inter"/>
              <a:ea typeface="Inter"/>
              <a:cs typeface="Inter"/>
              <a:sym typeface="Inter"/>
            </a:endParaRPr>
          </a:p>
        </p:txBody>
      </p:sp>
      <p:sp>
        <p:nvSpPr>
          <p:cNvPr id="528" name="Google Shape;528;p63"/>
          <p:cNvSpPr/>
          <p:nvPr/>
        </p:nvSpPr>
        <p:spPr>
          <a:xfrm>
            <a:off x="5010912" y="283464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Scalable compute for Express backend and ML inference</a:t>
            </a:r>
            <a:endParaRPr b="0" i="0" sz="1000" u="none" cap="none" strike="noStrike">
              <a:solidFill>
                <a:schemeClr val="dk1"/>
              </a:solidFill>
              <a:latin typeface="Inter"/>
              <a:ea typeface="Inter"/>
              <a:cs typeface="Inter"/>
              <a:sym typeface="Inter"/>
            </a:endParaRPr>
          </a:p>
        </p:txBody>
      </p:sp>
      <p:sp>
        <p:nvSpPr>
          <p:cNvPr id="529" name="Google Shape;529;p63"/>
          <p:cNvSpPr/>
          <p:nvPr/>
        </p:nvSpPr>
        <p:spPr>
          <a:xfrm>
            <a:off x="4892040" y="3273552"/>
            <a:ext cx="36576" cy="457200"/>
          </a:xfrm>
          <a:prstGeom prst="rect">
            <a:avLst/>
          </a:prstGeom>
          <a:solidFill>
            <a:srgbClr val="E65100"/>
          </a:solidFill>
          <a:ln cap="flat" cmpd="sng" w="12700">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63"/>
          <p:cNvSpPr/>
          <p:nvPr/>
        </p:nvSpPr>
        <p:spPr>
          <a:xfrm>
            <a:off x="5010912" y="3291840"/>
            <a:ext cx="36576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chemeClr val="dk1"/>
                </a:solidFill>
                <a:latin typeface="Inter"/>
                <a:ea typeface="Inter"/>
                <a:cs typeface="Inter"/>
                <a:sym typeface="Inter"/>
              </a:rPr>
              <a:t>CloudFront</a:t>
            </a:r>
            <a:endParaRPr b="0" i="0" sz="1100" u="none" cap="none" strike="noStrike">
              <a:solidFill>
                <a:schemeClr val="dk1"/>
              </a:solidFill>
              <a:latin typeface="Inter"/>
              <a:ea typeface="Inter"/>
              <a:cs typeface="Inter"/>
              <a:sym typeface="Inter"/>
            </a:endParaRPr>
          </a:p>
        </p:txBody>
      </p:sp>
      <p:sp>
        <p:nvSpPr>
          <p:cNvPr id="531" name="Google Shape;531;p63"/>
          <p:cNvSpPr/>
          <p:nvPr/>
        </p:nvSpPr>
        <p:spPr>
          <a:xfrm>
            <a:off x="5010912" y="3511296"/>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CDN for fast global delivery of static assets</a:t>
            </a:r>
            <a:endParaRPr b="0" i="0" sz="1000" u="none" cap="none" strike="noStrike">
              <a:solidFill>
                <a:schemeClr val="dk1"/>
              </a:solidFill>
              <a:latin typeface="Inter"/>
              <a:ea typeface="Inter"/>
              <a:cs typeface="Inter"/>
              <a:sym typeface="Inter"/>
            </a:endParaRPr>
          </a:p>
        </p:txBody>
      </p:sp>
      <p:sp>
        <p:nvSpPr>
          <p:cNvPr id="532" name="Google Shape;532;p63"/>
          <p:cNvSpPr/>
          <p:nvPr/>
        </p:nvSpPr>
        <p:spPr>
          <a:xfrm>
            <a:off x="4892040" y="3950208"/>
            <a:ext cx="36576" cy="457200"/>
          </a:xfrm>
          <a:prstGeom prst="rect">
            <a:avLst/>
          </a:prstGeom>
          <a:solidFill>
            <a:srgbClr val="E65100"/>
          </a:solidFill>
          <a:ln cap="flat" cmpd="sng" w="12700">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63"/>
          <p:cNvSpPr/>
          <p:nvPr/>
        </p:nvSpPr>
        <p:spPr>
          <a:xfrm>
            <a:off x="5010912" y="3968496"/>
            <a:ext cx="36576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chemeClr val="dk1"/>
                </a:solidFill>
                <a:latin typeface="Inter"/>
                <a:ea typeface="Inter"/>
                <a:cs typeface="Inter"/>
                <a:sym typeface="Inter"/>
              </a:rPr>
              <a:t>Current dev</a:t>
            </a:r>
            <a:endParaRPr b="0" i="0" sz="1100" u="none" cap="none" strike="noStrike">
              <a:solidFill>
                <a:schemeClr val="dk1"/>
              </a:solidFill>
              <a:latin typeface="Inter"/>
              <a:ea typeface="Inter"/>
              <a:cs typeface="Inter"/>
              <a:sym typeface="Inter"/>
            </a:endParaRPr>
          </a:p>
        </p:txBody>
      </p:sp>
      <p:sp>
        <p:nvSpPr>
          <p:cNvPr id="534" name="Google Shape;534;p63"/>
          <p:cNvSpPr/>
          <p:nvPr/>
        </p:nvSpPr>
        <p:spPr>
          <a:xfrm>
            <a:off x="5010912" y="4187952"/>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Local filesystem /uploads/ used during development</a:t>
            </a:r>
            <a:endParaRPr b="0" i="0" sz="1000" u="none" cap="none" strike="noStrike">
              <a:solidFill>
                <a:schemeClr val="dk1"/>
              </a:solidFill>
              <a:latin typeface="Inter"/>
              <a:ea typeface="Inter"/>
              <a:cs typeface="Inter"/>
              <a:sym typeface="Inter"/>
            </a:endParaRPr>
          </a:p>
        </p:txBody>
      </p:sp>
      <p:sp>
        <p:nvSpPr>
          <p:cNvPr id="535" name="Google Shape;535;p63"/>
          <p:cNvSpPr/>
          <p:nvPr/>
        </p:nvSpPr>
        <p:spPr>
          <a:xfrm>
            <a:off x="4585700" y="247000"/>
            <a:ext cx="265500" cy="215100"/>
          </a:xfrm>
          <a:prstGeom prst="foldedCorner">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lbert Sans"/>
              <a:ea typeface="Albert Sans"/>
              <a:cs typeface="Albert Sans"/>
              <a:sym typeface="Albert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64"/>
          <p:cNvSpPr/>
          <p:nvPr/>
        </p:nvSpPr>
        <p:spPr>
          <a:xfrm>
            <a:off x="822960" y="73152"/>
            <a:ext cx="548640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DEVOPS &amp; TOOLS</a:t>
            </a:r>
            <a:endParaRPr b="0" i="0" sz="2800" u="none" cap="none" strike="noStrike">
              <a:solidFill>
                <a:schemeClr val="dk1"/>
              </a:solidFill>
              <a:latin typeface="Inter"/>
              <a:ea typeface="Inter"/>
              <a:cs typeface="Inter"/>
              <a:sym typeface="Inter"/>
            </a:endParaRPr>
          </a:p>
        </p:txBody>
      </p:sp>
      <p:sp>
        <p:nvSpPr>
          <p:cNvPr id="541" name="Google Shape;541;p64"/>
          <p:cNvSpPr/>
          <p:nvPr/>
        </p:nvSpPr>
        <p:spPr>
          <a:xfrm>
            <a:off x="822960" y="566928"/>
            <a:ext cx="7315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chemeClr val="dk1"/>
                </a:solidFill>
                <a:latin typeface="Inter"/>
                <a:ea typeface="Inter"/>
                <a:cs typeface="Inter"/>
                <a:sym typeface="Inter"/>
              </a:rPr>
              <a:t>Docker · GitHub · Jira · VS Code · Jest · Vitest</a:t>
            </a:r>
            <a:endParaRPr b="0" i="0" sz="1300" u="none" cap="none" strike="noStrike">
              <a:solidFill>
                <a:schemeClr val="dk1"/>
              </a:solidFill>
              <a:latin typeface="Inter"/>
              <a:ea typeface="Inter"/>
              <a:cs typeface="Inter"/>
              <a:sym typeface="Inter"/>
            </a:endParaRPr>
          </a:p>
        </p:txBody>
      </p:sp>
      <p:pic>
        <p:nvPicPr>
          <p:cNvPr descr="preencoded.png" id="542" name="Google Shape;542;p64"/>
          <p:cNvPicPr preferRelativeResize="0"/>
          <p:nvPr/>
        </p:nvPicPr>
        <p:blipFill rotWithShape="1">
          <a:blip r:embed="rId3">
            <a:alphaModFix/>
          </a:blip>
          <a:srcRect b="0" l="0" r="0" t="0"/>
          <a:stretch/>
        </p:blipFill>
        <p:spPr>
          <a:xfrm>
            <a:off x="411480" y="1280160"/>
            <a:ext cx="411480" cy="411480"/>
          </a:xfrm>
          <a:prstGeom prst="rect">
            <a:avLst/>
          </a:prstGeom>
          <a:noFill/>
          <a:ln>
            <a:noFill/>
          </a:ln>
        </p:spPr>
      </p:pic>
      <p:sp>
        <p:nvSpPr>
          <p:cNvPr id="543" name="Google Shape;543;p64"/>
          <p:cNvSpPr/>
          <p:nvPr/>
        </p:nvSpPr>
        <p:spPr>
          <a:xfrm>
            <a:off x="914400" y="1344168"/>
            <a:ext cx="196596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Inter"/>
                <a:ea typeface="Inter"/>
                <a:cs typeface="Inter"/>
                <a:sym typeface="Inter"/>
              </a:rPr>
              <a:t>Docker</a:t>
            </a:r>
            <a:endParaRPr b="0" i="0" sz="1400" u="none" cap="none" strike="noStrike">
              <a:solidFill>
                <a:schemeClr val="dk1"/>
              </a:solidFill>
              <a:latin typeface="Inter"/>
              <a:ea typeface="Inter"/>
              <a:cs typeface="Inter"/>
              <a:sym typeface="Inter"/>
            </a:endParaRPr>
          </a:p>
        </p:txBody>
      </p:sp>
      <p:sp>
        <p:nvSpPr>
          <p:cNvPr id="544" name="Google Shape;544;p64"/>
          <p:cNvSpPr/>
          <p:nvPr/>
        </p:nvSpPr>
        <p:spPr>
          <a:xfrm>
            <a:off x="384048" y="1801368"/>
            <a:ext cx="2468880" cy="9144"/>
          </a:xfrm>
          <a:prstGeom prst="rect">
            <a:avLst/>
          </a:prstGeom>
          <a:solidFill>
            <a:srgbClr val="1E3050"/>
          </a:solidFill>
          <a:ln cap="flat" cmpd="sng" w="12700">
            <a:solidFill>
              <a:srgbClr val="1E3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64"/>
          <p:cNvSpPr/>
          <p:nvPr/>
        </p:nvSpPr>
        <p:spPr>
          <a:xfrm>
            <a:off x="384048" y="1892808"/>
            <a:ext cx="2487168"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Containerises the Express backend and ML service so the environment is identical across dev, staging, and production machines.</a:t>
            </a:r>
            <a:endParaRPr b="0" i="0" sz="1000" u="none" cap="none" strike="noStrike">
              <a:solidFill>
                <a:schemeClr val="dk1"/>
              </a:solidFill>
              <a:latin typeface="Inter"/>
              <a:ea typeface="Inter"/>
              <a:cs typeface="Inter"/>
              <a:sym typeface="Inter"/>
            </a:endParaRPr>
          </a:p>
        </p:txBody>
      </p:sp>
      <p:pic>
        <p:nvPicPr>
          <p:cNvPr descr="preencoded.png" id="546" name="Google Shape;546;p64"/>
          <p:cNvPicPr preferRelativeResize="0"/>
          <p:nvPr/>
        </p:nvPicPr>
        <p:blipFill rotWithShape="1">
          <a:blip r:embed="rId4">
            <a:alphaModFix/>
          </a:blip>
          <a:srcRect b="0" l="0" r="0" t="0"/>
          <a:stretch/>
        </p:blipFill>
        <p:spPr>
          <a:xfrm>
            <a:off x="3337560" y="1280160"/>
            <a:ext cx="411480" cy="411480"/>
          </a:xfrm>
          <a:prstGeom prst="rect">
            <a:avLst/>
          </a:prstGeom>
          <a:noFill/>
          <a:ln>
            <a:noFill/>
          </a:ln>
        </p:spPr>
      </p:pic>
      <p:sp>
        <p:nvSpPr>
          <p:cNvPr id="547" name="Google Shape;547;p64"/>
          <p:cNvSpPr/>
          <p:nvPr/>
        </p:nvSpPr>
        <p:spPr>
          <a:xfrm>
            <a:off x="3840480" y="1344168"/>
            <a:ext cx="196596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Inter"/>
                <a:ea typeface="Inter"/>
                <a:cs typeface="Inter"/>
                <a:sym typeface="Inter"/>
              </a:rPr>
              <a:t>GitHub</a:t>
            </a:r>
            <a:endParaRPr b="0" i="0" sz="1400" u="none" cap="none" strike="noStrike">
              <a:solidFill>
                <a:schemeClr val="dk1"/>
              </a:solidFill>
              <a:latin typeface="Inter"/>
              <a:ea typeface="Inter"/>
              <a:cs typeface="Inter"/>
              <a:sym typeface="Inter"/>
            </a:endParaRPr>
          </a:p>
        </p:txBody>
      </p:sp>
      <p:sp>
        <p:nvSpPr>
          <p:cNvPr id="548" name="Google Shape;548;p64"/>
          <p:cNvSpPr/>
          <p:nvPr/>
        </p:nvSpPr>
        <p:spPr>
          <a:xfrm>
            <a:off x="3310128" y="1801368"/>
            <a:ext cx="2468880" cy="9144"/>
          </a:xfrm>
          <a:prstGeom prst="rect">
            <a:avLst/>
          </a:prstGeom>
          <a:solidFill>
            <a:srgbClr val="1E3050"/>
          </a:solidFill>
          <a:ln cap="flat" cmpd="sng" w="12700">
            <a:solidFill>
              <a:srgbClr val="1E3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64"/>
          <p:cNvSpPr/>
          <p:nvPr/>
        </p:nvSpPr>
        <p:spPr>
          <a:xfrm>
            <a:off x="3310128" y="1892808"/>
            <a:ext cx="2487168"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Version control and collaboration. Feature branches, pull requests, and code review. CI/CD pipeline triggers test suite on every push.</a:t>
            </a:r>
            <a:endParaRPr b="0" i="0" sz="1000" u="none" cap="none" strike="noStrike">
              <a:solidFill>
                <a:schemeClr val="dk1"/>
              </a:solidFill>
              <a:latin typeface="Inter"/>
              <a:ea typeface="Inter"/>
              <a:cs typeface="Inter"/>
              <a:sym typeface="Inter"/>
            </a:endParaRPr>
          </a:p>
        </p:txBody>
      </p:sp>
      <p:pic>
        <p:nvPicPr>
          <p:cNvPr descr="preencoded.png" id="550" name="Google Shape;550;p64"/>
          <p:cNvPicPr preferRelativeResize="0"/>
          <p:nvPr/>
        </p:nvPicPr>
        <p:blipFill rotWithShape="1">
          <a:blip r:embed="rId5">
            <a:alphaModFix/>
          </a:blip>
          <a:srcRect b="0" l="0" r="0" t="0"/>
          <a:stretch/>
        </p:blipFill>
        <p:spPr>
          <a:xfrm>
            <a:off x="6263640" y="1280160"/>
            <a:ext cx="411480" cy="411480"/>
          </a:xfrm>
          <a:prstGeom prst="rect">
            <a:avLst/>
          </a:prstGeom>
          <a:noFill/>
          <a:ln>
            <a:noFill/>
          </a:ln>
        </p:spPr>
      </p:pic>
      <p:sp>
        <p:nvSpPr>
          <p:cNvPr id="551" name="Google Shape;551;p64"/>
          <p:cNvSpPr/>
          <p:nvPr/>
        </p:nvSpPr>
        <p:spPr>
          <a:xfrm>
            <a:off x="6766560" y="1344168"/>
            <a:ext cx="196596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Inter"/>
                <a:ea typeface="Inter"/>
                <a:cs typeface="Inter"/>
                <a:sym typeface="Inter"/>
              </a:rPr>
              <a:t>Jira</a:t>
            </a:r>
            <a:endParaRPr b="0" i="0" sz="1400" u="none" cap="none" strike="noStrike">
              <a:solidFill>
                <a:schemeClr val="dk1"/>
              </a:solidFill>
              <a:latin typeface="Inter"/>
              <a:ea typeface="Inter"/>
              <a:cs typeface="Inter"/>
              <a:sym typeface="Inter"/>
            </a:endParaRPr>
          </a:p>
        </p:txBody>
      </p:sp>
      <p:sp>
        <p:nvSpPr>
          <p:cNvPr id="552" name="Google Shape;552;p64"/>
          <p:cNvSpPr/>
          <p:nvPr/>
        </p:nvSpPr>
        <p:spPr>
          <a:xfrm>
            <a:off x="6236208" y="1801368"/>
            <a:ext cx="2468880" cy="9144"/>
          </a:xfrm>
          <a:prstGeom prst="rect">
            <a:avLst/>
          </a:prstGeom>
          <a:solidFill>
            <a:srgbClr val="1E3050"/>
          </a:solidFill>
          <a:ln cap="flat" cmpd="sng" w="12700">
            <a:solidFill>
              <a:srgbClr val="1E3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64"/>
          <p:cNvSpPr/>
          <p:nvPr/>
        </p:nvSpPr>
        <p:spPr>
          <a:xfrm>
            <a:off x="6236208" y="1892808"/>
            <a:ext cx="2487168"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Agile project management. SCRUM board tracks sprints (SCRUM-18 register, SCRUM-19 login, SCRUM-20 image upload). Backlog prioritised by story points.</a:t>
            </a:r>
            <a:endParaRPr b="0" i="0" sz="1000" u="none" cap="none" strike="noStrike">
              <a:solidFill>
                <a:schemeClr val="dk1"/>
              </a:solidFill>
              <a:latin typeface="Inter"/>
              <a:ea typeface="Inter"/>
              <a:cs typeface="Inter"/>
              <a:sym typeface="Inter"/>
            </a:endParaRPr>
          </a:p>
        </p:txBody>
      </p:sp>
      <p:pic>
        <p:nvPicPr>
          <p:cNvPr descr="preencoded.png" id="554" name="Google Shape;554;p64"/>
          <p:cNvPicPr preferRelativeResize="0"/>
          <p:nvPr/>
        </p:nvPicPr>
        <p:blipFill rotWithShape="1">
          <a:blip r:embed="rId6">
            <a:alphaModFix/>
          </a:blip>
          <a:srcRect b="0" l="0" r="0" t="0"/>
          <a:stretch/>
        </p:blipFill>
        <p:spPr>
          <a:xfrm>
            <a:off x="411480" y="3154680"/>
            <a:ext cx="411480" cy="411480"/>
          </a:xfrm>
          <a:prstGeom prst="rect">
            <a:avLst/>
          </a:prstGeom>
          <a:noFill/>
          <a:ln>
            <a:noFill/>
          </a:ln>
        </p:spPr>
      </p:pic>
      <p:sp>
        <p:nvSpPr>
          <p:cNvPr id="555" name="Google Shape;555;p64"/>
          <p:cNvSpPr/>
          <p:nvPr/>
        </p:nvSpPr>
        <p:spPr>
          <a:xfrm>
            <a:off x="914400" y="3218688"/>
            <a:ext cx="196596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Inter"/>
                <a:ea typeface="Inter"/>
                <a:cs typeface="Inter"/>
                <a:sym typeface="Inter"/>
              </a:rPr>
              <a:t>VS Code</a:t>
            </a:r>
            <a:endParaRPr b="0" i="0" sz="1400" u="none" cap="none" strike="noStrike">
              <a:solidFill>
                <a:schemeClr val="dk1"/>
              </a:solidFill>
              <a:latin typeface="Inter"/>
              <a:ea typeface="Inter"/>
              <a:cs typeface="Inter"/>
              <a:sym typeface="Inter"/>
            </a:endParaRPr>
          </a:p>
        </p:txBody>
      </p:sp>
      <p:sp>
        <p:nvSpPr>
          <p:cNvPr id="556" name="Google Shape;556;p64"/>
          <p:cNvSpPr/>
          <p:nvPr/>
        </p:nvSpPr>
        <p:spPr>
          <a:xfrm>
            <a:off x="384048" y="3675888"/>
            <a:ext cx="2468880" cy="9144"/>
          </a:xfrm>
          <a:prstGeom prst="rect">
            <a:avLst/>
          </a:prstGeom>
          <a:solidFill>
            <a:srgbClr val="1E3050"/>
          </a:solidFill>
          <a:ln cap="flat" cmpd="sng" w="12700">
            <a:solidFill>
              <a:srgbClr val="1E3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64"/>
          <p:cNvSpPr/>
          <p:nvPr/>
        </p:nvSpPr>
        <p:spPr>
          <a:xfrm>
            <a:off x="384048" y="3767328"/>
            <a:ext cx="2487168"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Primary IDE with TypeScript, ESLint, and Prettier extensions. Integrated terminal runs both Vite dev server and Express backend simultaneously.</a:t>
            </a:r>
            <a:endParaRPr b="0" i="0" sz="1000" u="none" cap="none" strike="noStrike">
              <a:solidFill>
                <a:schemeClr val="dk1"/>
              </a:solidFill>
              <a:latin typeface="Inter"/>
              <a:ea typeface="Inter"/>
              <a:cs typeface="Inter"/>
              <a:sym typeface="Inter"/>
            </a:endParaRPr>
          </a:p>
        </p:txBody>
      </p:sp>
      <p:pic>
        <p:nvPicPr>
          <p:cNvPr descr="preencoded.png" id="558" name="Google Shape;558;p64"/>
          <p:cNvPicPr preferRelativeResize="0"/>
          <p:nvPr/>
        </p:nvPicPr>
        <p:blipFill rotWithShape="1">
          <a:blip r:embed="rId7">
            <a:alphaModFix/>
          </a:blip>
          <a:srcRect b="0" l="0" r="0" t="0"/>
          <a:stretch/>
        </p:blipFill>
        <p:spPr>
          <a:xfrm>
            <a:off x="3337560" y="3154680"/>
            <a:ext cx="411480" cy="411480"/>
          </a:xfrm>
          <a:prstGeom prst="rect">
            <a:avLst/>
          </a:prstGeom>
          <a:noFill/>
          <a:ln>
            <a:noFill/>
          </a:ln>
        </p:spPr>
      </p:pic>
      <p:sp>
        <p:nvSpPr>
          <p:cNvPr id="559" name="Google Shape;559;p64"/>
          <p:cNvSpPr/>
          <p:nvPr/>
        </p:nvSpPr>
        <p:spPr>
          <a:xfrm>
            <a:off x="3840480" y="3218688"/>
            <a:ext cx="196596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Inter"/>
                <a:ea typeface="Inter"/>
                <a:cs typeface="Inter"/>
                <a:sym typeface="Inter"/>
              </a:rPr>
              <a:t>Jest + Vitest</a:t>
            </a:r>
            <a:endParaRPr b="0" i="0" sz="1400" u="none" cap="none" strike="noStrike">
              <a:solidFill>
                <a:schemeClr val="dk1"/>
              </a:solidFill>
              <a:latin typeface="Inter"/>
              <a:ea typeface="Inter"/>
              <a:cs typeface="Inter"/>
              <a:sym typeface="Inter"/>
            </a:endParaRPr>
          </a:p>
        </p:txBody>
      </p:sp>
      <p:sp>
        <p:nvSpPr>
          <p:cNvPr id="560" name="Google Shape;560;p64"/>
          <p:cNvSpPr/>
          <p:nvPr/>
        </p:nvSpPr>
        <p:spPr>
          <a:xfrm>
            <a:off x="3310128" y="3675888"/>
            <a:ext cx="2468880" cy="9144"/>
          </a:xfrm>
          <a:prstGeom prst="rect">
            <a:avLst/>
          </a:prstGeom>
          <a:solidFill>
            <a:srgbClr val="1E3050"/>
          </a:solidFill>
          <a:ln cap="flat" cmpd="sng" w="12700">
            <a:solidFill>
              <a:srgbClr val="1E3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64"/>
          <p:cNvSpPr/>
          <p:nvPr/>
        </p:nvSpPr>
        <p:spPr>
          <a:xfrm>
            <a:off x="3310128" y="3767328"/>
            <a:ext cx="2487168"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Backend unit and integration tests with Jest (86 tests, ~89% coverage). Frontend component tests with Vitest + React Testing Library.</a:t>
            </a:r>
            <a:endParaRPr b="0" i="0" sz="1000" u="none" cap="none" strike="noStrike">
              <a:solidFill>
                <a:schemeClr val="dk1"/>
              </a:solidFill>
              <a:latin typeface="Inter"/>
              <a:ea typeface="Inter"/>
              <a:cs typeface="Inter"/>
              <a:sym typeface="Inter"/>
            </a:endParaRPr>
          </a:p>
        </p:txBody>
      </p:sp>
      <p:pic>
        <p:nvPicPr>
          <p:cNvPr descr="preencoded.png" id="562" name="Google Shape;562;p64"/>
          <p:cNvPicPr preferRelativeResize="0"/>
          <p:nvPr/>
        </p:nvPicPr>
        <p:blipFill rotWithShape="1">
          <a:blip r:embed="rId8">
            <a:alphaModFix/>
          </a:blip>
          <a:srcRect b="0" l="0" r="0" t="0"/>
          <a:stretch/>
        </p:blipFill>
        <p:spPr>
          <a:xfrm>
            <a:off x="6263640" y="3154680"/>
            <a:ext cx="411480" cy="411480"/>
          </a:xfrm>
          <a:prstGeom prst="rect">
            <a:avLst/>
          </a:prstGeom>
          <a:noFill/>
          <a:ln>
            <a:noFill/>
          </a:ln>
        </p:spPr>
      </p:pic>
      <p:sp>
        <p:nvSpPr>
          <p:cNvPr id="563" name="Google Shape;563;p64"/>
          <p:cNvSpPr/>
          <p:nvPr/>
        </p:nvSpPr>
        <p:spPr>
          <a:xfrm>
            <a:off x="6766560" y="3218688"/>
            <a:ext cx="196596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Inter"/>
                <a:ea typeface="Inter"/>
                <a:cs typeface="Inter"/>
                <a:sym typeface="Inter"/>
              </a:rPr>
              <a:t>ESLint + Prettier</a:t>
            </a:r>
            <a:endParaRPr b="0" i="0" sz="1400" u="none" cap="none" strike="noStrike">
              <a:solidFill>
                <a:schemeClr val="dk1"/>
              </a:solidFill>
              <a:latin typeface="Inter"/>
              <a:ea typeface="Inter"/>
              <a:cs typeface="Inter"/>
              <a:sym typeface="Inter"/>
            </a:endParaRPr>
          </a:p>
        </p:txBody>
      </p:sp>
      <p:sp>
        <p:nvSpPr>
          <p:cNvPr id="564" name="Google Shape;564;p64"/>
          <p:cNvSpPr/>
          <p:nvPr/>
        </p:nvSpPr>
        <p:spPr>
          <a:xfrm>
            <a:off x="6236208" y="3675888"/>
            <a:ext cx="2468880" cy="9144"/>
          </a:xfrm>
          <a:prstGeom prst="rect">
            <a:avLst/>
          </a:prstGeom>
          <a:solidFill>
            <a:srgbClr val="1E3050"/>
          </a:solidFill>
          <a:ln cap="flat" cmpd="sng" w="12700">
            <a:solidFill>
              <a:srgbClr val="1E3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64"/>
          <p:cNvSpPr/>
          <p:nvPr/>
        </p:nvSpPr>
        <p:spPr>
          <a:xfrm>
            <a:off x="6236208" y="3767328"/>
            <a:ext cx="2487168"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Code quality enforced at save. ESLint catches bugs, Prettier formats consistently. Husky pre-commit hooks block bad commits.</a:t>
            </a:r>
            <a:endParaRPr b="0" i="0" sz="1000" u="none" cap="none" strike="noStrike">
              <a:solidFill>
                <a:schemeClr val="dk1"/>
              </a:solidFill>
              <a:latin typeface="Inter"/>
              <a:ea typeface="Inter"/>
              <a:cs typeface="Inter"/>
              <a:sym typeface="Inter"/>
            </a:endParaRPr>
          </a:p>
        </p:txBody>
      </p:sp>
      <p:sp>
        <p:nvSpPr>
          <p:cNvPr id="566" name="Google Shape;566;p64"/>
          <p:cNvSpPr/>
          <p:nvPr/>
        </p:nvSpPr>
        <p:spPr>
          <a:xfrm>
            <a:off x="4011800" y="254175"/>
            <a:ext cx="265500" cy="215100"/>
          </a:xfrm>
          <a:prstGeom prst="foldedCorner">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lbert Sans"/>
              <a:ea typeface="Albert Sans"/>
              <a:cs typeface="Albert Sans"/>
              <a:sym typeface="Albert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65"/>
          <p:cNvSpPr txBox="1"/>
          <p:nvPr>
            <p:ph idx="1" type="body"/>
          </p:nvPr>
        </p:nvSpPr>
        <p:spPr>
          <a:xfrm>
            <a:off x="845200" y="1199375"/>
            <a:ext cx="7783800" cy="373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Dataset: Mendeley Dataset (8260 Images)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Model Plan:</a:t>
            </a:r>
            <a:endParaRPr b="1"/>
          </a:p>
          <a:p>
            <a:pPr indent="0" lvl="0" marL="0" rtl="0" algn="l">
              <a:spcBef>
                <a:spcPts val="0"/>
              </a:spcBef>
              <a:spcAft>
                <a:spcPts val="0"/>
              </a:spcAft>
              <a:buNone/>
            </a:pPr>
            <a:r>
              <a:t/>
            </a:r>
            <a:endParaRPr/>
          </a:p>
          <a:p>
            <a:pPr indent="0" lvl="0" marL="0" rtl="0" algn="l">
              <a:spcBef>
                <a:spcPts val="0"/>
              </a:spcBef>
              <a:spcAft>
                <a:spcPts val="0"/>
              </a:spcAft>
              <a:buNone/>
            </a:pPr>
            <a:r>
              <a:rPr lang="en"/>
              <a:t>Cleaning Dataset (Manually deleting the the defective images and cropping to ROI [Region of Interest])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Generating synthetic data using DCGAN (Deep Convolutional Generative Adverserial Network)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Preprocessing (Enhancing images using Adaptive Histogram Equalization [AHE])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Using Pre-Trained Models (Example: VGG16, ResNet50, etc.)</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Metrics Evaluation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572" name="Google Shape;572;p65"/>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Model Pipeline Explanation</a:t>
            </a:r>
            <a:endParaRPr/>
          </a:p>
        </p:txBody>
      </p:sp>
      <p:sp>
        <p:nvSpPr>
          <p:cNvPr id="573" name="Google Shape;573;p65"/>
          <p:cNvSpPr/>
          <p:nvPr/>
        </p:nvSpPr>
        <p:spPr>
          <a:xfrm>
            <a:off x="5188300" y="498075"/>
            <a:ext cx="265500" cy="215100"/>
          </a:xfrm>
          <a:prstGeom prst="foldedCorner">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lbert Sans"/>
              <a:ea typeface="Albert Sans"/>
              <a:cs typeface="Albert Sans"/>
              <a:sym typeface="Albert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66"/>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Context Diagram</a:t>
            </a:r>
            <a:endParaRPr/>
          </a:p>
        </p:txBody>
      </p:sp>
      <p:pic>
        <p:nvPicPr>
          <p:cNvPr id="579" name="Google Shape;579;p66" title="kneevision_context_diagram.png"/>
          <p:cNvPicPr preferRelativeResize="0"/>
          <p:nvPr/>
        </p:nvPicPr>
        <p:blipFill>
          <a:blip r:embed="rId3">
            <a:alphaModFix/>
          </a:blip>
          <a:stretch>
            <a:fillRect/>
          </a:stretch>
        </p:blipFill>
        <p:spPr>
          <a:xfrm>
            <a:off x="515100" y="857025"/>
            <a:ext cx="8113799" cy="421032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67"/>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Class Diagram</a:t>
            </a:r>
            <a:endParaRPr/>
          </a:p>
        </p:txBody>
      </p:sp>
      <p:pic>
        <p:nvPicPr>
          <p:cNvPr id="585" name="Google Shape;585;p67"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pic>
        <p:nvPicPr>
          <p:cNvPr id="586" name="Google Shape;586;p67" title="KneeVision Class Diagram-2026-03-20-210901.png"/>
          <p:cNvPicPr preferRelativeResize="0"/>
          <p:nvPr/>
        </p:nvPicPr>
        <p:blipFill>
          <a:blip r:embed="rId4">
            <a:alphaModFix/>
          </a:blip>
          <a:stretch>
            <a:fillRect/>
          </a:stretch>
        </p:blipFill>
        <p:spPr>
          <a:xfrm>
            <a:off x="3613875" y="272600"/>
            <a:ext cx="2125026" cy="4870902"/>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68"/>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ER Diagram</a:t>
            </a:r>
            <a:endParaRPr/>
          </a:p>
        </p:txBody>
      </p:sp>
      <p:pic>
        <p:nvPicPr>
          <p:cNvPr id="592" name="Google Shape;592;p68" title="ER Knee Vision.png"/>
          <p:cNvPicPr preferRelativeResize="0"/>
          <p:nvPr/>
        </p:nvPicPr>
        <p:blipFill>
          <a:blip r:embed="rId3">
            <a:alphaModFix/>
          </a:blip>
          <a:stretch>
            <a:fillRect/>
          </a:stretch>
        </p:blipFill>
        <p:spPr>
          <a:xfrm>
            <a:off x="1310753" y="1213700"/>
            <a:ext cx="6522501" cy="3449176"/>
          </a:xfrm>
          <a:prstGeom prst="rect">
            <a:avLst/>
          </a:prstGeom>
          <a:noFill/>
          <a:ln>
            <a:noFill/>
          </a:ln>
        </p:spPr>
      </p:pic>
      <p:pic>
        <p:nvPicPr>
          <p:cNvPr id="593" name="Google Shape;593;p68" title="Minimal Gradient by Slidesgo (2).jpg"/>
          <p:cNvPicPr preferRelativeResize="0"/>
          <p:nvPr>
            <p:ph idx="2" type="pic"/>
          </p:nvPr>
        </p:nvPicPr>
        <p:blipFill rotWithShape="1">
          <a:blip r:embed="rId4">
            <a:alphaModFix/>
          </a:blip>
          <a:srcRect b="19910" l="20913" r="40201" t="0"/>
          <a:stretch/>
        </p:blipFill>
        <p:spPr>
          <a:xfrm>
            <a:off x="7833250" y="3625024"/>
            <a:ext cx="1310750" cy="1518526"/>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69"/>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Architecture Diagram</a:t>
            </a:r>
            <a:endParaRPr/>
          </a:p>
        </p:txBody>
      </p:sp>
      <p:pic>
        <p:nvPicPr>
          <p:cNvPr id="599" name="Google Shape;599;p69" title="WhatsApp Image 2026-03-18 at 18.17.27.jpeg"/>
          <p:cNvPicPr preferRelativeResize="0"/>
          <p:nvPr/>
        </p:nvPicPr>
        <p:blipFill>
          <a:blip r:embed="rId3">
            <a:alphaModFix/>
          </a:blip>
          <a:stretch>
            <a:fillRect/>
          </a:stretch>
        </p:blipFill>
        <p:spPr>
          <a:xfrm>
            <a:off x="152400" y="1009425"/>
            <a:ext cx="8839201" cy="395910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70"/>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Sequence Diagram</a:t>
            </a:r>
            <a:endParaRPr/>
          </a:p>
        </p:txBody>
      </p:sp>
      <p:pic>
        <p:nvPicPr>
          <p:cNvPr id="605" name="Google Shape;605;p70"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pic>
        <p:nvPicPr>
          <p:cNvPr id="606" name="Google Shape;606;p70" title="KneeVision Sequence Diagram-2026-03-20-174427.png"/>
          <p:cNvPicPr preferRelativeResize="0"/>
          <p:nvPr/>
        </p:nvPicPr>
        <p:blipFill>
          <a:blip r:embed="rId4">
            <a:alphaModFix/>
          </a:blip>
          <a:stretch>
            <a:fillRect/>
          </a:stretch>
        </p:blipFill>
        <p:spPr>
          <a:xfrm>
            <a:off x="2359725" y="857025"/>
            <a:ext cx="4424561" cy="3981672"/>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71"/>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State Diagram</a:t>
            </a:r>
            <a:endParaRPr/>
          </a:p>
        </p:txBody>
      </p:sp>
      <p:pic>
        <p:nvPicPr>
          <p:cNvPr id="612" name="Google Shape;612;p71" title="Minimal Gradient by Slidesgo (2).jpg"/>
          <p:cNvPicPr preferRelativeResize="0"/>
          <p:nvPr>
            <p:ph idx="2" type="pic"/>
          </p:nvPr>
        </p:nvPicPr>
        <p:blipFill rotWithShape="1">
          <a:blip r:embed="rId3">
            <a:alphaModFix/>
          </a:blip>
          <a:srcRect b="19910" l="20913" r="40201" t="0"/>
          <a:stretch/>
        </p:blipFill>
        <p:spPr>
          <a:xfrm>
            <a:off x="7186741" y="2876025"/>
            <a:ext cx="1957260" cy="2267525"/>
          </a:xfrm>
          <a:prstGeom prst="rect">
            <a:avLst/>
          </a:prstGeom>
        </p:spPr>
      </p:pic>
      <p:pic>
        <p:nvPicPr>
          <p:cNvPr id="613" name="Google Shape;613;p71" title="KneeVision X-ray Analysis-2026-03-20-170517.png"/>
          <p:cNvPicPr preferRelativeResize="0"/>
          <p:nvPr/>
        </p:nvPicPr>
        <p:blipFill>
          <a:blip r:embed="rId4">
            <a:alphaModFix/>
          </a:blip>
          <a:stretch>
            <a:fillRect/>
          </a:stretch>
        </p:blipFill>
        <p:spPr>
          <a:xfrm>
            <a:off x="152400" y="2267475"/>
            <a:ext cx="8839204" cy="608558"/>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72"/>
          <p:cNvSpPr/>
          <p:nvPr/>
        </p:nvSpPr>
        <p:spPr>
          <a:xfrm>
            <a:off x="990600" y="182880"/>
            <a:ext cx="7604760" cy="723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300"/>
              <a:buFont typeface="Arial"/>
              <a:buNone/>
            </a:pPr>
            <a:r>
              <a:rPr b="1" lang="en" sz="3300">
                <a:solidFill>
                  <a:schemeClr val="dk1"/>
                </a:solidFill>
                <a:latin typeface="Inter"/>
                <a:ea typeface="Inter"/>
                <a:cs typeface="Inter"/>
                <a:sym typeface="Inter"/>
              </a:rPr>
              <a:t>PROJECT BACKLOG - USER</a:t>
            </a:r>
            <a:r>
              <a:rPr b="1" i="0" lang="en" sz="3300" u="none" cap="none" strike="noStrike">
                <a:solidFill>
                  <a:schemeClr val="dk1"/>
                </a:solidFill>
                <a:latin typeface="Inter"/>
                <a:ea typeface="Inter"/>
                <a:cs typeface="Inter"/>
                <a:sym typeface="Inter"/>
              </a:rPr>
              <a:t> STORIES</a:t>
            </a:r>
            <a:endParaRPr b="0" i="0" sz="3300" u="none" cap="none" strike="noStrike">
              <a:solidFill>
                <a:schemeClr val="dk1"/>
              </a:solidFill>
              <a:latin typeface="Inter"/>
              <a:ea typeface="Inter"/>
              <a:cs typeface="Inter"/>
              <a:sym typeface="Inter"/>
            </a:endParaRPr>
          </a:p>
        </p:txBody>
      </p:sp>
      <p:sp>
        <p:nvSpPr>
          <p:cNvPr id="619" name="Google Shape;619;p72"/>
          <p:cNvSpPr/>
          <p:nvPr/>
        </p:nvSpPr>
        <p:spPr>
          <a:xfrm>
            <a:off x="228600" y="1463040"/>
            <a:ext cx="658368" cy="347472"/>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72"/>
          <p:cNvSpPr/>
          <p:nvPr/>
        </p:nvSpPr>
        <p:spPr>
          <a:xfrm>
            <a:off x="886968" y="1463040"/>
            <a:ext cx="2194560" cy="347472"/>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72"/>
          <p:cNvSpPr/>
          <p:nvPr/>
        </p:nvSpPr>
        <p:spPr>
          <a:xfrm>
            <a:off x="283464" y="1499616"/>
            <a:ext cx="54864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US_ID</a:t>
            </a:r>
            <a:endParaRPr b="0" i="0" sz="1100" u="none" cap="none" strike="noStrike">
              <a:solidFill>
                <a:srgbClr val="000000"/>
              </a:solidFill>
              <a:latin typeface="Arial"/>
              <a:ea typeface="Arial"/>
              <a:cs typeface="Arial"/>
              <a:sym typeface="Arial"/>
            </a:endParaRPr>
          </a:p>
        </p:txBody>
      </p:sp>
      <p:sp>
        <p:nvSpPr>
          <p:cNvPr id="622" name="Google Shape;622;p72"/>
          <p:cNvSpPr/>
          <p:nvPr/>
        </p:nvSpPr>
        <p:spPr>
          <a:xfrm>
            <a:off x="941832" y="1499616"/>
            <a:ext cx="2084832"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User Stories</a:t>
            </a:r>
            <a:endParaRPr b="0" i="0" sz="1100" u="none" cap="none" strike="noStrike">
              <a:solidFill>
                <a:srgbClr val="000000"/>
              </a:solidFill>
              <a:latin typeface="Arial"/>
              <a:ea typeface="Arial"/>
              <a:cs typeface="Arial"/>
              <a:sym typeface="Arial"/>
            </a:endParaRPr>
          </a:p>
        </p:txBody>
      </p:sp>
      <p:sp>
        <p:nvSpPr>
          <p:cNvPr id="623" name="Google Shape;623;p72"/>
          <p:cNvSpPr/>
          <p:nvPr/>
        </p:nvSpPr>
        <p:spPr>
          <a:xfrm>
            <a:off x="3081528" y="1463040"/>
            <a:ext cx="3822192" cy="347472"/>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72"/>
          <p:cNvSpPr/>
          <p:nvPr/>
        </p:nvSpPr>
        <p:spPr>
          <a:xfrm>
            <a:off x="3136392" y="1499616"/>
            <a:ext cx="3712464"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Acceptance Criteria</a:t>
            </a:r>
            <a:endParaRPr b="0" i="0" sz="1100" u="none" cap="none" strike="noStrike">
              <a:solidFill>
                <a:srgbClr val="000000"/>
              </a:solidFill>
              <a:latin typeface="Arial"/>
              <a:ea typeface="Arial"/>
              <a:cs typeface="Arial"/>
              <a:sym typeface="Arial"/>
            </a:endParaRPr>
          </a:p>
        </p:txBody>
      </p:sp>
      <p:sp>
        <p:nvSpPr>
          <p:cNvPr id="625" name="Google Shape;625;p72"/>
          <p:cNvSpPr/>
          <p:nvPr/>
        </p:nvSpPr>
        <p:spPr>
          <a:xfrm>
            <a:off x="6903720" y="1463040"/>
            <a:ext cx="1170432" cy="347472"/>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72"/>
          <p:cNvSpPr/>
          <p:nvPr/>
        </p:nvSpPr>
        <p:spPr>
          <a:xfrm>
            <a:off x="6958584" y="1499616"/>
            <a:ext cx="1060704"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Feature</a:t>
            </a:r>
            <a:endParaRPr b="0" i="0" sz="1100" u="none" cap="none" strike="noStrike">
              <a:solidFill>
                <a:srgbClr val="000000"/>
              </a:solidFill>
              <a:latin typeface="Arial"/>
              <a:ea typeface="Arial"/>
              <a:cs typeface="Arial"/>
              <a:sym typeface="Arial"/>
            </a:endParaRPr>
          </a:p>
        </p:txBody>
      </p:sp>
      <p:sp>
        <p:nvSpPr>
          <p:cNvPr id="627" name="Google Shape;627;p72"/>
          <p:cNvSpPr/>
          <p:nvPr/>
        </p:nvSpPr>
        <p:spPr>
          <a:xfrm>
            <a:off x="8074152" y="1463040"/>
            <a:ext cx="658368" cy="347472"/>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72"/>
          <p:cNvSpPr/>
          <p:nvPr/>
        </p:nvSpPr>
        <p:spPr>
          <a:xfrm>
            <a:off x="8129016" y="1499616"/>
            <a:ext cx="54864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Story Points</a:t>
            </a:r>
            <a:endParaRPr b="0" i="0" sz="1100" u="none" cap="none" strike="noStrike">
              <a:solidFill>
                <a:srgbClr val="000000"/>
              </a:solidFill>
              <a:latin typeface="Arial"/>
              <a:ea typeface="Arial"/>
              <a:cs typeface="Arial"/>
              <a:sym typeface="Arial"/>
            </a:endParaRPr>
          </a:p>
        </p:txBody>
      </p:sp>
      <p:sp>
        <p:nvSpPr>
          <p:cNvPr id="629" name="Google Shape;629;p72"/>
          <p:cNvSpPr/>
          <p:nvPr/>
        </p:nvSpPr>
        <p:spPr>
          <a:xfrm>
            <a:off x="228600" y="1810512"/>
            <a:ext cx="658368" cy="1170432"/>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72"/>
          <p:cNvSpPr/>
          <p:nvPr/>
        </p:nvSpPr>
        <p:spPr>
          <a:xfrm>
            <a:off x="283464" y="1847088"/>
            <a:ext cx="548640" cy="10972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2C2C2C"/>
                </a:solidFill>
                <a:latin typeface="Calibri"/>
                <a:ea typeface="Calibri"/>
                <a:cs typeface="Calibri"/>
                <a:sym typeface="Calibri"/>
              </a:rPr>
              <a:t>US_01</a:t>
            </a:r>
            <a:endParaRPr b="0" i="0" sz="1000" u="none" cap="none" strike="noStrike">
              <a:solidFill>
                <a:srgbClr val="000000"/>
              </a:solidFill>
              <a:latin typeface="Arial"/>
              <a:ea typeface="Arial"/>
              <a:cs typeface="Arial"/>
              <a:sym typeface="Arial"/>
            </a:endParaRPr>
          </a:p>
        </p:txBody>
      </p:sp>
      <p:sp>
        <p:nvSpPr>
          <p:cNvPr id="631" name="Google Shape;631;p72"/>
          <p:cNvSpPr/>
          <p:nvPr/>
        </p:nvSpPr>
        <p:spPr>
          <a:xfrm>
            <a:off x="886968" y="1810512"/>
            <a:ext cx="2194560" cy="1170432"/>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72"/>
          <p:cNvSpPr/>
          <p:nvPr/>
        </p:nvSpPr>
        <p:spPr>
          <a:xfrm>
            <a:off x="941832" y="1847088"/>
            <a:ext cx="2084832" cy="1097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As an individual user, I want to upload knee X-ray images so that I can receive an AI-based assessment of osteoarthritis severity.</a:t>
            </a:r>
            <a:endParaRPr b="0" i="0" sz="900" u="none" cap="none" strike="noStrike">
              <a:solidFill>
                <a:srgbClr val="000000"/>
              </a:solidFill>
              <a:latin typeface="Arial"/>
              <a:ea typeface="Arial"/>
              <a:cs typeface="Arial"/>
              <a:sym typeface="Arial"/>
            </a:endParaRPr>
          </a:p>
        </p:txBody>
      </p:sp>
      <p:sp>
        <p:nvSpPr>
          <p:cNvPr id="633" name="Google Shape;633;p72"/>
          <p:cNvSpPr/>
          <p:nvPr/>
        </p:nvSpPr>
        <p:spPr>
          <a:xfrm>
            <a:off x="3081528" y="1810512"/>
            <a:ext cx="3822192" cy="1170432"/>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72"/>
          <p:cNvSpPr/>
          <p:nvPr/>
        </p:nvSpPr>
        <p:spPr>
          <a:xfrm>
            <a:off x="3136392" y="1847088"/>
            <a:ext cx="3712464" cy="1097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patient can access an interface to upload an image.</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patient can select and submit an image from device.</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system accepts image files in specified formats: JPEG, JPG, PNG, DICOM.</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uploaded image is stored and associated with the patient's case.</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 confirmation message is displayed upon successful upload.</a:t>
            </a:r>
            <a:endParaRPr b="0" i="0" sz="900" u="none" cap="none" strike="noStrike">
              <a:solidFill>
                <a:srgbClr val="000000"/>
              </a:solidFill>
              <a:latin typeface="Arial"/>
              <a:ea typeface="Arial"/>
              <a:cs typeface="Arial"/>
              <a:sym typeface="Arial"/>
            </a:endParaRPr>
          </a:p>
        </p:txBody>
      </p:sp>
      <p:sp>
        <p:nvSpPr>
          <p:cNvPr id="635" name="Google Shape;635;p72"/>
          <p:cNvSpPr/>
          <p:nvPr/>
        </p:nvSpPr>
        <p:spPr>
          <a:xfrm>
            <a:off x="6903720" y="1810512"/>
            <a:ext cx="1170432" cy="1170432"/>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72"/>
          <p:cNvSpPr/>
          <p:nvPr/>
        </p:nvSpPr>
        <p:spPr>
          <a:xfrm>
            <a:off x="6958584" y="1847088"/>
            <a:ext cx="1060704" cy="10972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Image Upload</a:t>
            </a:r>
            <a:endParaRPr b="0" i="0" sz="900" u="none" cap="none" strike="noStrike">
              <a:solidFill>
                <a:srgbClr val="000000"/>
              </a:solidFill>
              <a:latin typeface="Arial"/>
              <a:ea typeface="Arial"/>
              <a:cs typeface="Arial"/>
              <a:sym typeface="Arial"/>
            </a:endParaRPr>
          </a:p>
        </p:txBody>
      </p:sp>
      <p:sp>
        <p:nvSpPr>
          <p:cNvPr id="637" name="Google Shape;637;p72"/>
          <p:cNvSpPr/>
          <p:nvPr/>
        </p:nvSpPr>
        <p:spPr>
          <a:xfrm>
            <a:off x="8074152" y="1810512"/>
            <a:ext cx="658368" cy="1170432"/>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72"/>
          <p:cNvSpPr/>
          <p:nvPr/>
        </p:nvSpPr>
        <p:spPr>
          <a:xfrm>
            <a:off x="8129016" y="1847088"/>
            <a:ext cx="548640" cy="10972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2C2C2C"/>
                </a:solidFill>
                <a:latin typeface="Calibri"/>
                <a:ea typeface="Calibri"/>
                <a:cs typeface="Calibri"/>
                <a:sym typeface="Calibri"/>
              </a:rPr>
              <a:t>13</a:t>
            </a:r>
            <a:endParaRPr b="0" i="0" sz="1200" u="none" cap="none" strike="noStrike">
              <a:solidFill>
                <a:srgbClr val="000000"/>
              </a:solidFill>
              <a:latin typeface="Arial"/>
              <a:ea typeface="Arial"/>
              <a:cs typeface="Arial"/>
              <a:sym typeface="Arial"/>
            </a:endParaRPr>
          </a:p>
        </p:txBody>
      </p:sp>
      <p:sp>
        <p:nvSpPr>
          <p:cNvPr id="639" name="Google Shape;639;p72"/>
          <p:cNvSpPr/>
          <p:nvPr/>
        </p:nvSpPr>
        <p:spPr>
          <a:xfrm>
            <a:off x="228600" y="2980944"/>
            <a:ext cx="658368" cy="1170432"/>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72"/>
          <p:cNvSpPr/>
          <p:nvPr/>
        </p:nvSpPr>
        <p:spPr>
          <a:xfrm>
            <a:off x="283464" y="3017520"/>
            <a:ext cx="548640" cy="10972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2C2C2C"/>
                </a:solidFill>
                <a:latin typeface="Calibri"/>
                <a:ea typeface="Calibri"/>
                <a:cs typeface="Calibri"/>
                <a:sym typeface="Calibri"/>
              </a:rPr>
              <a:t>US_02</a:t>
            </a:r>
            <a:endParaRPr b="0" i="0" sz="1000" u="none" cap="none" strike="noStrike">
              <a:solidFill>
                <a:srgbClr val="000000"/>
              </a:solidFill>
              <a:latin typeface="Arial"/>
              <a:ea typeface="Arial"/>
              <a:cs typeface="Arial"/>
              <a:sym typeface="Arial"/>
            </a:endParaRPr>
          </a:p>
        </p:txBody>
      </p:sp>
      <p:sp>
        <p:nvSpPr>
          <p:cNvPr id="641" name="Google Shape;641;p72"/>
          <p:cNvSpPr/>
          <p:nvPr/>
        </p:nvSpPr>
        <p:spPr>
          <a:xfrm>
            <a:off x="886968" y="2980944"/>
            <a:ext cx="2194560" cy="1170432"/>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72"/>
          <p:cNvSpPr/>
          <p:nvPr/>
        </p:nvSpPr>
        <p:spPr>
          <a:xfrm>
            <a:off x="941832" y="3017520"/>
            <a:ext cx="2084832" cy="1097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As a research coordinator, I want to upload multiple X-ray images at once so that I can analyze datasets efficiently.</a:t>
            </a:r>
            <a:endParaRPr b="0" i="0" sz="900" u="none" cap="none" strike="noStrike">
              <a:solidFill>
                <a:srgbClr val="000000"/>
              </a:solidFill>
              <a:latin typeface="Arial"/>
              <a:ea typeface="Arial"/>
              <a:cs typeface="Arial"/>
              <a:sym typeface="Arial"/>
            </a:endParaRPr>
          </a:p>
        </p:txBody>
      </p:sp>
      <p:sp>
        <p:nvSpPr>
          <p:cNvPr id="643" name="Google Shape;643;p72"/>
          <p:cNvSpPr/>
          <p:nvPr/>
        </p:nvSpPr>
        <p:spPr>
          <a:xfrm>
            <a:off x="3081528" y="2980944"/>
            <a:ext cx="3822192" cy="1170432"/>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72"/>
          <p:cNvSpPr/>
          <p:nvPr/>
        </p:nvSpPr>
        <p:spPr>
          <a:xfrm>
            <a:off x="3136392" y="3017520"/>
            <a:ext cx="3712464" cy="1097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patient can upload multiple images (up to 3) to one case.</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system accepts multiple images in specified formats (JPEG, JPG, PNG).</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All uploaded images are associated with the same patient case.</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patient receives a confirmation message after uploading each image.</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system displays a preview of all uploaded images for review before analysis.</a:t>
            </a:r>
            <a:endParaRPr b="0" i="0" sz="900" u="none" cap="none" strike="noStrike">
              <a:solidFill>
                <a:srgbClr val="000000"/>
              </a:solidFill>
              <a:latin typeface="Arial"/>
              <a:ea typeface="Arial"/>
              <a:cs typeface="Arial"/>
              <a:sym typeface="Arial"/>
            </a:endParaRPr>
          </a:p>
        </p:txBody>
      </p:sp>
      <p:sp>
        <p:nvSpPr>
          <p:cNvPr id="645" name="Google Shape;645;p72"/>
          <p:cNvSpPr/>
          <p:nvPr/>
        </p:nvSpPr>
        <p:spPr>
          <a:xfrm>
            <a:off x="6903720" y="2980944"/>
            <a:ext cx="1170432" cy="1170432"/>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72"/>
          <p:cNvSpPr/>
          <p:nvPr/>
        </p:nvSpPr>
        <p:spPr>
          <a:xfrm>
            <a:off x="6958584" y="3017520"/>
            <a:ext cx="1060704" cy="10972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Image Upload</a:t>
            </a:r>
            <a:endParaRPr b="0" i="0" sz="900" u="none" cap="none" strike="noStrike">
              <a:solidFill>
                <a:srgbClr val="000000"/>
              </a:solidFill>
              <a:latin typeface="Arial"/>
              <a:ea typeface="Arial"/>
              <a:cs typeface="Arial"/>
              <a:sym typeface="Arial"/>
            </a:endParaRPr>
          </a:p>
        </p:txBody>
      </p:sp>
      <p:sp>
        <p:nvSpPr>
          <p:cNvPr id="647" name="Google Shape;647;p72"/>
          <p:cNvSpPr/>
          <p:nvPr/>
        </p:nvSpPr>
        <p:spPr>
          <a:xfrm>
            <a:off x="8074152" y="2980944"/>
            <a:ext cx="658368" cy="1170432"/>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72"/>
          <p:cNvSpPr/>
          <p:nvPr/>
        </p:nvSpPr>
        <p:spPr>
          <a:xfrm>
            <a:off x="8129016" y="3017520"/>
            <a:ext cx="548640" cy="10972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2C2C2C"/>
                </a:solidFill>
                <a:latin typeface="Calibri"/>
                <a:ea typeface="Calibri"/>
                <a:cs typeface="Calibri"/>
                <a:sym typeface="Calibri"/>
              </a:rPr>
              <a:t>8</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73"/>
          <p:cNvSpPr/>
          <p:nvPr/>
        </p:nvSpPr>
        <p:spPr>
          <a:xfrm>
            <a:off x="1025825" y="91450"/>
            <a:ext cx="7569600" cy="82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300"/>
              <a:buFont typeface="Arial"/>
              <a:buNone/>
            </a:pPr>
            <a:r>
              <a:rPr b="1" lang="en" sz="3300">
                <a:solidFill>
                  <a:schemeClr val="dk1"/>
                </a:solidFill>
                <a:latin typeface="Inter"/>
                <a:ea typeface="Inter"/>
                <a:cs typeface="Inter"/>
                <a:sym typeface="Inter"/>
              </a:rPr>
              <a:t>PROJECT BACKLOG - USER STORIES</a:t>
            </a:r>
            <a:endParaRPr b="1" sz="3300">
              <a:solidFill>
                <a:schemeClr val="dk1"/>
              </a:solidFill>
              <a:latin typeface="Inter"/>
              <a:ea typeface="Inter"/>
              <a:cs typeface="Inter"/>
              <a:sym typeface="Inter"/>
            </a:endParaRPr>
          </a:p>
        </p:txBody>
      </p:sp>
      <p:sp>
        <p:nvSpPr>
          <p:cNvPr id="654" name="Google Shape;654;p73"/>
          <p:cNvSpPr/>
          <p:nvPr/>
        </p:nvSpPr>
        <p:spPr>
          <a:xfrm>
            <a:off x="228600" y="1097280"/>
            <a:ext cx="658368" cy="329184"/>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73"/>
          <p:cNvSpPr/>
          <p:nvPr/>
        </p:nvSpPr>
        <p:spPr>
          <a:xfrm>
            <a:off x="283464" y="1133856"/>
            <a:ext cx="54864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US_ID</a:t>
            </a:r>
            <a:endParaRPr b="0" i="0" sz="1100" u="none" cap="none" strike="noStrike">
              <a:solidFill>
                <a:srgbClr val="000000"/>
              </a:solidFill>
              <a:latin typeface="Arial"/>
              <a:ea typeface="Arial"/>
              <a:cs typeface="Arial"/>
              <a:sym typeface="Arial"/>
            </a:endParaRPr>
          </a:p>
        </p:txBody>
      </p:sp>
      <p:sp>
        <p:nvSpPr>
          <p:cNvPr id="656" name="Google Shape;656;p73"/>
          <p:cNvSpPr/>
          <p:nvPr/>
        </p:nvSpPr>
        <p:spPr>
          <a:xfrm>
            <a:off x="886968" y="1097280"/>
            <a:ext cx="2194560" cy="329184"/>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73"/>
          <p:cNvSpPr/>
          <p:nvPr/>
        </p:nvSpPr>
        <p:spPr>
          <a:xfrm>
            <a:off x="941832" y="1133856"/>
            <a:ext cx="2084832"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User Stories</a:t>
            </a:r>
            <a:endParaRPr b="0" i="0" sz="1100" u="none" cap="none" strike="noStrike">
              <a:solidFill>
                <a:srgbClr val="000000"/>
              </a:solidFill>
              <a:latin typeface="Arial"/>
              <a:ea typeface="Arial"/>
              <a:cs typeface="Arial"/>
              <a:sym typeface="Arial"/>
            </a:endParaRPr>
          </a:p>
        </p:txBody>
      </p:sp>
      <p:sp>
        <p:nvSpPr>
          <p:cNvPr id="658" name="Google Shape;658;p73"/>
          <p:cNvSpPr/>
          <p:nvPr/>
        </p:nvSpPr>
        <p:spPr>
          <a:xfrm>
            <a:off x="3081528" y="1097280"/>
            <a:ext cx="3822192" cy="329184"/>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73"/>
          <p:cNvSpPr/>
          <p:nvPr/>
        </p:nvSpPr>
        <p:spPr>
          <a:xfrm>
            <a:off x="3136392" y="1133856"/>
            <a:ext cx="3712464"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Acceptance Criteria</a:t>
            </a:r>
            <a:endParaRPr b="0" i="0" sz="1100" u="none" cap="none" strike="noStrike">
              <a:solidFill>
                <a:srgbClr val="000000"/>
              </a:solidFill>
              <a:latin typeface="Arial"/>
              <a:ea typeface="Arial"/>
              <a:cs typeface="Arial"/>
              <a:sym typeface="Arial"/>
            </a:endParaRPr>
          </a:p>
        </p:txBody>
      </p:sp>
      <p:sp>
        <p:nvSpPr>
          <p:cNvPr id="660" name="Google Shape;660;p73"/>
          <p:cNvSpPr/>
          <p:nvPr/>
        </p:nvSpPr>
        <p:spPr>
          <a:xfrm>
            <a:off x="6903720" y="1097280"/>
            <a:ext cx="1170432" cy="329184"/>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73"/>
          <p:cNvSpPr/>
          <p:nvPr/>
        </p:nvSpPr>
        <p:spPr>
          <a:xfrm>
            <a:off x="6958584" y="1133856"/>
            <a:ext cx="1060704"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Feature</a:t>
            </a:r>
            <a:endParaRPr b="0" i="0" sz="1100" u="none" cap="none" strike="noStrike">
              <a:solidFill>
                <a:srgbClr val="000000"/>
              </a:solidFill>
              <a:latin typeface="Arial"/>
              <a:ea typeface="Arial"/>
              <a:cs typeface="Arial"/>
              <a:sym typeface="Arial"/>
            </a:endParaRPr>
          </a:p>
        </p:txBody>
      </p:sp>
      <p:sp>
        <p:nvSpPr>
          <p:cNvPr id="662" name="Google Shape;662;p73"/>
          <p:cNvSpPr/>
          <p:nvPr/>
        </p:nvSpPr>
        <p:spPr>
          <a:xfrm>
            <a:off x="8074152" y="1097280"/>
            <a:ext cx="658368" cy="329184"/>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73"/>
          <p:cNvSpPr/>
          <p:nvPr/>
        </p:nvSpPr>
        <p:spPr>
          <a:xfrm>
            <a:off x="8129016" y="1133856"/>
            <a:ext cx="54864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Story Points</a:t>
            </a:r>
            <a:endParaRPr b="0" i="0" sz="1100" u="none" cap="none" strike="noStrike">
              <a:solidFill>
                <a:srgbClr val="000000"/>
              </a:solidFill>
              <a:latin typeface="Arial"/>
              <a:ea typeface="Arial"/>
              <a:cs typeface="Arial"/>
              <a:sym typeface="Arial"/>
            </a:endParaRPr>
          </a:p>
        </p:txBody>
      </p:sp>
      <p:sp>
        <p:nvSpPr>
          <p:cNvPr id="664" name="Google Shape;664;p73"/>
          <p:cNvSpPr/>
          <p:nvPr/>
        </p:nvSpPr>
        <p:spPr>
          <a:xfrm>
            <a:off x="228600" y="1426464"/>
            <a:ext cx="658368" cy="749808"/>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73"/>
          <p:cNvSpPr/>
          <p:nvPr/>
        </p:nvSpPr>
        <p:spPr>
          <a:xfrm>
            <a:off x="283464" y="1463040"/>
            <a:ext cx="548640" cy="67665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2C2C2C"/>
                </a:solidFill>
                <a:latin typeface="Calibri"/>
                <a:ea typeface="Calibri"/>
                <a:cs typeface="Calibri"/>
                <a:sym typeface="Calibri"/>
              </a:rPr>
              <a:t>US_03</a:t>
            </a:r>
            <a:endParaRPr b="0" i="0" sz="1000" u="none" cap="none" strike="noStrike">
              <a:solidFill>
                <a:srgbClr val="000000"/>
              </a:solidFill>
              <a:latin typeface="Arial"/>
              <a:ea typeface="Arial"/>
              <a:cs typeface="Arial"/>
              <a:sym typeface="Arial"/>
            </a:endParaRPr>
          </a:p>
        </p:txBody>
      </p:sp>
      <p:sp>
        <p:nvSpPr>
          <p:cNvPr id="666" name="Google Shape;666;p73"/>
          <p:cNvSpPr/>
          <p:nvPr/>
        </p:nvSpPr>
        <p:spPr>
          <a:xfrm>
            <a:off x="886968" y="1426464"/>
            <a:ext cx="2194560" cy="749808"/>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73"/>
          <p:cNvSpPr/>
          <p:nvPr/>
        </p:nvSpPr>
        <p:spPr>
          <a:xfrm>
            <a:off x="941832" y="1463040"/>
            <a:ext cx="2084832" cy="67665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As an individual user, I want to register an account so that I can store my basic information and access personalised services.</a:t>
            </a:r>
            <a:endParaRPr b="0" i="0" sz="900" u="none" cap="none" strike="noStrike">
              <a:solidFill>
                <a:srgbClr val="000000"/>
              </a:solidFill>
              <a:latin typeface="Arial"/>
              <a:ea typeface="Arial"/>
              <a:cs typeface="Arial"/>
              <a:sym typeface="Arial"/>
            </a:endParaRPr>
          </a:p>
        </p:txBody>
      </p:sp>
      <p:sp>
        <p:nvSpPr>
          <p:cNvPr id="668" name="Google Shape;668;p73"/>
          <p:cNvSpPr/>
          <p:nvPr/>
        </p:nvSpPr>
        <p:spPr>
          <a:xfrm>
            <a:off x="3081528" y="1426464"/>
            <a:ext cx="3822192" cy="749808"/>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73"/>
          <p:cNvSpPr/>
          <p:nvPr/>
        </p:nvSpPr>
        <p:spPr>
          <a:xfrm>
            <a:off x="3136392" y="1463040"/>
            <a:ext cx="3712464" cy="67665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user can access a registration page requiring: Full name, Email address, Password creation.</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Post-registration, the user can log in and update their profile information.</a:t>
            </a:r>
            <a:endParaRPr b="0" i="0" sz="900" u="none" cap="none" strike="noStrike">
              <a:solidFill>
                <a:srgbClr val="000000"/>
              </a:solidFill>
              <a:latin typeface="Arial"/>
              <a:ea typeface="Arial"/>
              <a:cs typeface="Arial"/>
              <a:sym typeface="Arial"/>
            </a:endParaRPr>
          </a:p>
        </p:txBody>
      </p:sp>
      <p:sp>
        <p:nvSpPr>
          <p:cNvPr id="670" name="Google Shape;670;p73"/>
          <p:cNvSpPr/>
          <p:nvPr/>
        </p:nvSpPr>
        <p:spPr>
          <a:xfrm>
            <a:off x="6903720" y="1426464"/>
            <a:ext cx="1170432" cy="749808"/>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73"/>
          <p:cNvSpPr/>
          <p:nvPr/>
        </p:nvSpPr>
        <p:spPr>
          <a:xfrm>
            <a:off x="6958584" y="1463040"/>
            <a:ext cx="1060704" cy="67665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User Management</a:t>
            </a:r>
            <a:endParaRPr b="0" i="0" sz="900" u="none" cap="none" strike="noStrike">
              <a:solidFill>
                <a:srgbClr val="000000"/>
              </a:solidFill>
              <a:latin typeface="Arial"/>
              <a:ea typeface="Arial"/>
              <a:cs typeface="Arial"/>
              <a:sym typeface="Arial"/>
            </a:endParaRPr>
          </a:p>
        </p:txBody>
      </p:sp>
      <p:sp>
        <p:nvSpPr>
          <p:cNvPr id="672" name="Google Shape;672;p73"/>
          <p:cNvSpPr/>
          <p:nvPr/>
        </p:nvSpPr>
        <p:spPr>
          <a:xfrm>
            <a:off x="8074152" y="1426464"/>
            <a:ext cx="658368" cy="749808"/>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73"/>
          <p:cNvSpPr/>
          <p:nvPr/>
        </p:nvSpPr>
        <p:spPr>
          <a:xfrm>
            <a:off x="8129016" y="1463040"/>
            <a:ext cx="548640" cy="67665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2C2C2C"/>
                </a:solidFill>
                <a:latin typeface="Calibri"/>
                <a:ea typeface="Calibri"/>
                <a:cs typeface="Calibri"/>
                <a:sym typeface="Calibri"/>
              </a:rPr>
              <a:t>2</a:t>
            </a:r>
            <a:endParaRPr b="0" i="0" sz="1200" u="none" cap="none" strike="noStrike">
              <a:solidFill>
                <a:srgbClr val="000000"/>
              </a:solidFill>
              <a:latin typeface="Arial"/>
              <a:ea typeface="Arial"/>
              <a:cs typeface="Arial"/>
              <a:sym typeface="Arial"/>
            </a:endParaRPr>
          </a:p>
        </p:txBody>
      </p:sp>
      <p:sp>
        <p:nvSpPr>
          <p:cNvPr id="674" name="Google Shape;674;p73"/>
          <p:cNvSpPr/>
          <p:nvPr/>
        </p:nvSpPr>
        <p:spPr>
          <a:xfrm>
            <a:off x="228600" y="2176272"/>
            <a:ext cx="658368" cy="658368"/>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73"/>
          <p:cNvSpPr/>
          <p:nvPr/>
        </p:nvSpPr>
        <p:spPr>
          <a:xfrm>
            <a:off x="283464" y="2212848"/>
            <a:ext cx="548640" cy="58521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2C2C2C"/>
                </a:solidFill>
                <a:latin typeface="Calibri"/>
                <a:ea typeface="Calibri"/>
                <a:cs typeface="Calibri"/>
                <a:sym typeface="Calibri"/>
              </a:rPr>
              <a:t>US_04</a:t>
            </a:r>
            <a:endParaRPr b="0" i="0" sz="1000" u="none" cap="none" strike="noStrike">
              <a:solidFill>
                <a:srgbClr val="000000"/>
              </a:solidFill>
              <a:latin typeface="Arial"/>
              <a:ea typeface="Arial"/>
              <a:cs typeface="Arial"/>
              <a:sym typeface="Arial"/>
            </a:endParaRPr>
          </a:p>
        </p:txBody>
      </p:sp>
      <p:sp>
        <p:nvSpPr>
          <p:cNvPr id="676" name="Google Shape;676;p73"/>
          <p:cNvSpPr/>
          <p:nvPr/>
        </p:nvSpPr>
        <p:spPr>
          <a:xfrm>
            <a:off x="886968" y="2176272"/>
            <a:ext cx="2194560" cy="658368"/>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73"/>
          <p:cNvSpPr/>
          <p:nvPr/>
        </p:nvSpPr>
        <p:spPr>
          <a:xfrm>
            <a:off x="941832" y="2212848"/>
            <a:ext cx="2084832" cy="58521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As an individual user, I want to log in to my account so that I can manage my cases and view diagnoses.</a:t>
            </a:r>
            <a:endParaRPr b="0" i="0" sz="900" u="none" cap="none" strike="noStrike">
              <a:solidFill>
                <a:srgbClr val="000000"/>
              </a:solidFill>
              <a:latin typeface="Arial"/>
              <a:ea typeface="Arial"/>
              <a:cs typeface="Arial"/>
              <a:sym typeface="Arial"/>
            </a:endParaRPr>
          </a:p>
        </p:txBody>
      </p:sp>
      <p:sp>
        <p:nvSpPr>
          <p:cNvPr id="678" name="Google Shape;678;p73"/>
          <p:cNvSpPr/>
          <p:nvPr/>
        </p:nvSpPr>
        <p:spPr>
          <a:xfrm>
            <a:off x="3081528" y="2176272"/>
            <a:ext cx="3822192" cy="658368"/>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73"/>
          <p:cNvSpPr/>
          <p:nvPr/>
        </p:nvSpPr>
        <p:spPr>
          <a:xfrm>
            <a:off x="3136392" y="2212848"/>
            <a:ext cx="3712464" cy="58521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user accesses a login page requiring: Email address, Password.</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Upon successful login, the user is directed to their dashboard.</a:t>
            </a:r>
            <a:endParaRPr b="0" i="0" sz="900" u="none" cap="none" strike="noStrike">
              <a:solidFill>
                <a:srgbClr val="000000"/>
              </a:solidFill>
              <a:latin typeface="Arial"/>
              <a:ea typeface="Arial"/>
              <a:cs typeface="Arial"/>
              <a:sym typeface="Arial"/>
            </a:endParaRPr>
          </a:p>
        </p:txBody>
      </p:sp>
      <p:sp>
        <p:nvSpPr>
          <p:cNvPr id="680" name="Google Shape;680;p73"/>
          <p:cNvSpPr/>
          <p:nvPr/>
        </p:nvSpPr>
        <p:spPr>
          <a:xfrm>
            <a:off x="6903720" y="2176272"/>
            <a:ext cx="1170432" cy="658368"/>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73"/>
          <p:cNvSpPr/>
          <p:nvPr/>
        </p:nvSpPr>
        <p:spPr>
          <a:xfrm>
            <a:off x="6958584" y="2212848"/>
            <a:ext cx="1060704" cy="58521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User Management</a:t>
            </a:r>
            <a:endParaRPr b="0" i="0" sz="900" u="none" cap="none" strike="noStrike">
              <a:solidFill>
                <a:srgbClr val="000000"/>
              </a:solidFill>
              <a:latin typeface="Arial"/>
              <a:ea typeface="Arial"/>
              <a:cs typeface="Arial"/>
              <a:sym typeface="Arial"/>
            </a:endParaRPr>
          </a:p>
        </p:txBody>
      </p:sp>
      <p:sp>
        <p:nvSpPr>
          <p:cNvPr id="682" name="Google Shape;682;p73"/>
          <p:cNvSpPr/>
          <p:nvPr/>
        </p:nvSpPr>
        <p:spPr>
          <a:xfrm>
            <a:off x="8074152" y="2176272"/>
            <a:ext cx="658368" cy="658368"/>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73"/>
          <p:cNvSpPr/>
          <p:nvPr/>
        </p:nvSpPr>
        <p:spPr>
          <a:xfrm>
            <a:off x="8129016" y="2212848"/>
            <a:ext cx="548640" cy="58521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2C2C2C"/>
                </a:solidFill>
                <a:latin typeface="Calibri"/>
                <a:ea typeface="Calibri"/>
                <a:cs typeface="Calibri"/>
                <a:sym typeface="Calibri"/>
              </a:rPr>
              <a:t>1</a:t>
            </a:r>
            <a:endParaRPr b="0" i="0" sz="1200" u="none" cap="none" strike="noStrike">
              <a:solidFill>
                <a:srgbClr val="000000"/>
              </a:solidFill>
              <a:latin typeface="Arial"/>
              <a:ea typeface="Arial"/>
              <a:cs typeface="Arial"/>
              <a:sym typeface="Arial"/>
            </a:endParaRPr>
          </a:p>
        </p:txBody>
      </p:sp>
      <p:sp>
        <p:nvSpPr>
          <p:cNvPr id="684" name="Google Shape;684;p73"/>
          <p:cNvSpPr/>
          <p:nvPr/>
        </p:nvSpPr>
        <p:spPr>
          <a:xfrm>
            <a:off x="228600" y="2834640"/>
            <a:ext cx="658368" cy="100584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73"/>
          <p:cNvSpPr/>
          <p:nvPr/>
        </p:nvSpPr>
        <p:spPr>
          <a:xfrm>
            <a:off x="283464" y="2871216"/>
            <a:ext cx="548640" cy="93268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2C2C2C"/>
                </a:solidFill>
                <a:latin typeface="Calibri"/>
                <a:ea typeface="Calibri"/>
                <a:cs typeface="Calibri"/>
                <a:sym typeface="Calibri"/>
              </a:rPr>
              <a:t>US_05</a:t>
            </a:r>
            <a:endParaRPr b="0" i="0" sz="1000" u="none" cap="none" strike="noStrike">
              <a:solidFill>
                <a:srgbClr val="000000"/>
              </a:solidFill>
              <a:latin typeface="Arial"/>
              <a:ea typeface="Arial"/>
              <a:cs typeface="Arial"/>
              <a:sym typeface="Arial"/>
            </a:endParaRPr>
          </a:p>
        </p:txBody>
      </p:sp>
      <p:sp>
        <p:nvSpPr>
          <p:cNvPr id="686" name="Google Shape;686;p73"/>
          <p:cNvSpPr/>
          <p:nvPr/>
        </p:nvSpPr>
        <p:spPr>
          <a:xfrm>
            <a:off x="886968" y="2834640"/>
            <a:ext cx="2194560" cy="100584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73"/>
          <p:cNvSpPr/>
          <p:nvPr/>
        </p:nvSpPr>
        <p:spPr>
          <a:xfrm>
            <a:off x="941832" y="2871216"/>
            <a:ext cx="2084832" cy="9326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As a user, I want to view my past cases and track their statuses so that I can monitor my health progress.</a:t>
            </a:r>
            <a:endParaRPr b="0" i="0" sz="900" u="none" cap="none" strike="noStrike">
              <a:solidFill>
                <a:srgbClr val="000000"/>
              </a:solidFill>
              <a:latin typeface="Arial"/>
              <a:ea typeface="Arial"/>
              <a:cs typeface="Arial"/>
              <a:sym typeface="Arial"/>
            </a:endParaRPr>
          </a:p>
        </p:txBody>
      </p:sp>
      <p:sp>
        <p:nvSpPr>
          <p:cNvPr id="688" name="Google Shape;688;p73"/>
          <p:cNvSpPr/>
          <p:nvPr/>
        </p:nvSpPr>
        <p:spPr>
          <a:xfrm>
            <a:off x="3081528" y="2834640"/>
            <a:ext cx="3822192" cy="100584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73"/>
          <p:cNvSpPr/>
          <p:nvPr/>
        </p:nvSpPr>
        <p:spPr>
          <a:xfrm>
            <a:off x="3136392" y="2871216"/>
            <a:ext cx="3712464" cy="9326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user can access a 'Case History' section after logging in.</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All past cases are listed in chronological order (most recent first).</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Each case displays: case ID, case open date, status.</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system updates case statuses in real-time.</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Clicking on a case entry navigates the user to that case's report.</a:t>
            </a:r>
            <a:endParaRPr b="0" i="0" sz="900" u="none" cap="none" strike="noStrike">
              <a:solidFill>
                <a:srgbClr val="000000"/>
              </a:solidFill>
              <a:latin typeface="Arial"/>
              <a:ea typeface="Arial"/>
              <a:cs typeface="Arial"/>
              <a:sym typeface="Arial"/>
            </a:endParaRPr>
          </a:p>
        </p:txBody>
      </p:sp>
      <p:sp>
        <p:nvSpPr>
          <p:cNvPr id="690" name="Google Shape;690;p73"/>
          <p:cNvSpPr/>
          <p:nvPr/>
        </p:nvSpPr>
        <p:spPr>
          <a:xfrm>
            <a:off x="6903720" y="2834640"/>
            <a:ext cx="1170432" cy="100584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73"/>
          <p:cNvSpPr/>
          <p:nvPr/>
        </p:nvSpPr>
        <p:spPr>
          <a:xfrm>
            <a:off x="6958584" y="2871216"/>
            <a:ext cx="1060704" cy="93268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User Management</a:t>
            </a:r>
            <a:endParaRPr b="0" i="0" sz="900" u="none" cap="none" strike="noStrike">
              <a:solidFill>
                <a:srgbClr val="000000"/>
              </a:solidFill>
              <a:latin typeface="Arial"/>
              <a:ea typeface="Arial"/>
              <a:cs typeface="Arial"/>
              <a:sym typeface="Arial"/>
            </a:endParaRPr>
          </a:p>
        </p:txBody>
      </p:sp>
      <p:sp>
        <p:nvSpPr>
          <p:cNvPr id="692" name="Google Shape;692;p73"/>
          <p:cNvSpPr/>
          <p:nvPr/>
        </p:nvSpPr>
        <p:spPr>
          <a:xfrm>
            <a:off x="8074152" y="2834640"/>
            <a:ext cx="658368" cy="100584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73"/>
          <p:cNvSpPr/>
          <p:nvPr/>
        </p:nvSpPr>
        <p:spPr>
          <a:xfrm>
            <a:off x="8129016" y="2871216"/>
            <a:ext cx="548640" cy="93268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2C2C2C"/>
                </a:solidFill>
                <a:latin typeface="Calibri"/>
                <a:ea typeface="Calibri"/>
                <a:cs typeface="Calibri"/>
                <a:sym typeface="Calibri"/>
              </a:rPr>
              <a:t>2</a:t>
            </a:r>
            <a:endParaRPr b="0" i="0" sz="1200" u="none" cap="none" strike="noStrike">
              <a:solidFill>
                <a:srgbClr val="000000"/>
              </a:solidFill>
              <a:latin typeface="Arial"/>
              <a:ea typeface="Arial"/>
              <a:cs typeface="Arial"/>
              <a:sym typeface="Arial"/>
            </a:endParaRPr>
          </a:p>
        </p:txBody>
      </p:sp>
      <p:sp>
        <p:nvSpPr>
          <p:cNvPr id="694" name="Google Shape;694;p73"/>
          <p:cNvSpPr/>
          <p:nvPr/>
        </p:nvSpPr>
        <p:spPr>
          <a:xfrm>
            <a:off x="228600" y="3840480"/>
            <a:ext cx="658368" cy="749808"/>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73"/>
          <p:cNvSpPr/>
          <p:nvPr/>
        </p:nvSpPr>
        <p:spPr>
          <a:xfrm>
            <a:off x="283464" y="3877056"/>
            <a:ext cx="548640" cy="67665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2C2C2C"/>
                </a:solidFill>
                <a:latin typeface="Calibri"/>
                <a:ea typeface="Calibri"/>
                <a:cs typeface="Calibri"/>
                <a:sym typeface="Calibri"/>
              </a:rPr>
              <a:t>US_06</a:t>
            </a:r>
            <a:endParaRPr b="0" i="0" sz="1000" u="none" cap="none" strike="noStrike">
              <a:solidFill>
                <a:srgbClr val="000000"/>
              </a:solidFill>
              <a:latin typeface="Arial"/>
              <a:ea typeface="Arial"/>
              <a:cs typeface="Arial"/>
              <a:sym typeface="Arial"/>
            </a:endParaRPr>
          </a:p>
        </p:txBody>
      </p:sp>
      <p:sp>
        <p:nvSpPr>
          <p:cNvPr id="696" name="Google Shape;696;p73"/>
          <p:cNvSpPr/>
          <p:nvPr/>
        </p:nvSpPr>
        <p:spPr>
          <a:xfrm>
            <a:off x="886968" y="3840480"/>
            <a:ext cx="2194560" cy="749808"/>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73"/>
          <p:cNvSpPr/>
          <p:nvPr/>
        </p:nvSpPr>
        <p:spPr>
          <a:xfrm>
            <a:off x="941832" y="3877056"/>
            <a:ext cx="2084832" cy="67665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As an individual user, I want to implement JWT authentication so that my session is secure.</a:t>
            </a:r>
            <a:endParaRPr b="0" i="0" sz="900" u="none" cap="none" strike="noStrike">
              <a:solidFill>
                <a:srgbClr val="000000"/>
              </a:solidFill>
              <a:latin typeface="Arial"/>
              <a:ea typeface="Arial"/>
              <a:cs typeface="Arial"/>
              <a:sym typeface="Arial"/>
            </a:endParaRPr>
          </a:p>
        </p:txBody>
      </p:sp>
      <p:sp>
        <p:nvSpPr>
          <p:cNvPr id="698" name="Google Shape;698;p73"/>
          <p:cNvSpPr/>
          <p:nvPr/>
        </p:nvSpPr>
        <p:spPr>
          <a:xfrm>
            <a:off x="3081528" y="3840480"/>
            <a:ext cx="3822192" cy="749808"/>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73"/>
          <p:cNvSpPr/>
          <p:nvPr/>
        </p:nvSpPr>
        <p:spPr>
          <a:xfrm>
            <a:off x="3136392" y="3877056"/>
            <a:ext cx="3712464" cy="67665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JWT tokens are generated on login and validated on every protected route.</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Tokens expire after a defined period and require re-authentication.</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Invalid or expired tokens return a 401 Unauthorized response.</a:t>
            </a:r>
            <a:endParaRPr b="0" i="0" sz="900" u="none" cap="none" strike="noStrike">
              <a:solidFill>
                <a:srgbClr val="000000"/>
              </a:solidFill>
              <a:latin typeface="Arial"/>
              <a:ea typeface="Arial"/>
              <a:cs typeface="Arial"/>
              <a:sym typeface="Arial"/>
            </a:endParaRPr>
          </a:p>
        </p:txBody>
      </p:sp>
      <p:sp>
        <p:nvSpPr>
          <p:cNvPr id="700" name="Google Shape;700;p73"/>
          <p:cNvSpPr/>
          <p:nvPr/>
        </p:nvSpPr>
        <p:spPr>
          <a:xfrm>
            <a:off x="6903720" y="3840480"/>
            <a:ext cx="1170432" cy="749808"/>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73"/>
          <p:cNvSpPr/>
          <p:nvPr/>
        </p:nvSpPr>
        <p:spPr>
          <a:xfrm>
            <a:off x="6958584" y="3877056"/>
            <a:ext cx="1060704" cy="67665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User Management</a:t>
            </a:r>
            <a:endParaRPr b="0" i="0" sz="900" u="none" cap="none" strike="noStrike">
              <a:solidFill>
                <a:srgbClr val="000000"/>
              </a:solidFill>
              <a:latin typeface="Arial"/>
              <a:ea typeface="Arial"/>
              <a:cs typeface="Arial"/>
              <a:sym typeface="Arial"/>
            </a:endParaRPr>
          </a:p>
        </p:txBody>
      </p:sp>
      <p:sp>
        <p:nvSpPr>
          <p:cNvPr id="702" name="Google Shape;702;p73"/>
          <p:cNvSpPr/>
          <p:nvPr/>
        </p:nvSpPr>
        <p:spPr>
          <a:xfrm>
            <a:off x="8074152" y="3840480"/>
            <a:ext cx="658368" cy="749808"/>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73"/>
          <p:cNvSpPr/>
          <p:nvPr/>
        </p:nvSpPr>
        <p:spPr>
          <a:xfrm>
            <a:off x="8129016" y="3877056"/>
            <a:ext cx="548640" cy="67665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2C2C2C"/>
                </a:solidFill>
                <a:latin typeface="Calibri"/>
                <a:ea typeface="Calibri"/>
                <a:cs typeface="Calibri"/>
                <a:sym typeface="Calibri"/>
              </a:rPr>
              <a:t>3</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p74"/>
          <p:cNvSpPr/>
          <p:nvPr/>
        </p:nvSpPr>
        <p:spPr>
          <a:xfrm>
            <a:off x="941825" y="91450"/>
            <a:ext cx="7653600" cy="82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300"/>
              <a:buFont typeface="Arial"/>
              <a:buNone/>
            </a:pPr>
            <a:r>
              <a:t/>
            </a:r>
            <a:endParaRPr b="1" sz="3300">
              <a:solidFill>
                <a:schemeClr val="dk1"/>
              </a:solidFill>
              <a:latin typeface="Inter"/>
              <a:ea typeface="Inter"/>
              <a:cs typeface="Inter"/>
              <a:sym typeface="Inter"/>
            </a:endParaRPr>
          </a:p>
          <a:p>
            <a:pPr indent="0" lvl="0" marL="0" rtl="0" algn="l">
              <a:spcBef>
                <a:spcPts val="0"/>
              </a:spcBef>
              <a:spcAft>
                <a:spcPts val="0"/>
              </a:spcAft>
              <a:buClr>
                <a:schemeClr val="dk1"/>
              </a:buClr>
              <a:buSzPts val="3300"/>
              <a:buFont typeface="Arial"/>
              <a:buNone/>
            </a:pPr>
            <a:r>
              <a:rPr b="1" lang="en" sz="3300">
                <a:solidFill>
                  <a:schemeClr val="dk1"/>
                </a:solidFill>
                <a:latin typeface="Inter"/>
                <a:ea typeface="Inter"/>
                <a:cs typeface="Inter"/>
                <a:sym typeface="Inter"/>
              </a:rPr>
              <a:t>PROJECT BACKLOG - USER STORIES</a:t>
            </a:r>
            <a:endParaRPr sz="3300">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3300"/>
              <a:buFont typeface="Arial"/>
              <a:buNone/>
            </a:pPr>
            <a:r>
              <a:t/>
            </a:r>
            <a:endParaRPr b="1" sz="3300">
              <a:solidFill>
                <a:schemeClr val="dk1"/>
              </a:solidFill>
              <a:latin typeface="Inter"/>
              <a:ea typeface="Inter"/>
              <a:cs typeface="Inter"/>
              <a:sym typeface="Inter"/>
            </a:endParaRPr>
          </a:p>
        </p:txBody>
      </p:sp>
      <p:sp>
        <p:nvSpPr>
          <p:cNvPr id="709" name="Google Shape;709;p74"/>
          <p:cNvSpPr/>
          <p:nvPr/>
        </p:nvSpPr>
        <p:spPr>
          <a:xfrm>
            <a:off x="228600" y="1097280"/>
            <a:ext cx="658368" cy="329184"/>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74"/>
          <p:cNvSpPr/>
          <p:nvPr/>
        </p:nvSpPr>
        <p:spPr>
          <a:xfrm>
            <a:off x="283464" y="1133856"/>
            <a:ext cx="54864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US_ID</a:t>
            </a:r>
            <a:endParaRPr b="0" i="0" sz="1100" u="none" cap="none" strike="noStrike">
              <a:solidFill>
                <a:srgbClr val="000000"/>
              </a:solidFill>
              <a:latin typeface="Arial"/>
              <a:ea typeface="Arial"/>
              <a:cs typeface="Arial"/>
              <a:sym typeface="Arial"/>
            </a:endParaRPr>
          </a:p>
        </p:txBody>
      </p:sp>
      <p:sp>
        <p:nvSpPr>
          <p:cNvPr id="711" name="Google Shape;711;p74"/>
          <p:cNvSpPr/>
          <p:nvPr/>
        </p:nvSpPr>
        <p:spPr>
          <a:xfrm>
            <a:off x="886968" y="1097280"/>
            <a:ext cx="2194560" cy="329184"/>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74"/>
          <p:cNvSpPr/>
          <p:nvPr/>
        </p:nvSpPr>
        <p:spPr>
          <a:xfrm>
            <a:off x="941832" y="1133856"/>
            <a:ext cx="2084832"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User Stories</a:t>
            </a:r>
            <a:endParaRPr b="0" i="0" sz="1100" u="none" cap="none" strike="noStrike">
              <a:solidFill>
                <a:srgbClr val="000000"/>
              </a:solidFill>
              <a:latin typeface="Arial"/>
              <a:ea typeface="Arial"/>
              <a:cs typeface="Arial"/>
              <a:sym typeface="Arial"/>
            </a:endParaRPr>
          </a:p>
        </p:txBody>
      </p:sp>
      <p:sp>
        <p:nvSpPr>
          <p:cNvPr id="713" name="Google Shape;713;p74"/>
          <p:cNvSpPr/>
          <p:nvPr/>
        </p:nvSpPr>
        <p:spPr>
          <a:xfrm>
            <a:off x="3081528" y="1097280"/>
            <a:ext cx="3822192" cy="329184"/>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74"/>
          <p:cNvSpPr/>
          <p:nvPr/>
        </p:nvSpPr>
        <p:spPr>
          <a:xfrm>
            <a:off x="3136392" y="1133856"/>
            <a:ext cx="3712464"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Acceptance Criteria</a:t>
            </a:r>
            <a:endParaRPr b="0" i="0" sz="1100" u="none" cap="none" strike="noStrike">
              <a:solidFill>
                <a:srgbClr val="000000"/>
              </a:solidFill>
              <a:latin typeface="Arial"/>
              <a:ea typeface="Arial"/>
              <a:cs typeface="Arial"/>
              <a:sym typeface="Arial"/>
            </a:endParaRPr>
          </a:p>
        </p:txBody>
      </p:sp>
      <p:sp>
        <p:nvSpPr>
          <p:cNvPr id="715" name="Google Shape;715;p74"/>
          <p:cNvSpPr/>
          <p:nvPr/>
        </p:nvSpPr>
        <p:spPr>
          <a:xfrm>
            <a:off x="6903720" y="1097280"/>
            <a:ext cx="1170432" cy="329184"/>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74"/>
          <p:cNvSpPr/>
          <p:nvPr/>
        </p:nvSpPr>
        <p:spPr>
          <a:xfrm>
            <a:off x="6958584" y="1133856"/>
            <a:ext cx="1060704"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Feature</a:t>
            </a:r>
            <a:endParaRPr b="0" i="0" sz="1100" u="none" cap="none" strike="noStrike">
              <a:solidFill>
                <a:srgbClr val="000000"/>
              </a:solidFill>
              <a:latin typeface="Arial"/>
              <a:ea typeface="Arial"/>
              <a:cs typeface="Arial"/>
              <a:sym typeface="Arial"/>
            </a:endParaRPr>
          </a:p>
        </p:txBody>
      </p:sp>
      <p:sp>
        <p:nvSpPr>
          <p:cNvPr id="717" name="Google Shape;717;p74"/>
          <p:cNvSpPr/>
          <p:nvPr/>
        </p:nvSpPr>
        <p:spPr>
          <a:xfrm>
            <a:off x="8074152" y="1097280"/>
            <a:ext cx="658368" cy="329184"/>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74"/>
          <p:cNvSpPr/>
          <p:nvPr/>
        </p:nvSpPr>
        <p:spPr>
          <a:xfrm>
            <a:off x="8129016" y="1133856"/>
            <a:ext cx="54864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Story Points</a:t>
            </a:r>
            <a:endParaRPr b="0" i="0" sz="1100" u="none" cap="none" strike="noStrike">
              <a:solidFill>
                <a:srgbClr val="000000"/>
              </a:solidFill>
              <a:latin typeface="Arial"/>
              <a:ea typeface="Arial"/>
              <a:cs typeface="Arial"/>
              <a:sym typeface="Arial"/>
            </a:endParaRPr>
          </a:p>
        </p:txBody>
      </p:sp>
      <p:sp>
        <p:nvSpPr>
          <p:cNvPr id="719" name="Google Shape;719;p74"/>
          <p:cNvSpPr/>
          <p:nvPr/>
        </p:nvSpPr>
        <p:spPr>
          <a:xfrm>
            <a:off x="228600" y="1426464"/>
            <a:ext cx="658368" cy="9144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74"/>
          <p:cNvSpPr/>
          <p:nvPr/>
        </p:nvSpPr>
        <p:spPr>
          <a:xfrm>
            <a:off x="283464" y="1463040"/>
            <a:ext cx="548700" cy="841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2C2C2C"/>
                </a:solidFill>
                <a:latin typeface="Calibri"/>
                <a:ea typeface="Calibri"/>
                <a:cs typeface="Calibri"/>
                <a:sym typeface="Calibri"/>
              </a:rPr>
              <a:t>US_07</a:t>
            </a:r>
            <a:endParaRPr b="0" i="0" sz="1000" u="none" cap="none" strike="noStrike">
              <a:solidFill>
                <a:srgbClr val="000000"/>
              </a:solidFill>
              <a:latin typeface="Arial"/>
              <a:ea typeface="Arial"/>
              <a:cs typeface="Arial"/>
              <a:sym typeface="Arial"/>
            </a:endParaRPr>
          </a:p>
        </p:txBody>
      </p:sp>
      <p:sp>
        <p:nvSpPr>
          <p:cNvPr id="721" name="Google Shape;721;p74"/>
          <p:cNvSpPr/>
          <p:nvPr/>
        </p:nvSpPr>
        <p:spPr>
          <a:xfrm>
            <a:off x="886968" y="1426464"/>
            <a:ext cx="2194560" cy="9144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74"/>
          <p:cNvSpPr/>
          <p:nvPr/>
        </p:nvSpPr>
        <p:spPr>
          <a:xfrm>
            <a:off x="941832" y="1463040"/>
            <a:ext cx="2084832" cy="84124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As an individual user, I want to receive an OA severity diagnosis so that I know the knee condition I am facing.</a:t>
            </a:r>
            <a:endParaRPr b="0" i="0" sz="900" u="none" cap="none" strike="noStrike">
              <a:solidFill>
                <a:srgbClr val="000000"/>
              </a:solidFill>
              <a:latin typeface="Arial"/>
              <a:ea typeface="Arial"/>
              <a:cs typeface="Arial"/>
              <a:sym typeface="Arial"/>
            </a:endParaRPr>
          </a:p>
        </p:txBody>
      </p:sp>
      <p:sp>
        <p:nvSpPr>
          <p:cNvPr id="723" name="Google Shape;723;p74"/>
          <p:cNvSpPr/>
          <p:nvPr/>
        </p:nvSpPr>
        <p:spPr>
          <a:xfrm>
            <a:off x="3081528" y="1426464"/>
            <a:ext cx="3822192" cy="9144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74"/>
          <p:cNvSpPr/>
          <p:nvPr/>
        </p:nvSpPr>
        <p:spPr>
          <a:xfrm>
            <a:off x="3136392" y="1463040"/>
            <a:ext cx="3712464" cy="84124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After submitting the image, the user receives a diagnosis.</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diagnosis is presented as the KL grade (0–4) and severity label.</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system provides the diagnosis within a reasonable time (&lt; 1 min).</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diagnosis is stored and associated with the user's case.</a:t>
            </a:r>
            <a:endParaRPr b="0" i="0" sz="900" u="none" cap="none" strike="noStrike">
              <a:solidFill>
                <a:srgbClr val="000000"/>
              </a:solidFill>
              <a:latin typeface="Arial"/>
              <a:ea typeface="Arial"/>
              <a:cs typeface="Arial"/>
              <a:sym typeface="Arial"/>
            </a:endParaRPr>
          </a:p>
        </p:txBody>
      </p:sp>
      <p:sp>
        <p:nvSpPr>
          <p:cNvPr id="725" name="Google Shape;725;p74"/>
          <p:cNvSpPr/>
          <p:nvPr/>
        </p:nvSpPr>
        <p:spPr>
          <a:xfrm>
            <a:off x="6903720" y="1426464"/>
            <a:ext cx="1170432" cy="9144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74"/>
          <p:cNvSpPr/>
          <p:nvPr/>
        </p:nvSpPr>
        <p:spPr>
          <a:xfrm>
            <a:off x="6958584" y="1463040"/>
            <a:ext cx="1060704" cy="84124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AI Model Integration</a:t>
            </a:r>
            <a:endParaRPr b="0" i="0" sz="900" u="none" cap="none" strike="noStrike">
              <a:solidFill>
                <a:srgbClr val="000000"/>
              </a:solidFill>
              <a:latin typeface="Arial"/>
              <a:ea typeface="Arial"/>
              <a:cs typeface="Arial"/>
              <a:sym typeface="Arial"/>
            </a:endParaRPr>
          </a:p>
        </p:txBody>
      </p:sp>
      <p:sp>
        <p:nvSpPr>
          <p:cNvPr id="727" name="Google Shape;727;p74"/>
          <p:cNvSpPr/>
          <p:nvPr/>
        </p:nvSpPr>
        <p:spPr>
          <a:xfrm>
            <a:off x="8074152" y="1426464"/>
            <a:ext cx="658368" cy="9144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74"/>
          <p:cNvSpPr/>
          <p:nvPr/>
        </p:nvSpPr>
        <p:spPr>
          <a:xfrm>
            <a:off x="8129016" y="1463040"/>
            <a:ext cx="548640" cy="84124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2C2C2C"/>
                </a:solidFill>
                <a:latin typeface="Calibri"/>
                <a:ea typeface="Calibri"/>
                <a:cs typeface="Calibri"/>
                <a:sym typeface="Calibri"/>
              </a:rPr>
              <a:t>20</a:t>
            </a:r>
            <a:endParaRPr b="0" i="0" sz="1200" u="none" cap="none" strike="noStrike">
              <a:solidFill>
                <a:srgbClr val="000000"/>
              </a:solidFill>
              <a:latin typeface="Arial"/>
              <a:ea typeface="Arial"/>
              <a:cs typeface="Arial"/>
              <a:sym typeface="Arial"/>
            </a:endParaRPr>
          </a:p>
        </p:txBody>
      </p:sp>
      <p:sp>
        <p:nvSpPr>
          <p:cNvPr id="729" name="Google Shape;729;p74"/>
          <p:cNvSpPr/>
          <p:nvPr/>
        </p:nvSpPr>
        <p:spPr>
          <a:xfrm>
            <a:off x="228600" y="2340864"/>
            <a:ext cx="658368" cy="822960"/>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74"/>
          <p:cNvSpPr/>
          <p:nvPr/>
        </p:nvSpPr>
        <p:spPr>
          <a:xfrm>
            <a:off x="283464" y="2377440"/>
            <a:ext cx="548640" cy="7498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2C2C2C"/>
                </a:solidFill>
                <a:latin typeface="Calibri"/>
                <a:ea typeface="Calibri"/>
                <a:cs typeface="Calibri"/>
                <a:sym typeface="Calibri"/>
              </a:rPr>
              <a:t>US_08</a:t>
            </a:r>
            <a:endParaRPr b="0" i="0" sz="1000" u="none" cap="none" strike="noStrike">
              <a:solidFill>
                <a:srgbClr val="000000"/>
              </a:solidFill>
              <a:latin typeface="Arial"/>
              <a:ea typeface="Arial"/>
              <a:cs typeface="Arial"/>
              <a:sym typeface="Arial"/>
            </a:endParaRPr>
          </a:p>
        </p:txBody>
      </p:sp>
      <p:sp>
        <p:nvSpPr>
          <p:cNvPr id="731" name="Google Shape;731;p74"/>
          <p:cNvSpPr/>
          <p:nvPr/>
        </p:nvSpPr>
        <p:spPr>
          <a:xfrm>
            <a:off x="886968" y="2340864"/>
            <a:ext cx="2194560" cy="822960"/>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74"/>
          <p:cNvSpPr/>
          <p:nvPr/>
        </p:nvSpPr>
        <p:spPr>
          <a:xfrm>
            <a:off x="941832" y="2377440"/>
            <a:ext cx="2084832" cy="7498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As an individual user, I want to receive the most accurate possible diagnosis so that I can trust the assessment provided.</a:t>
            </a:r>
            <a:endParaRPr b="0" i="0" sz="900" u="none" cap="none" strike="noStrike">
              <a:solidFill>
                <a:srgbClr val="000000"/>
              </a:solidFill>
              <a:latin typeface="Arial"/>
              <a:ea typeface="Arial"/>
              <a:cs typeface="Arial"/>
              <a:sym typeface="Arial"/>
            </a:endParaRPr>
          </a:p>
        </p:txBody>
      </p:sp>
      <p:sp>
        <p:nvSpPr>
          <p:cNvPr id="733" name="Google Shape;733;p74"/>
          <p:cNvSpPr/>
          <p:nvPr/>
        </p:nvSpPr>
        <p:spPr>
          <a:xfrm>
            <a:off x="3081528" y="2340864"/>
            <a:ext cx="3822192" cy="822960"/>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74"/>
          <p:cNvSpPr/>
          <p:nvPr/>
        </p:nvSpPr>
        <p:spPr>
          <a:xfrm>
            <a:off x="3136392" y="2377440"/>
            <a:ext cx="3712464" cy="7498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system continuously improves the model and algorithms for better diagnostic results.</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diagnosis accuracy is optimised based on model refinements and external validation.</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confidence level of the diagnosis should be high (e.g., 95%).</a:t>
            </a:r>
            <a:endParaRPr b="0" i="0" sz="900" u="none" cap="none" strike="noStrike">
              <a:solidFill>
                <a:srgbClr val="000000"/>
              </a:solidFill>
              <a:latin typeface="Arial"/>
              <a:ea typeface="Arial"/>
              <a:cs typeface="Arial"/>
              <a:sym typeface="Arial"/>
            </a:endParaRPr>
          </a:p>
        </p:txBody>
      </p:sp>
      <p:sp>
        <p:nvSpPr>
          <p:cNvPr id="735" name="Google Shape;735;p74"/>
          <p:cNvSpPr/>
          <p:nvPr/>
        </p:nvSpPr>
        <p:spPr>
          <a:xfrm>
            <a:off x="6903720" y="2340864"/>
            <a:ext cx="1170432" cy="822960"/>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74"/>
          <p:cNvSpPr/>
          <p:nvPr/>
        </p:nvSpPr>
        <p:spPr>
          <a:xfrm>
            <a:off x="6958584" y="2377440"/>
            <a:ext cx="1060704" cy="7498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AI Model Integration</a:t>
            </a:r>
            <a:endParaRPr b="0" i="0" sz="900" u="none" cap="none" strike="noStrike">
              <a:solidFill>
                <a:srgbClr val="000000"/>
              </a:solidFill>
              <a:latin typeface="Arial"/>
              <a:ea typeface="Arial"/>
              <a:cs typeface="Arial"/>
              <a:sym typeface="Arial"/>
            </a:endParaRPr>
          </a:p>
        </p:txBody>
      </p:sp>
      <p:sp>
        <p:nvSpPr>
          <p:cNvPr id="737" name="Google Shape;737;p74"/>
          <p:cNvSpPr/>
          <p:nvPr/>
        </p:nvSpPr>
        <p:spPr>
          <a:xfrm>
            <a:off x="8074152" y="2340864"/>
            <a:ext cx="658368" cy="822960"/>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74"/>
          <p:cNvSpPr/>
          <p:nvPr/>
        </p:nvSpPr>
        <p:spPr>
          <a:xfrm>
            <a:off x="8129016" y="2377440"/>
            <a:ext cx="548640" cy="7498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2C2C2C"/>
                </a:solidFill>
                <a:latin typeface="Calibri"/>
                <a:ea typeface="Calibri"/>
                <a:cs typeface="Calibri"/>
                <a:sym typeface="Calibri"/>
              </a:rPr>
              <a:t>11</a:t>
            </a:r>
            <a:endParaRPr b="0" i="0" sz="1200" u="none" cap="none" strike="noStrike">
              <a:solidFill>
                <a:srgbClr val="000000"/>
              </a:solidFill>
              <a:latin typeface="Arial"/>
              <a:ea typeface="Arial"/>
              <a:cs typeface="Arial"/>
              <a:sym typeface="Arial"/>
            </a:endParaRPr>
          </a:p>
        </p:txBody>
      </p:sp>
      <p:sp>
        <p:nvSpPr>
          <p:cNvPr id="739" name="Google Shape;739;p74"/>
          <p:cNvSpPr/>
          <p:nvPr/>
        </p:nvSpPr>
        <p:spPr>
          <a:xfrm>
            <a:off x="228600" y="3163824"/>
            <a:ext cx="658368" cy="804672"/>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74"/>
          <p:cNvSpPr/>
          <p:nvPr/>
        </p:nvSpPr>
        <p:spPr>
          <a:xfrm>
            <a:off x="283464" y="3200400"/>
            <a:ext cx="548640" cy="7315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2C2C2C"/>
                </a:solidFill>
                <a:latin typeface="Calibri"/>
                <a:ea typeface="Calibri"/>
                <a:cs typeface="Calibri"/>
                <a:sym typeface="Calibri"/>
              </a:rPr>
              <a:t>US_09</a:t>
            </a:r>
            <a:endParaRPr b="0" i="0" sz="1000" u="none" cap="none" strike="noStrike">
              <a:solidFill>
                <a:srgbClr val="000000"/>
              </a:solidFill>
              <a:latin typeface="Arial"/>
              <a:ea typeface="Arial"/>
              <a:cs typeface="Arial"/>
              <a:sym typeface="Arial"/>
            </a:endParaRPr>
          </a:p>
        </p:txBody>
      </p:sp>
      <p:sp>
        <p:nvSpPr>
          <p:cNvPr id="741" name="Google Shape;741;p74"/>
          <p:cNvSpPr/>
          <p:nvPr/>
        </p:nvSpPr>
        <p:spPr>
          <a:xfrm>
            <a:off x="886968" y="3163824"/>
            <a:ext cx="2194560" cy="804672"/>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74"/>
          <p:cNvSpPr/>
          <p:nvPr/>
        </p:nvSpPr>
        <p:spPr>
          <a:xfrm>
            <a:off x="941832" y="3200400"/>
            <a:ext cx="2084832"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As an individual user, I want to receive a brief description of the diagnosed condition so that I can understand the issue I am facing.</a:t>
            </a:r>
            <a:endParaRPr b="0" i="0" sz="900" u="none" cap="none" strike="noStrike">
              <a:solidFill>
                <a:srgbClr val="000000"/>
              </a:solidFill>
              <a:latin typeface="Arial"/>
              <a:ea typeface="Arial"/>
              <a:cs typeface="Arial"/>
              <a:sym typeface="Arial"/>
            </a:endParaRPr>
          </a:p>
        </p:txBody>
      </p:sp>
      <p:sp>
        <p:nvSpPr>
          <p:cNvPr id="743" name="Google Shape;743;p74"/>
          <p:cNvSpPr/>
          <p:nvPr/>
        </p:nvSpPr>
        <p:spPr>
          <a:xfrm>
            <a:off x="3081528" y="3163824"/>
            <a:ext cx="3822192" cy="804672"/>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74"/>
          <p:cNvSpPr/>
          <p:nvPr/>
        </p:nvSpPr>
        <p:spPr>
          <a:xfrm>
            <a:off x="3136392" y="3200400"/>
            <a:ext cx="3712464"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After receiving the diagnosis, the user is provided with a brief description of the diagnosed condition.</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description is written in clear, understandable language.</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description includes common symptoms and causes.</a:t>
            </a:r>
            <a:endParaRPr b="0" i="0" sz="900" u="none" cap="none" strike="noStrike">
              <a:solidFill>
                <a:srgbClr val="000000"/>
              </a:solidFill>
              <a:latin typeface="Arial"/>
              <a:ea typeface="Arial"/>
              <a:cs typeface="Arial"/>
              <a:sym typeface="Arial"/>
            </a:endParaRPr>
          </a:p>
        </p:txBody>
      </p:sp>
      <p:sp>
        <p:nvSpPr>
          <p:cNvPr id="745" name="Google Shape;745;p74"/>
          <p:cNvSpPr/>
          <p:nvPr/>
        </p:nvSpPr>
        <p:spPr>
          <a:xfrm>
            <a:off x="6903720" y="3163824"/>
            <a:ext cx="1170432" cy="804672"/>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74"/>
          <p:cNvSpPr/>
          <p:nvPr/>
        </p:nvSpPr>
        <p:spPr>
          <a:xfrm>
            <a:off x="6958584" y="3200400"/>
            <a:ext cx="1060704" cy="7315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AI Model Integration</a:t>
            </a:r>
            <a:endParaRPr b="0" i="0" sz="900" u="none" cap="none" strike="noStrike">
              <a:solidFill>
                <a:srgbClr val="000000"/>
              </a:solidFill>
              <a:latin typeface="Arial"/>
              <a:ea typeface="Arial"/>
              <a:cs typeface="Arial"/>
              <a:sym typeface="Arial"/>
            </a:endParaRPr>
          </a:p>
        </p:txBody>
      </p:sp>
      <p:sp>
        <p:nvSpPr>
          <p:cNvPr id="747" name="Google Shape;747;p74"/>
          <p:cNvSpPr/>
          <p:nvPr/>
        </p:nvSpPr>
        <p:spPr>
          <a:xfrm>
            <a:off x="8074152" y="3163824"/>
            <a:ext cx="658368" cy="804672"/>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74"/>
          <p:cNvSpPr/>
          <p:nvPr/>
        </p:nvSpPr>
        <p:spPr>
          <a:xfrm>
            <a:off x="8129016" y="3200400"/>
            <a:ext cx="548640" cy="7315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2C2C2C"/>
                </a:solidFill>
                <a:latin typeface="Calibri"/>
                <a:ea typeface="Calibri"/>
                <a:cs typeface="Calibri"/>
                <a:sym typeface="Calibri"/>
              </a:rPr>
              <a:t>2</a:t>
            </a:r>
            <a:endParaRPr b="0" i="0" sz="1200" u="none" cap="none" strike="noStrike">
              <a:solidFill>
                <a:srgbClr val="000000"/>
              </a:solidFill>
              <a:latin typeface="Arial"/>
              <a:ea typeface="Arial"/>
              <a:cs typeface="Arial"/>
              <a:sym typeface="Arial"/>
            </a:endParaRPr>
          </a:p>
        </p:txBody>
      </p:sp>
      <p:sp>
        <p:nvSpPr>
          <p:cNvPr id="749" name="Google Shape;749;p74"/>
          <p:cNvSpPr/>
          <p:nvPr/>
        </p:nvSpPr>
        <p:spPr>
          <a:xfrm>
            <a:off x="228600" y="3968496"/>
            <a:ext cx="658368" cy="804672"/>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74"/>
          <p:cNvSpPr/>
          <p:nvPr/>
        </p:nvSpPr>
        <p:spPr>
          <a:xfrm>
            <a:off x="283464" y="4005072"/>
            <a:ext cx="548640" cy="7315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2C2C2C"/>
                </a:solidFill>
                <a:latin typeface="Calibri"/>
                <a:ea typeface="Calibri"/>
                <a:cs typeface="Calibri"/>
                <a:sym typeface="Calibri"/>
              </a:rPr>
              <a:t>US_10</a:t>
            </a:r>
            <a:endParaRPr b="0" i="0" sz="1000" u="none" cap="none" strike="noStrike">
              <a:solidFill>
                <a:srgbClr val="000000"/>
              </a:solidFill>
              <a:latin typeface="Arial"/>
              <a:ea typeface="Arial"/>
              <a:cs typeface="Arial"/>
              <a:sym typeface="Arial"/>
            </a:endParaRPr>
          </a:p>
        </p:txBody>
      </p:sp>
      <p:sp>
        <p:nvSpPr>
          <p:cNvPr id="751" name="Google Shape;751;p74"/>
          <p:cNvSpPr/>
          <p:nvPr/>
        </p:nvSpPr>
        <p:spPr>
          <a:xfrm>
            <a:off x="886968" y="3968496"/>
            <a:ext cx="2194560" cy="804672"/>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74"/>
          <p:cNvSpPr/>
          <p:nvPr/>
        </p:nvSpPr>
        <p:spPr>
          <a:xfrm>
            <a:off x="941832" y="4005072"/>
            <a:ext cx="2084832"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As an individual user, I want to receive treatment recommendations so that I can take action towards treating my knee condition.</a:t>
            </a:r>
            <a:endParaRPr b="0" i="0" sz="900" u="none" cap="none" strike="noStrike">
              <a:solidFill>
                <a:srgbClr val="000000"/>
              </a:solidFill>
              <a:latin typeface="Arial"/>
              <a:ea typeface="Arial"/>
              <a:cs typeface="Arial"/>
              <a:sym typeface="Arial"/>
            </a:endParaRPr>
          </a:p>
        </p:txBody>
      </p:sp>
      <p:sp>
        <p:nvSpPr>
          <p:cNvPr id="753" name="Google Shape;753;p74"/>
          <p:cNvSpPr/>
          <p:nvPr/>
        </p:nvSpPr>
        <p:spPr>
          <a:xfrm>
            <a:off x="3081528" y="3968496"/>
            <a:ext cx="3822192" cy="804672"/>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74"/>
          <p:cNvSpPr/>
          <p:nvPr/>
        </p:nvSpPr>
        <p:spPr>
          <a:xfrm>
            <a:off x="3136392" y="4005072"/>
            <a:ext cx="3712464"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After receiving the diagnosis, the user is provided with treatment recommendations.</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description is written in clear, understandable language.</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description includes common symptoms and causes of the condition.</a:t>
            </a:r>
            <a:endParaRPr b="0" i="0" sz="900" u="none" cap="none" strike="noStrike">
              <a:solidFill>
                <a:srgbClr val="000000"/>
              </a:solidFill>
              <a:latin typeface="Arial"/>
              <a:ea typeface="Arial"/>
              <a:cs typeface="Arial"/>
              <a:sym typeface="Arial"/>
            </a:endParaRPr>
          </a:p>
        </p:txBody>
      </p:sp>
      <p:sp>
        <p:nvSpPr>
          <p:cNvPr id="755" name="Google Shape;755;p74"/>
          <p:cNvSpPr/>
          <p:nvPr/>
        </p:nvSpPr>
        <p:spPr>
          <a:xfrm>
            <a:off x="6903720" y="3968496"/>
            <a:ext cx="1170432" cy="804672"/>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74"/>
          <p:cNvSpPr/>
          <p:nvPr/>
        </p:nvSpPr>
        <p:spPr>
          <a:xfrm>
            <a:off x="6958584" y="4005072"/>
            <a:ext cx="1060704" cy="7315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AI Model Integration</a:t>
            </a:r>
            <a:endParaRPr b="0" i="0" sz="900" u="none" cap="none" strike="noStrike">
              <a:solidFill>
                <a:srgbClr val="000000"/>
              </a:solidFill>
              <a:latin typeface="Arial"/>
              <a:ea typeface="Arial"/>
              <a:cs typeface="Arial"/>
              <a:sym typeface="Arial"/>
            </a:endParaRPr>
          </a:p>
        </p:txBody>
      </p:sp>
      <p:sp>
        <p:nvSpPr>
          <p:cNvPr id="757" name="Google Shape;757;p74"/>
          <p:cNvSpPr/>
          <p:nvPr/>
        </p:nvSpPr>
        <p:spPr>
          <a:xfrm>
            <a:off x="8074152" y="3968496"/>
            <a:ext cx="658368" cy="804672"/>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74"/>
          <p:cNvSpPr/>
          <p:nvPr/>
        </p:nvSpPr>
        <p:spPr>
          <a:xfrm>
            <a:off x="8129016" y="4005072"/>
            <a:ext cx="548640" cy="7315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2C2C2C"/>
                </a:solidFill>
                <a:latin typeface="Calibri"/>
                <a:ea typeface="Calibri"/>
                <a:cs typeface="Calibri"/>
                <a:sym typeface="Calibri"/>
              </a:rPr>
              <a:t>3</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sp>
        <p:nvSpPr>
          <p:cNvPr id="763" name="Google Shape;763;p75"/>
          <p:cNvSpPr/>
          <p:nvPr/>
        </p:nvSpPr>
        <p:spPr>
          <a:xfrm>
            <a:off x="990600" y="182880"/>
            <a:ext cx="7604700" cy="723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300"/>
              <a:buFont typeface="Arial"/>
              <a:buNone/>
            </a:pPr>
            <a:r>
              <a:rPr b="1" lang="en" sz="3300">
                <a:solidFill>
                  <a:schemeClr val="dk1"/>
                </a:solidFill>
                <a:latin typeface="Inter"/>
                <a:ea typeface="Inter"/>
                <a:cs typeface="Inter"/>
                <a:sym typeface="Inter"/>
              </a:rPr>
              <a:t>Sprint 1</a:t>
            </a:r>
            <a:r>
              <a:rPr b="1" lang="en" sz="3300">
                <a:solidFill>
                  <a:schemeClr val="dk1"/>
                </a:solidFill>
                <a:latin typeface="Inter"/>
                <a:ea typeface="Inter"/>
                <a:cs typeface="Inter"/>
                <a:sym typeface="Inter"/>
              </a:rPr>
              <a:t> - USER</a:t>
            </a:r>
            <a:r>
              <a:rPr b="1" i="0" lang="en" sz="3300" u="none" cap="none" strike="noStrike">
                <a:solidFill>
                  <a:schemeClr val="dk1"/>
                </a:solidFill>
                <a:latin typeface="Inter"/>
                <a:ea typeface="Inter"/>
                <a:cs typeface="Inter"/>
                <a:sym typeface="Inter"/>
              </a:rPr>
              <a:t> STORIES</a:t>
            </a:r>
            <a:endParaRPr b="0" i="0" sz="3300" u="none" cap="none" strike="noStrike">
              <a:solidFill>
                <a:schemeClr val="dk1"/>
              </a:solidFill>
              <a:latin typeface="Inter"/>
              <a:ea typeface="Inter"/>
              <a:cs typeface="Inter"/>
              <a:sym typeface="Inter"/>
            </a:endParaRPr>
          </a:p>
        </p:txBody>
      </p:sp>
      <p:sp>
        <p:nvSpPr>
          <p:cNvPr id="764" name="Google Shape;764;p75"/>
          <p:cNvSpPr/>
          <p:nvPr/>
        </p:nvSpPr>
        <p:spPr>
          <a:xfrm>
            <a:off x="639423" y="1463040"/>
            <a:ext cx="658500" cy="347400"/>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75"/>
          <p:cNvSpPr/>
          <p:nvPr/>
        </p:nvSpPr>
        <p:spPr>
          <a:xfrm>
            <a:off x="1297791" y="1463040"/>
            <a:ext cx="2194500" cy="347400"/>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75"/>
          <p:cNvSpPr/>
          <p:nvPr/>
        </p:nvSpPr>
        <p:spPr>
          <a:xfrm>
            <a:off x="694287" y="1499616"/>
            <a:ext cx="5487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US_ID</a:t>
            </a:r>
            <a:endParaRPr b="0" i="0" sz="1100" u="none" cap="none" strike="noStrike">
              <a:solidFill>
                <a:srgbClr val="000000"/>
              </a:solidFill>
              <a:latin typeface="Arial"/>
              <a:ea typeface="Arial"/>
              <a:cs typeface="Arial"/>
              <a:sym typeface="Arial"/>
            </a:endParaRPr>
          </a:p>
        </p:txBody>
      </p:sp>
      <p:sp>
        <p:nvSpPr>
          <p:cNvPr id="767" name="Google Shape;767;p75"/>
          <p:cNvSpPr/>
          <p:nvPr/>
        </p:nvSpPr>
        <p:spPr>
          <a:xfrm>
            <a:off x="1352655" y="1499616"/>
            <a:ext cx="20847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User Stories</a:t>
            </a:r>
            <a:endParaRPr b="0" i="0" sz="1100" u="none" cap="none" strike="noStrike">
              <a:solidFill>
                <a:srgbClr val="000000"/>
              </a:solidFill>
              <a:latin typeface="Arial"/>
              <a:ea typeface="Arial"/>
              <a:cs typeface="Arial"/>
              <a:sym typeface="Arial"/>
            </a:endParaRPr>
          </a:p>
        </p:txBody>
      </p:sp>
      <p:sp>
        <p:nvSpPr>
          <p:cNvPr id="768" name="Google Shape;768;p75"/>
          <p:cNvSpPr/>
          <p:nvPr/>
        </p:nvSpPr>
        <p:spPr>
          <a:xfrm>
            <a:off x="3492351" y="1463040"/>
            <a:ext cx="3822300" cy="347400"/>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75"/>
          <p:cNvSpPr/>
          <p:nvPr/>
        </p:nvSpPr>
        <p:spPr>
          <a:xfrm>
            <a:off x="3547215" y="1499616"/>
            <a:ext cx="37125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Acceptance Criteria</a:t>
            </a:r>
            <a:endParaRPr b="0" i="0" sz="1100" u="none" cap="none" strike="noStrike">
              <a:solidFill>
                <a:srgbClr val="000000"/>
              </a:solidFill>
              <a:latin typeface="Arial"/>
              <a:ea typeface="Arial"/>
              <a:cs typeface="Arial"/>
              <a:sym typeface="Arial"/>
            </a:endParaRPr>
          </a:p>
        </p:txBody>
      </p:sp>
      <p:sp>
        <p:nvSpPr>
          <p:cNvPr id="770" name="Google Shape;770;p75"/>
          <p:cNvSpPr/>
          <p:nvPr/>
        </p:nvSpPr>
        <p:spPr>
          <a:xfrm>
            <a:off x="7314543" y="1463040"/>
            <a:ext cx="1170300" cy="347400"/>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75"/>
          <p:cNvSpPr/>
          <p:nvPr/>
        </p:nvSpPr>
        <p:spPr>
          <a:xfrm>
            <a:off x="7369407" y="1499616"/>
            <a:ext cx="10608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Feature</a:t>
            </a:r>
            <a:endParaRPr b="0" i="0" sz="1100" u="none" cap="none" strike="noStrike">
              <a:solidFill>
                <a:srgbClr val="000000"/>
              </a:solidFill>
              <a:latin typeface="Arial"/>
              <a:ea typeface="Arial"/>
              <a:cs typeface="Arial"/>
              <a:sym typeface="Arial"/>
            </a:endParaRPr>
          </a:p>
        </p:txBody>
      </p:sp>
      <p:sp>
        <p:nvSpPr>
          <p:cNvPr id="772" name="Google Shape;772;p75"/>
          <p:cNvSpPr/>
          <p:nvPr/>
        </p:nvSpPr>
        <p:spPr>
          <a:xfrm>
            <a:off x="639423" y="1810512"/>
            <a:ext cx="658500" cy="11703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75"/>
          <p:cNvSpPr/>
          <p:nvPr/>
        </p:nvSpPr>
        <p:spPr>
          <a:xfrm>
            <a:off x="694287" y="1847088"/>
            <a:ext cx="548700" cy="1097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2C2C2C"/>
                </a:solidFill>
                <a:latin typeface="Calibri"/>
                <a:ea typeface="Calibri"/>
                <a:cs typeface="Calibri"/>
                <a:sym typeface="Calibri"/>
              </a:rPr>
              <a:t>US_01</a:t>
            </a:r>
            <a:endParaRPr b="0" i="0" sz="1000" u="none" cap="none" strike="noStrike">
              <a:solidFill>
                <a:srgbClr val="000000"/>
              </a:solidFill>
              <a:latin typeface="Arial"/>
              <a:ea typeface="Arial"/>
              <a:cs typeface="Arial"/>
              <a:sym typeface="Arial"/>
            </a:endParaRPr>
          </a:p>
        </p:txBody>
      </p:sp>
      <p:sp>
        <p:nvSpPr>
          <p:cNvPr id="774" name="Google Shape;774;p75"/>
          <p:cNvSpPr/>
          <p:nvPr/>
        </p:nvSpPr>
        <p:spPr>
          <a:xfrm>
            <a:off x="1297791" y="1810512"/>
            <a:ext cx="2194500" cy="11703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75"/>
          <p:cNvSpPr/>
          <p:nvPr/>
        </p:nvSpPr>
        <p:spPr>
          <a:xfrm>
            <a:off x="1352655" y="1847088"/>
            <a:ext cx="2084700" cy="1097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As an individual user, I want to upload knee X-ray images so that I can receive an AI-based assessment of osteoarthritis severity.</a:t>
            </a:r>
            <a:endParaRPr b="0" i="0" sz="900" u="none" cap="none" strike="noStrike">
              <a:solidFill>
                <a:srgbClr val="000000"/>
              </a:solidFill>
              <a:latin typeface="Arial"/>
              <a:ea typeface="Arial"/>
              <a:cs typeface="Arial"/>
              <a:sym typeface="Arial"/>
            </a:endParaRPr>
          </a:p>
        </p:txBody>
      </p:sp>
      <p:sp>
        <p:nvSpPr>
          <p:cNvPr id="776" name="Google Shape;776;p75"/>
          <p:cNvSpPr/>
          <p:nvPr/>
        </p:nvSpPr>
        <p:spPr>
          <a:xfrm>
            <a:off x="3492351" y="1810512"/>
            <a:ext cx="3822300" cy="11703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75"/>
          <p:cNvSpPr/>
          <p:nvPr/>
        </p:nvSpPr>
        <p:spPr>
          <a:xfrm>
            <a:off x="3547215" y="1847088"/>
            <a:ext cx="3712500" cy="1097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patient can access an interface to upload an image.</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patient can select and submit an image from device.</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system accepts image files in specified formats: JPEG, JPG, PNG, DICOM.</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uploaded image is stored and associated with the patient's case.</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 confirmation message is displayed upon successful upload.</a:t>
            </a:r>
            <a:endParaRPr b="0" i="0" sz="900" u="none" cap="none" strike="noStrike">
              <a:solidFill>
                <a:srgbClr val="000000"/>
              </a:solidFill>
              <a:latin typeface="Arial"/>
              <a:ea typeface="Arial"/>
              <a:cs typeface="Arial"/>
              <a:sym typeface="Arial"/>
            </a:endParaRPr>
          </a:p>
        </p:txBody>
      </p:sp>
      <p:sp>
        <p:nvSpPr>
          <p:cNvPr id="778" name="Google Shape;778;p75"/>
          <p:cNvSpPr/>
          <p:nvPr/>
        </p:nvSpPr>
        <p:spPr>
          <a:xfrm>
            <a:off x="7314543" y="1810512"/>
            <a:ext cx="1170300" cy="11703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75"/>
          <p:cNvSpPr/>
          <p:nvPr/>
        </p:nvSpPr>
        <p:spPr>
          <a:xfrm>
            <a:off x="7369407" y="1847088"/>
            <a:ext cx="1060800" cy="1097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Image Upload</a:t>
            </a:r>
            <a:endParaRPr b="0" i="0" sz="900" u="none" cap="none" strike="noStrike">
              <a:solidFill>
                <a:srgbClr val="000000"/>
              </a:solidFill>
              <a:latin typeface="Arial"/>
              <a:ea typeface="Arial"/>
              <a:cs typeface="Arial"/>
              <a:sym typeface="Arial"/>
            </a:endParaRPr>
          </a:p>
        </p:txBody>
      </p:sp>
      <p:sp>
        <p:nvSpPr>
          <p:cNvPr id="780" name="Google Shape;780;p75"/>
          <p:cNvSpPr/>
          <p:nvPr/>
        </p:nvSpPr>
        <p:spPr>
          <a:xfrm>
            <a:off x="639423" y="2980944"/>
            <a:ext cx="658500" cy="1170300"/>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75"/>
          <p:cNvSpPr/>
          <p:nvPr/>
        </p:nvSpPr>
        <p:spPr>
          <a:xfrm>
            <a:off x="694287" y="3017520"/>
            <a:ext cx="548700" cy="1097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000"/>
              <a:buFont typeface="Arial"/>
              <a:buNone/>
            </a:pPr>
            <a:r>
              <a:rPr b="1" lang="en" sz="1000">
                <a:solidFill>
                  <a:srgbClr val="2C2C2C"/>
                </a:solidFill>
                <a:latin typeface="Calibri"/>
                <a:ea typeface="Calibri"/>
                <a:cs typeface="Calibri"/>
                <a:sym typeface="Calibri"/>
              </a:rPr>
              <a:t>US_07</a:t>
            </a:r>
            <a:endParaRPr sz="1000">
              <a:solidFill>
                <a:schemeClr val="dk1"/>
              </a:solidFill>
            </a:endParaRPr>
          </a:p>
          <a:p>
            <a:pPr indent="0" lvl="0" marL="0" marR="0" rtl="0" algn="ctr">
              <a:lnSpc>
                <a:spcPct val="100000"/>
              </a:lnSpc>
              <a:spcBef>
                <a:spcPts val="0"/>
              </a:spcBef>
              <a:spcAft>
                <a:spcPts val="0"/>
              </a:spcAft>
              <a:buClr>
                <a:srgbClr val="000000"/>
              </a:buClr>
              <a:buSzPts val="1000"/>
              <a:buFont typeface="Arial"/>
              <a:buNone/>
            </a:pPr>
            <a:r>
              <a:t/>
            </a:r>
            <a:endParaRPr sz="1000"/>
          </a:p>
        </p:txBody>
      </p:sp>
      <p:sp>
        <p:nvSpPr>
          <p:cNvPr id="782" name="Google Shape;782;p75"/>
          <p:cNvSpPr/>
          <p:nvPr/>
        </p:nvSpPr>
        <p:spPr>
          <a:xfrm>
            <a:off x="1297791" y="2980944"/>
            <a:ext cx="2194500" cy="1170300"/>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75"/>
          <p:cNvSpPr/>
          <p:nvPr/>
        </p:nvSpPr>
        <p:spPr>
          <a:xfrm>
            <a:off x="1352655" y="3017520"/>
            <a:ext cx="2084700" cy="109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900"/>
              <a:buFont typeface="Arial"/>
              <a:buNone/>
            </a:pPr>
            <a:r>
              <a:rPr lang="en" sz="900">
                <a:solidFill>
                  <a:srgbClr val="2C2C2C"/>
                </a:solidFill>
                <a:latin typeface="Calibri"/>
                <a:ea typeface="Calibri"/>
                <a:cs typeface="Calibri"/>
                <a:sym typeface="Calibri"/>
              </a:rPr>
              <a:t>As an individual user, I want to receive an OA severity diagnosis so that I know the knee condition I am facing.</a:t>
            </a:r>
            <a:endParaRPr sz="900">
              <a:solidFill>
                <a:schemeClr val="dk1"/>
              </a:solidFill>
            </a:endParaRPr>
          </a:p>
          <a:p>
            <a:pPr indent="0" lvl="0" marL="0" marR="0" rtl="0" algn="l">
              <a:lnSpc>
                <a:spcPct val="100000"/>
              </a:lnSpc>
              <a:spcBef>
                <a:spcPts val="0"/>
              </a:spcBef>
              <a:spcAft>
                <a:spcPts val="0"/>
              </a:spcAft>
              <a:buClr>
                <a:srgbClr val="000000"/>
              </a:buClr>
              <a:buSzPts val="900"/>
              <a:buFont typeface="Arial"/>
              <a:buNone/>
            </a:pPr>
            <a:r>
              <a:t/>
            </a:r>
            <a:endParaRPr sz="900"/>
          </a:p>
        </p:txBody>
      </p:sp>
      <p:sp>
        <p:nvSpPr>
          <p:cNvPr id="784" name="Google Shape;784;p75"/>
          <p:cNvSpPr/>
          <p:nvPr/>
        </p:nvSpPr>
        <p:spPr>
          <a:xfrm>
            <a:off x="3492351" y="2980944"/>
            <a:ext cx="3822300" cy="1170300"/>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75"/>
          <p:cNvSpPr/>
          <p:nvPr/>
        </p:nvSpPr>
        <p:spPr>
          <a:xfrm>
            <a:off x="3547215" y="3017520"/>
            <a:ext cx="3712500" cy="109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900"/>
              <a:buFont typeface="Arial"/>
              <a:buNone/>
            </a:pPr>
            <a:r>
              <a:rPr lang="en" sz="900">
                <a:solidFill>
                  <a:srgbClr val="2C2C2C"/>
                </a:solidFill>
                <a:latin typeface="Calibri"/>
                <a:ea typeface="Calibri"/>
                <a:cs typeface="Calibri"/>
                <a:sym typeface="Calibri"/>
              </a:rPr>
              <a:t>After submitting the image, the user receives a diagnosis.</a:t>
            </a:r>
            <a:endParaRPr sz="900">
              <a:solidFill>
                <a:schemeClr val="dk1"/>
              </a:solidFill>
            </a:endParaRPr>
          </a:p>
          <a:p>
            <a:pPr indent="0" lvl="0" marL="0" rtl="0" algn="l">
              <a:spcBef>
                <a:spcPts val="0"/>
              </a:spcBef>
              <a:spcAft>
                <a:spcPts val="0"/>
              </a:spcAft>
              <a:buClr>
                <a:schemeClr val="dk1"/>
              </a:buClr>
              <a:buSzPts val="900"/>
              <a:buFont typeface="Arial"/>
              <a:buNone/>
            </a:pPr>
            <a:r>
              <a:rPr lang="en" sz="900">
                <a:solidFill>
                  <a:srgbClr val="2C2C2C"/>
                </a:solidFill>
                <a:latin typeface="Calibri"/>
                <a:ea typeface="Calibri"/>
                <a:cs typeface="Calibri"/>
                <a:sym typeface="Calibri"/>
              </a:rPr>
              <a:t>The diagnosis is presented as the KL grade (0–4) and severity label.</a:t>
            </a:r>
            <a:endParaRPr sz="900">
              <a:solidFill>
                <a:schemeClr val="dk1"/>
              </a:solidFill>
            </a:endParaRPr>
          </a:p>
          <a:p>
            <a:pPr indent="0" lvl="0" marL="0" rtl="0" algn="l">
              <a:spcBef>
                <a:spcPts val="0"/>
              </a:spcBef>
              <a:spcAft>
                <a:spcPts val="0"/>
              </a:spcAft>
              <a:buClr>
                <a:schemeClr val="dk1"/>
              </a:buClr>
              <a:buSzPts val="900"/>
              <a:buFont typeface="Arial"/>
              <a:buNone/>
            </a:pPr>
            <a:r>
              <a:rPr lang="en" sz="900">
                <a:solidFill>
                  <a:srgbClr val="2C2C2C"/>
                </a:solidFill>
                <a:latin typeface="Calibri"/>
                <a:ea typeface="Calibri"/>
                <a:cs typeface="Calibri"/>
                <a:sym typeface="Calibri"/>
              </a:rPr>
              <a:t>The system provides the diagnosis within a reasonable time (&lt; 1 min).</a:t>
            </a:r>
            <a:endParaRPr sz="900">
              <a:solidFill>
                <a:schemeClr val="dk1"/>
              </a:solidFill>
            </a:endParaRPr>
          </a:p>
          <a:p>
            <a:pPr indent="0" lvl="0" marL="0" rtl="0" algn="l">
              <a:spcBef>
                <a:spcPts val="0"/>
              </a:spcBef>
              <a:spcAft>
                <a:spcPts val="0"/>
              </a:spcAft>
              <a:buClr>
                <a:schemeClr val="dk1"/>
              </a:buClr>
              <a:buSzPts val="900"/>
              <a:buFont typeface="Arial"/>
              <a:buNone/>
            </a:pPr>
            <a:r>
              <a:rPr lang="en" sz="900">
                <a:solidFill>
                  <a:srgbClr val="2C2C2C"/>
                </a:solidFill>
                <a:latin typeface="Calibri"/>
                <a:ea typeface="Calibri"/>
                <a:cs typeface="Calibri"/>
                <a:sym typeface="Calibri"/>
              </a:rPr>
              <a:t>The diagnosis is stored and associated with the user's case.</a:t>
            </a:r>
            <a:endParaRPr sz="900">
              <a:solidFill>
                <a:schemeClr val="dk1"/>
              </a:solidFill>
            </a:endParaRPr>
          </a:p>
          <a:p>
            <a:pPr indent="0" lvl="0" marL="0" marR="0" rtl="0" algn="l">
              <a:lnSpc>
                <a:spcPct val="100000"/>
              </a:lnSpc>
              <a:spcBef>
                <a:spcPts val="0"/>
              </a:spcBef>
              <a:spcAft>
                <a:spcPts val="0"/>
              </a:spcAft>
              <a:buClr>
                <a:srgbClr val="000000"/>
              </a:buClr>
              <a:buSzPts val="900"/>
              <a:buFont typeface="Arial"/>
              <a:buNone/>
            </a:pPr>
            <a:r>
              <a:t/>
            </a:r>
            <a:endParaRPr sz="900"/>
          </a:p>
        </p:txBody>
      </p:sp>
      <p:sp>
        <p:nvSpPr>
          <p:cNvPr id="786" name="Google Shape;786;p75"/>
          <p:cNvSpPr/>
          <p:nvPr/>
        </p:nvSpPr>
        <p:spPr>
          <a:xfrm>
            <a:off x="7314543" y="2980944"/>
            <a:ext cx="1170300" cy="1170300"/>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75"/>
          <p:cNvSpPr/>
          <p:nvPr/>
        </p:nvSpPr>
        <p:spPr>
          <a:xfrm>
            <a:off x="7369407" y="3017520"/>
            <a:ext cx="1060800" cy="1097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900"/>
              <a:buFont typeface="Arial"/>
              <a:buNone/>
            </a:pPr>
            <a:r>
              <a:rPr lang="en" sz="900">
                <a:solidFill>
                  <a:srgbClr val="2C2C2C"/>
                </a:solidFill>
                <a:latin typeface="Calibri"/>
                <a:ea typeface="Calibri"/>
                <a:cs typeface="Calibri"/>
                <a:sym typeface="Calibri"/>
              </a:rPr>
              <a:t>AI Model Integration</a:t>
            </a:r>
            <a:endParaRPr sz="900">
              <a:solidFill>
                <a:schemeClr val="dk1"/>
              </a:solidFill>
            </a:endParaRPr>
          </a:p>
          <a:p>
            <a:pPr indent="0" lvl="0" marL="0" marR="0" rtl="0" algn="ctr">
              <a:lnSpc>
                <a:spcPct val="100000"/>
              </a:lnSpc>
              <a:spcBef>
                <a:spcPts val="0"/>
              </a:spcBef>
              <a:spcAft>
                <a:spcPts val="0"/>
              </a:spcAft>
              <a:buClr>
                <a:srgbClr val="000000"/>
              </a:buClr>
              <a:buSzPts val="900"/>
              <a:buFont typeface="Arial"/>
              <a:buNone/>
            </a:pPr>
            <a:r>
              <a:t/>
            </a:r>
            <a:endParaRPr sz="9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76"/>
          <p:cNvSpPr/>
          <p:nvPr/>
        </p:nvSpPr>
        <p:spPr>
          <a:xfrm>
            <a:off x="1069848" y="86868"/>
            <a:ext cx="7757160" cy="5379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SPRINT 1 STORIES COMPLETED AND NOT</a:t>
            </a:r>
            <a:endParaRPr b="0" i="0" sz="2800" u="none" cap="none" strike="noStrike">
              <a:solidFill>
                <a:schemeClr val="dk1"/>
              </a:solidFill>
              <a:latin typeface="Inter"/>
              <a:ea typeface="Inter"/>
              <a:cs typeface="Inter"/>
              <a:sym typeface="Inter"/>
            </a:endParaRPr>
          </a:p>
        </p:txBody>
      </p:sp>
      <p:sp>
        <p:nvSpPr>
          <p:cNvPr id="793" name="Google Shape;793;p76"/>
          <p:cNvSpPr/>
          <p:nvPr/>
        </p:nvSpPr>
        <p:spPr>
          <a:xfrm>
            <a:off x="411475" y="852325"/>
            <a:ext cx="658500" cy="352500"/>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76"/>
          <p:cNvSpPr/>
          <p:nvPr/>
        </p:nvSpPr>
        <p:spPr>
          <a:xfrm>
            <a:off x="466339" y="893780"/>
            <a:ext cx="548700" cy="269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US_ID</a:t>
            </a:r>
            <a:endParaRPr b="0" i="0" sz="1100" u="none" cap="none" strike="noStrike">
              <a:solidFill>
                <a:srgbClr val="000000"/>
              </a:solidFill>
              <a:latin typeface="Arial"/>
              <a:ea typeface="Arial"/>
              <a:cs typeface="Arial"/>
              <a:sym typeface="Arial"/>
            </a:endParaRPr>
          </a:p>
        </p:txBody>
      </p:sp>
      <p:sp>
        <p:nvSpPr>
          <p:cNvPr id="795" name="Google Shape;795;p76"/>
          <p:cNvSpPr/>
          <p:nvPr/>
        </p:nvSpPr>
        <p:spPr>
          <a:xfrm>
            <a:off x="1069843" y="852325"/>
            <a:ext cx="2743200" cy="352500"/>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76"/>
          <p:cNvSpPr/>
          <p:nvPr/>
        </p:nvSpPr>
        <p:spPr>
          <a:xfrm>
            <a:off x="1124707" y="893780"/>
            <a:ext cx="2633400" cy="269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User Stories</a:t>
            </a:r>
            <a:endParaRPr b="0" i="0" sz="1100" u="none" cap="none" strike="noStrike">
              <a:solidFill>
                <a:srgbClr val="000000"/>
              </a:solidFill>
              <a:latin typeface="Arial"/>
              <a:ea typeface="Arial"/>
              <a:cs typeface="Arial"/>
              <a:sym typeface="Arial"/>
            </a:endParaRPr>
          </a:p>
        </p:txBody>
      </p:sp>
      <p:sp>
        <p:nvSpPr>
          <p:cNvPr id="797" name="Google Shape;797;p76"/>
          <p:cNvSpPr/>
          <p:nvPr/>
        </p:nvSpPr>
        <p:spPr>
          <a:xfrm>
            <a:off x="3813043" y="852325"/>
            <a:ext cx="2469000" cy="352500"/>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76"/>
          <p:cNvSpPr/>
          <p:nvPr/>
        </p:nvSpPr>
        <p:spPr>
          <a:xfrm>
            <a:off x="3867907" y="893780"/>
            <a:ext cx="2359200" cy="269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Completed Date</a:t>
            </a:r>
            <a:endParaRPr b="0" i="0" sz="1100" u="none" cap="none" strike="noStrike">
              <a:solidFill>
                <a:srgbClr val="000000"/>
              </a:solidFill>
              <a:latin typeface="Arial"/>
              <a:ea typeface="Arial"/>
              <a:cs typeface="Arial"/>
              <a:sym typeface="Arial"/>
            </a:endParaRPr>
          </a:p>
        </p:txBody>
      </p:sp>
      <p:sp>
        <p:nvSpPr>
          <p:cNvPr id="799" name="Google Shape;799;p76"/>
          <p:cNvSpPr/>
          <p:nvPr/>
        </p:nvSpPr>
        <p:spPr>
          <a:xfrm>
            <a:off x="6281923" y="852325"/>
            <a:ext cx="1216200" cy="352500"/>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76"/>
          <p:cNvSpPr/>
          <p:nvPr/>
        </p:nvSpPr>
        <p:spPr>
          <a:xfrm>
            <a:off x="6336787" y="893780"/>
            <a:ext cx="1106400" cy="269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Story Points</a:t>
            </a:r>
            <a:endParaRPr b="0" i="0" sz="1100" u="none" cap="none" strike="noStrike">
              <a:solidFill>
                <a:srgbClr val="000000"/>
              </a:solidFill>
              <a:latin typeface="Arial"/>
              <a:ea typeface="Arial"/>
              <a:cs typeface="Arial"/>
              <a:sym typeface="Arial"/>
            </a:endParaRPr>
          </a:p>
        </p:txBody>
      </p:sp>
      <p:sp>
        <p:nvSpPr>
          <p:cNvPr id="801" name="Google Shape;801;p76"/>
          <p:cNvSpPr/>
          <p:nvPr/>
        </p:nvSpPr>
        <p:spPr>
          <a:xfrm>
            <a:off x="7498075" y="852325"/>
            <a:ext cx="1234500" cy="352500"/>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76"/>
          <p:cNvSpPr/>
          <p:nvPr/>
        </p:nvSpPr>
        <p:spPr>
          <a:xfrm>
            <a:off x="7552939" y="893780"/>
            <a:ext cx="1124700" cy="269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Completed</a:t>
            </a:r>
            <a:endParaRPr b="0" i="0" sz="1100" u="none" cap="none" strike="noStrike">
              <a:solidFill>
                <a:srgbClr val="000000"/>
              </a:solidFill>
              <a:latin typeface="Arial"/>
              <a:ea typeface="Arial"/>
              <a:cs typeface="Arial"/>
              <a:sym typeface="Arial"/>
            </a:endParaRPr>
          </a:p>
        </p:txBody>
      </p:sp>
      <p:sp>
        <p:nvSpPr>
          <p:cNvPr id="803" name="Google Shape;803;p76"/>
          <p:cNvSpPr/>
          <p:nvPr/>
        </p:nvSpPr>
        <p:spPr>
          <a:xfrm>
            <a:off x="411475" y="1204692"/>
            <a:ext cx="658500" cy="249000"/>
          </a:xfrm>
          <a:prstGeom prst="rect">
            <a:avLst/>
          </a:prstGeom>
          <a:solidFill>
            <a:srgbClr val="FFFF0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76"/>
          <p:cNvSpPr/>
          <p:nvPr/>
        </p:nvSpPr>
        <p:spPr>
          <a:xfrm>
            <a:off x="448051" y="1225420"/>
            <a:ext cx="585300" cy="20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2C2C2C"/>
                </a:solidFill>
                <a:latin typeface="Calibri"/>
                <a:ea typeface="Calibri"/>
                <a:cs typeface="Calibri"/>
                <a:sym typeface="Calibri"/>
              </a:rPr>
              <a:t>US_01</a:t>
            </a:r>
            <a:endParaRPr b="0" i="0" sz="800" u="none" cap="none" strike="noStrike">
              <a:solidFill>
                <a:srgbClr val="000000"/>
              </a:solidFill>
              <a:latin typeface="Arial"/>
              <a:ea typeface="Arial"/>
              <a:cs typeface="Arial"/>
              <a:sym typeface="Arial"/>
            </a:endParaRPr>
          </a:p>
        </p:txBody>
      </p:sp>
      <p:sp>
        <p:nvSpPr>
          <p:cNvPr id="805" name="Google Shape;805;p76"/>
          <p:cNvSpPr/>
          <p:nvPr/>
        </p:nvSpPr>
        <p:spPr>
          <a:xfrm>
            <a:off x="1069843" y="1204692"/>
            <a:ext cx="2743200" cy="249000"/>
          </a:xfrm>
          <a:prstGeom prst="rect">
            <a:avLst/>
          </a:prstGeom>
          <a:solidFill>
            <a:srgbClr val="FFFF0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76"/>
          <p:cNvSpPr/>
          <p:nvPr/>
        </p:nvSpPr>
        <p:spPr>
          <a:xfrm>
            <a:off x="1106419" y="1225420"/>
            <a:ext cx="2670000" cy="20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1" i="0" lang="en" sz="750" u="none" cap="none" strike="noStrike">
                <a:solidFill>
                  <a:srgbClr val="2C2C2C"/>
                </a:solidFill>
                <a:latin typeface="Calibri"/>
                <a:ea typeface="Calibri"/>
                <a:cs typeface="Calibri"/>
                <a:sym typeface="Calibri"/>
              </a:rPr>
              <a:t>As an individual user, I want to upload knee X-ray images so that I can receive an AI-based assessment.</a:t>
            </a:r>
            <a:endParaRPr b="0" i="0" sz="750" u="none" cap="none" strike="noStrike">
              <a:solidFill>
                <a:srgbClr val="000000"/>
              </a:solidFill>
              <a:latin typeface="Arial"/>
              <a:ea typeface="Arial"/>
              <a:cs typeface="Arial"/>
              <a:sym typeface="Arial"/>
            </a:endParaRPr>
          </a:p>
        </p:txBody>
      </p:sp>
      <p:sp>
        <p:nvSpPr>
          <p:cNvPr id="807" name="Google Shape;807;p76"/>
          <p:cNvSpPr/>
          <p:nvPr/>
        </p:nvSpPr>
        <p:spPr>
          <a:xfrm>
            <a:off x="3813043" y="1204692"/>
            <a:ext cx="2469000" cy="249000"/>
          </a:xfrm>
          <a:prstGeom prst="rect">
            <a:avLst/>
          </a:prstGeom>
          <a:solidFill>
            <a:srgbClr val="FFFF0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76"/>
          <p:cNvSpPr/>
          <p:nvPr/>
        </p:nvSpPr>
        <p:spPr>
          <a:xfrm>
            <a:off x="6281923" y="1204692"/>
            <a:ext cx="1216200" cy="249000"/>
          </a:xfrm>
          <a:prstGeom prst="rect">
            <a:avLst/>
          </a:prstGeom>
          <a:solidFill>
            <a:srgbClr val="FFFF0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Calibri"/>
                <a:ea typeface="Calibri"/>
                <a:cs typeface="Calibri"/>
                <a:sym typeface="Calibri"/>
              </a:rPr>
              <a:t>31</a:t>
            </a:r>
            <a:endParaRPr sz="1000">
              <a:latin typeface="Calibri"/>
              <a:ea typeface="Calibri"/>
              <a:cs typeface="Calibri"/>
              <a:sym typeface="Calibri"/>
            </a:endParaRPr>
          </a:p>
        </p:txBody>
      </p:sp>
      <p:sp>
        <p:nvSpPr>
          <p:cNvPr id="809" name="Google Shape;809;p76"/>
          <p:cNvSpPr/>
          <p:nvPr/>
        </p:nvSpPr>
        <p:spPr>
          <a:xfrm>
            <a:off x="7498075" y="1204692"/>
            <a:ext cx="1234500" cy="249000"/>
          </a:xfrm>
          <a:prstGeom prst="rect">
            <a:avLst/>
          </a:prstGeom>
          <a:solidFill>
            <a:srgbClr val="FFFF0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Calibri"/>
                <a:ea typeface="Calibri"/>
                <a:cs typeface="Calibri"/>
                <a:sym typeface="Calibri"/>
              </a:rPr>
              <a:t>31</a:t>
            </a:r>
            <a:endParaRPr sz="1000">
              <a:latin typeface="Calibri"/>
              <a:ea typeface="Calibri"/>
              <a:cs typeface="Calibri"/>
              <a:sym typeface="Calibri"/>
            </a:endParaRPr>
          </a:p>
        </p:txBody>
      </p:sp>
      <p:sp>
        <p:nvSpPr>
          <p:cNvPr id="810" name="Google Shape;810;p76"/>
          <p:cNvSpPr/>
          <p:nvPr/>
        </p:nvSpPr>
        <p:spPr>
          <a:xfrm>
            <a:off x="411475" y="1453422"/>
            <a:ext cx="658500" cy="2490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800">
                <a:solidFill>
                  <a:schemeClr val="dk1"/>
                </a:solidFill>
                <a:latin typeface="Calibri"/>
                <a:ea typeface="Calibri"/>
                <a:cs typeface="Calibri"/>
                <a:sym typeface="Calibri"/>
              </a:rPr>
              <a:t>Scrum 24</a:t>
            </a:r>
            <a:endParaRPr sz="800">
              <a:solidFill>
                <a:schemeClr val="dk1"/>
              </a:solidFill>
              <a:latin typeface="Calibri"/>
              <a:ea typeface="Calibri"/>
              <a:cs typeface="Calibri"/>
              <a:sym typeface="Calibri"/>
            </a:endParaRPr>
          </a:p>
        </p:txBody>
      </p:sp>
      <p:sp>
        <p:nvSpPr>
          <p:cNvPr id="811" name="Google Shape;811;p76"/>
          <p:cNvSpPr/>
          <p:nvPr/>
        </p:nvSpPr>
        <p:spPr>
          <a:xfrm>
            <a:off x="1069843" y="1453422"/>
            <a:ext cx="2743200" cy="2490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76"/>
          <p:cNvSpPr/>
          <p:nvPr/>
        </p:nvSpPr>
        <p:spPr>
          <a:xfrm>
            <a:off x="1106419" y="1474150"/>
            <a:ext cx="2670000" cy="207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750">
                <a:solidFill>
                  <a:srgbClr val="2C2C2C"/>
                </a:solidFill>
                <a:latin typeface="Calibri"/>
                <a:ea typeface="Calibri"/>
                <a:cs typeface="Calibri"/>
                <a:sym typeface="Calibri"/>
              </a:rPr>
              <a:t>Create login page UI</a:t>
            </a:r>
            <a:endParaRPr sz="750">
              <a:solidFill>
                <a:srgbClr val="2C2C2C"/>
              </a:solidFill>
              <a:latin typeface="Calibri"/>
              <a:ea typeface="Calibri"/>
              <a:cs typeface="Calibri"/>
              <a:sym typeface="Calibri"/>
            </a:endParaRPr>
          </a:p>
        </p:txBody>
      </p:sp>
      <p:sp>
        <p:nvSpPr>
          <p:cNvPr id="813" name="Google Shape;813;p76"/>
          <p:cNvSpPr/>
          <p:nvPr/>
        </p:nvSpPr>
        <p:spPr>
          <a:xfrm>
            <a:off x="3813043" y="1453422"/>
            <a:ext cx="2469000" cy="2490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76"/>
          <p:cNvSpPr/>
          <p:nvPr/>
        </p:nvSpPr>
        <p:spPr>
          <a:xfrm>
            <a:off x="3849619" y="1474150"/>
            <a:ext cx="2395800" cy="20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2C2C2C"/>
                </a:solidFill>
                <a:latin typeface="Calibri"/>
                <a:ea typeface="Calibri"/>
                <a:cs typeface="Calibri"/>
                <a:sym typeface="Calibri"/>
              </a:rPr>
              <a:t>Feb 18</a:t>
            </a:r>
            <a:endParaRPr b="0" i="0" sz="800" u="none" cap="none" strike="noStrike">
              <a:solidFill>
                <a:srgbClr val="000000"/>
              </a:solidFill>
              <a:latin typeface="Arial"/>
              <a:ea typeface="Arial"/>
              <a:cs typeface="Arial"/>
              <a:sym typeface="Arial"/>
            </a:endParaRPr>
          </a:p>
        </p:txBody>
      </p:sp>
      <p:sp>
        <p:nvSpPr>
          <p:cNvPr id="815" name="Google Shape;815;p76"/>
          <p:cNvSpPr/>
          <p:nvPr/>
        </p:nvSpPr>
        <p:spPr>
          <a:xfrm>
            <a:off x="6281923" y="1453422"/>
            <a:ext cx="1216200" cy="2490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76"/>
          <p:cNvSpPr/>
          <p:nvPr/>
        </p:nvSpPr>
        <p:spPr>
          <a:xfrm>
            <a:off x="6318499" y="1474150"/>
            <a:ext cx="1143000" cy="20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lang="en" sz="900">
                <a:solidFill>
                  <a:srgbClr val="2C2C2C"/>
                </a:solidFill>
                <a:latin typeface="Calibri"/>
                <a:ea typeface="Calibri"/>
                <a:cs typeface="Calibri"/>
                <a:sym typeface="Calibri"/>
              </a:rPr>
              <a:t>3</a:t>
            </a:r>
            <a:endParaRPr b="0" i="0" sz="900" u="none" cap="none" strike="noStrike">
              <a:solidFill>
                <a:srgbClr val="000000"/>
              </a:solidFill>
              <a:latin typeface="Arial"/>
              <a:ea typeface="Arial"/>
              <a:cs typeface="Arial"/>
              <a:sym typeface="Arial"/>
            </a:endParaRPr>
          </a:p>
        </p:txBody>
      </p:sp>
      <p:sp>
        <p:nvSpPr>
          <p:cNvPr id="817" name="Google Shape;817;p76"/>
          <p:cNvSpPr/>
          <p:nvPr/>
        </p:nvSpPr>
        <p:spPr>
          <a:xfrm>
            <a:off x="7498075" y="1453422"/>
            <a:ext cx="1234500" cy="2490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76"/>
          <p:cNvSpPr/>
          <p:nvPr/>
        </p:nvSpPr>
        <p:spPr>
          <a:xfrm>
            <a:off x="7534651" y="1474150"/>
            <a:ext cx="1161300" cy="20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lang="en" sz="900">
                <a:solidFill>
                  <a:srgbClr val="2C2C2C"/>
                </a:solidFill>
                <a:latin typeface="Calibri"/>
                <a:ea typeface="Calibri"/>
                <a:cs typeface="Calibri"/>
                <a:sym typeface="Calibri"/>
              </a:rPr>
              <a:t>3</a:t>
            </a:r>
            <a:endParaRPr b="0" i="0" sz="900" u="none" cap="none" strike="noStrike">
              <a:solidFill>
                <a:srgbClr val="000000"/>
              </a:solidFill>
              <a:latin typeface="Arial"/>
              <a:ea typeface="Arial"/>
              <a:cs typeface="Arial"/>
              <a:sym typeface="Arial"/>
            </a:endParaRPr>
          </a:p>
        </p:txBody>
      </p:sp>
      <p:sp>
        <p:nvSpPr>
          <p:cNvPr id="819" name="Google Shape;819;p76"/>
          <p:cNvSpPr/>
          <p:nvPr/>
        </p:nvSpPr>
        <p:spPr>
          <a:xfrm>
            <a:off x="411475" y="1702152"/>
            <a:ext cx="658500" cy="249000"/>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800">
                <a:solidFill>
                  <a:schemeClr val="dk1"/>
                </a:solidFill>
                <a:latin typeface="Calibri"/>
                <a:ea typeface="Calibri"/>
                <a:cs typeface="Calibri"/>
                <a:sym typeface="Calibri"/>
              </a:rPr>
              <a:t>Scrum 23</a:t>
            </a:r>
            <a:endParaRPr sz="800">
              <a:solidFill>
                <a:schemeClr val="dk1"/>
              </a:solidFill>
              <a:latin typeface="Calibri"/>
              <a:ea typeface="Calibri"/>
              <a:cs typeface="Calibri"/>
              <a:sym typeface="Calibri"/>
            </a:endParaRPr>
          </a:p>
        </p:txBody>
      </p:sp>
      <p:sp>
        <p:nvSpPr>
          <p:cNvPr id="820" name="Google Shape;820;p76"/>
          <p:cNvSpPr/>
          <p:nvPr/>
        </p:nvSpPr>
        <p:spPr>
          <a:xfrm>
            <a:off x="1069843" y="1702152"/>
            <a:ext cx="2743200" cy="249000"/>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76"/>
          <p:cNvSpPr/>
          <p:nvPr/>
        </p:nvSpPr>
        <p:spPr>
          <a:xfrm>
            <a:off x="1106419" y="1722880"/>
            <a:ext cx="2670000" cy="207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750">
                <a:solidFill>
                  <a:srgbClr val="2C2C2C"/>
                </a:solidFill>
                <a:latin typeface="Calibri"/>
                <a:ea typeface="Calibri"/>
                <a:cs typeface="Calibri"/>
                <a:sym typeface="Calibri"/>
              </a:rPr>
              <a:t>Create registration page UI</a:t>
            </a:r>
            <a:endParaRPr sz="750">
              <a:solidFill>
                <a:srgbClr val="2C2C2C"/>
              </a:solidFill>
              <a:latin typeface="Calibri"/>
              <a:ea typeface="Calibri"/>
              <a:cs typeface="Calibri"/>
              <a:sym typeface="Calibri"/>
            </a:endParaRPr>
          </a:p>
        </p:txBody>
      </p:sp>
      <p:sp>
        <p:nvSpPr>
          <p:cNvPr id="822" name="Google Shape;822;p76"/>
          <p:cNvSpPr/>
          <p:nvPr/>
        </p:nvSpPr>
        <p:spPr>
          <a:xfrm>
            <a:off x="3813043" y="1702152"/>
            <a:ext cx="2469000" cy="249000"/>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76"/>
          <p:cNvSpPr/>
          <p:nvPr/>
        </p:nvSpPr>
        <p:spPr>
          <a:xfrm>
            <a:off x="3849619" y="1722880"/>
            <a:ext cx="2395800" cy="20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2C2C2C"/>
                </a:solidFill>
                <a:latin typeface="Calibri"/>
                <a:ea typeface="Calibri"/>
                <a:cs typeface="Calibri"/>
                <a:sym typeface="Calibri"/>
              </a:rPr>
              <a:t>Feb 18</a:t>
            </a:r>
            <a:endParaRPr b="0" i="0" sz="800" u="none" cap="none" strike="noStrike">
              <a:solidFill>
                <a:srgbClr val="000000"/>
              </a:solidFill>
              <a:latin typeface="Arial"/>
              <a:ea typeface="Arial"/>
              <a:cs typeface="Arial"/>
              <a:sym typeface="Arial"/>
            </a:endParaRPr>
          </a:p>
        </p:txBody>
      </p:sp>
      <p:sp>
        <p:nvSpPr>
          <p:cNvPr id="824" name="Google Shape;824;p76"/>
          <p:cNvSpPr/>
          <p:nvPr/>
        </p:nvSpPr>
        <p:spPr>
          <a:xfrm>
            <a:off x="6281923" y="1702152"/>
            <a:ext cx="1216200" cy="249000"/>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76"/>
          <p:cNvSpPr/>
          <p:nvPr/>
        </p:nvSpPr>
        <p:spPr>
          <a:xfrm>
            <a:off x="6318499" y="1722880"/>
            <a:ext cx="1143000" cy="20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lang="en" sz="900">
                <a:solidFill>
                  <a:srgbClr val="2C2C2C"/>
                </a:solidFill>
                <a:latin typeface="Calibri"/>
                <a:ea typeface="Calibri"/>
                <a:cs typeface="Calibri"/>
                <a:sym typeface="Calibri"/>
              </a:rPr>
              <a:t>2</a:t>
            </a:r>
            <a:endParaRPr b="0" i="0" sz="900" u="none" cap="none" strike="noStrike">
              <a:solidFill>
                <a:srgbClr val="000000"/>
              </a:solidFill>
              <a:latin typeface="Arial"/>
              <a:ea typeface="Arial"/>
              <a:cs typeface="Arial"/>
              <a:sym typeface="Arial"/>
            </a:endParaRPr>
          </a:p>
        </p:txBody>
      </p:sp>
      <p:sp>
        <p:nvSpPr>
          <p:cNvPr id="826" name="Google Shape;826;p76"/>
          <p:cNvSpPr/>
          <p:nvPr/>
        </p:nvSpPr>
        <p:spPr>
          <a:xfrm>
            <a:off x="7498075" y="1702152"/>
            <a:ext cx="1234500" cy="249000"/>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76"/>
          <p:cNvSpPr/>
          <p:nvPr/>
        </p:nvSpPr>
        <p:spPr>
          <a:xfrm>
            <a:off x="7534651" y="1722880"/>
            <a:ext cx="1161300" cy="20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lang="en" sz="900">
                <a:solidFill>
                  <a:srgbClr val="2C2C2C"/>
                </a:solidFill>
                <a:latin typeface="Calibri"/>
                <a:ea typeface="Calibri"/>
                <a:cs typeface="Calibri"/>
                <a:sym typeface="Calibri"/>
              </a:rPr>
              <a:t>2</a:t>
            </a:r>
            <a:endParaRPr b="0" i="0" sz="900" u="none" cap="none" strike="noStrike">
              <a:solidFill>
                <a:srgbClr val="000000"/>
              </a:solidFill>
              <a:latin typeface="Arial"/>
              <a:ea typeface="Arial"/>
              <a:cs typeface="Arial"/>
              <a:sym typeface="Arial"/>
            </a:endParaRPr>
          </a:p>
        </p:txBody>
      </p:sp>
      <p:sp>
        <p:nvSpPr>
          <p:cNvPr id="828" name="Google Shape;828;p76"/>
          <p:cNvSpPr/>
          <p:nvPr/>
        </p:nvSpPr>
        <p:spPr>
          <a:xfrm>
            <a:off x="411475" y="1950882"/>
            <a:ext cx="658500" cy="2490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800">
                <a:latin typeface="Calibri"/>
                <a:ea typeface="Calibri"/>
                <a:cs typeface="Calibri"/>
                <a:sym typeface="Calibri"/>
              </a:rPr>
              <a:t>Scrum 17</a:t>
            </a:r>
            <a:endParaRPr sz="800">
              <a:latin typeface="Calibri"/>
              <a:ea typeface="Calibri"/>
              <a:cs typeface="Calibri"/>
              <a:sym typeface="Calibri"/>
            </a:endParaRPr>
          </a:p>
        </p:txBody>
      </p:sp>
      <p:sp>
        <p:nvSpPr>
          <p:cNvPr id="829" name="Google Shape;829;p76"/>
          <p:cNvSpPr/>
          <p:nvPr/>
        </p:nvSpPr>
        <p:spPr>
          <a:xfrm>
            <a:off x="1069843" y="1950882"/>
            <a:ext cx="2743200" cy="2490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76"/>
          <p:cNvSpPr/>
          <p:nvPr/>
        </p:nvSpPr>
        <p:spPr>
          <a:xfrm>
            <a:off x="1106419" y="1971610"/>
            <a:ext cx="2670000" cy="20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0" i="0" lang="en" sz="750" u="none" cap="none" strike="noStrike">
                <a:solidFill>
                  <a:srgbClr val="2C2C2C"/>
                </a:solidFill>
                <a:latin typeface="Calibri"/>
                <a:ea typeface="Calibri"/>
                <a:cs typeface="Calibri"/>
                <a:sym typeface="Calibri"/>
              </a:rPr>
              <a:t>Create database schema (users, images tables)</a:t>
            </a:r>
            <a:endParaRPr b="0" i="0" sz="750" u="none" cap="none" strike="noStrike">
              <a:solidFill>
                <a:srgbClr val="000000"/>
              </a:solidFill>
              <a:latin typeface="Arial"/>
              <a:ea typeface="Arial"/>
              <a:cs typeface="Arial"/>
              <a:sym typeface="Arial"/>
            </a:endParaRPr>
          </a:p>
        </p:txBody>
      </p:sp>
      <p:sp>
        <p:nvSpPr>
          <p:cNvPr id="831" name="Google Shape;831;p76"/>
          <p:cNvSpPr/>
          <p:nvPr/>
        </p:nvSpPr>
        <p:spPr>
          <a:xfrm>
            <a:off x="3813043" y="1950882"/>
            <a:ext cx="2469000" cy="2490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76"/>
          <p:cNvSpPr/>
          <p:nvPr/>
        </p:nvSpPr>
        <p:spPr>
          <a:xfrm>
            <a:off x="3849619" y="1971610"/>
            <a:ext cx="2395800" cy="20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2C2C2C"/>
                </a:solidFill>
                <a:latin typeface="Calibri"/>
                <a:ea typeface="Calibri"/>
                <a:cs typeface="Calibri"/>
                <a:sym typeface="Calibri"/>
              </a:rPr>
              <a:t>Mar 13</a:t>
            </a:r>
            <a:endParaRPr b="0" i="0" sz="800" u="none" cap="none" strike="noStrike">
              <a:solidFill>
                <a:srgbClr val="000000"/>
              </a:solidFill>
              <a:latin typeface="Arial"/>
              <a:ea typeface="Arial"/>
              <a:cs typeface="Arial"/>
              <a:sym typeface="Arial"/>
            </a:endParaRPr>
          </a:p>
        </p:txBody>
      </p:sp>
      <p:sp>
        <p:nvSpPr>
          <p:cNvPr id="833" name="Google Shape;833;p76"/>
          <p:cNvSpPr/>
          <p:nvPr/>
        </p:nvSpPr>
        <p:spPr>
          <a:xfrm>
            <a:off x="6281923" y="1950882"/>
            <a:ext cx="1216200" cy="2490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76"/>
          <p:cNvSpPr/>
          <p:nvPr/>
        </p:nvSpPr>
        <p:spPr>
          <a:xfrm>
            <a:off x="6318499" y="1971610"/>
            <a:ext cx="1143000" cy="20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5</a:t>
            </a:r>
            <a:endParaRPr b="0" i="0" sz="900" u="none" cap="none" strike="noStrike">
              <a:solidFill>
                <a:srgbClr val="000000"/>
              </a:solidFill>
              <a:latin typeface="Arial"/>
              <a:ea typeface="Arial"/>
              <a:cs typeface="Arial"/>
              <a:sym typeface="Arial"/>
            </a:endParaRPr>
          </a:p>
        </p:txBody>
      </p:sp>
      <p:sp>
        <p:nvSpPr>
          <p:cNvPr id="835" name="Google Shape;835;p76"/>
          <p:cNvSpPr/>
          <p:nvPr/>
        </p:nvSpPr>
        <p:spPr>
          <a:xfrm>
            <a:off x="7498075" y="1950882"/>
            <a:ext cx="1234500" cy="2490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76"/>
          <p:cNvSpPr/>
          <p:nvPr/>
        </p:nvSpPr>
        <p:spPr>
          <a:xfrm>
            <a:off x="7534651" y="1971610"/>
            <a:ext cx="1161300" cy="20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5</a:t>
            </a:r>
            <a:endParaRPr b="0" i="0" sz="900" u="none" cap="none" strike="noStrike">
              <a:solidFill>
                <a:srgbClr val="000000"/>
              </a:solidFill>
              <a:latin typeface="Arial"/>
              <a:ea typeface="Arial"/>
              <a:cs typeface="Arial"/>
              <a:sym typeface="Arial"/>
            </a:endParaRPr>
          </a:p>
        </p:txBody>
      </p:sp>
      <p:sp>
        <p:nvSpPr>
          <p:cNvPr id="837" name="Google Shape;837;p76"/>
          <p:cNvSpPr/>
          <p:nvPr/>
        </p:nvSpPr>
        <p:spPr>
          <a:xfrm>
            <a:off x="411475" y="2199612"/>
            <a:ext cx="658500" cy="249000"/>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800">
                <a:solidFill>
                  <a:schemeClr val="dk1"/>
                </a:solidFill>
                <a:latin typeface="Calibri"/>
                <a:ea typeface="Calibri"/>
                <a:cs typeface="Calibri"/>
                <a:sym typeface="Calibri"/>
              </a:rPr>
              <a:t>Scrum 18</a:t>
            </a:r>
            <a:endParaRPr sz="800">
              <a:solidFill>
                <a:schemeClr val="dk1"/>
              </a:solidFill>
              <a:latin typeface="Calibri"/>
              <a:ea typeface="Calibri"/>
              <a:cs typeface="Calibri"/>
              <a:sym typeface="Calibri"/>
            </a:endParaRPr>
          </a:p>
        </p:txBody>
      </p:sp>
      <p:sp>
        <p:nvSpPr>
          <p:cNvPr id="838" name="Google Shape;838;p76"/>
          <p:cNvSpPr/>
          <p:nvPr/>
        </p:nvSpPr>
        <p:spPr>
          <a:xfrm>
            <a:off x="1069843" y="2199612"/>
            <a:ext cx="2743200" cy="249000"/>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76"/>
          <p:cNvSpPr/>
          <p:nvPr/>
        </p:nvSpPr>
        <p:spPr>
          <a:xfrm>
            <a:off x="1106419" y="2220340"/>
            <a:ext cx="2670000" cy="20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0" i="0" lang="en" sz="750" u="none" cap="none" strike="noStrike">
                <a:solidFill>
                  <a:srgbClr val="2C2C2C"/>
                </a:solidFill>
                <a:latin typeface="Calibri"/>
                <a:ea typeface="Calibri"/>
                <a:cs typeface="Calibri"/>
                <a:sym typeface="Calibri"/>
              </a:rPr>
              <a:t>Build user registration API endpoint</a:t>
            </a:r>
            <a:endParaRPr b="0" i="0" sz="750" u="none" cap="none" strike="noStrike">
              <a:solidFill>
                <a:srgbClr val="000000"/>
              </a:solidFill>
              <a:latin typeface="Arial"/>
              <a:ea typeface="Arial"/>
              <a:cs typeface="Arial"/>
              <a:sym typeface="Arial"/>
            </a:endParaRPr>
          </a:p>
        </p:txBody>
      </p:sp>
      <p:sp>
        <p:nvSpPr>
          <p:cNvPr id="840" name="Google Shape;840;p76"/>
          <p:cNvSpPr/>
          <p:nvPr/>
        </p:nvSpPr>
        <p:spPr>
          <a:xfrm>
            <a:off x="3813043" y="2199612"/>
            <a:ext cx="2469000" cy="249000"/>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76"/>
          <p:cNvSpPr/>
          <p:nvPr/>
        </p:nvSpPr>
        <p:spPr>
          <a:xfrm>
            <a:off x="3849619" y="2220340"/>
            <a:ext cx="2395800" cy="20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2C2C2C"/>
                </a:solidFill>
                <a:latin typeface="Calibri"/>
                <a:ea typeface="Calibri"/>
                <a:cs typeface="Calibri"/>
                <a:sym typeface="Calibri"/>
              </a:rPr>
              <a:t>Mar 13</a:t>
            </a:r>
            <a:endParaRPr b="0" i="0" sz="800" u="none" cap="none" strike="noStrike">
              <a:solidFill>
                <a:srgbClr val="000000"/>
              </a:solidFill>
              <a:latin typeface="Arial"/>
              <a:ea typeface="Arial"/>
              <a:cs typeface="Arial"/>
              <a:sym typeface="Arial"/>
            </a:endParaRPr>
          </a:p>
        </p:txBody>
      </p:sp>
      <p:sp>
        <p:nvSpPr>
          <p:cNvPr id="842" name="Google Shape;842;p76"/>
          <p:cNvSpPr/>
          <p:nvPr/>
        </p:nvSpPr>
        <p:spPr>
          <a:xfrm>
            <a:off x="6281923" y="2199612"/>
            <a:ext cx="1216200" cy="249000"/>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76"/>
          <p:cNvSpPr/>
          <p:nvPr/>
        </p:nvSpPr>
        <p:spPr>
          <a:xfrm>
            <a:off x="6318499" y="2220340"/>
            <a:ext cx="1143000" cy="20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3</a:t>
            </a:r>
            <a:endParaRPr b="0" i="0" sz="900" u="none" cap="none" strike="noStrike">
              <a:solidFill>
                <a:srgbClr val="000000"/>
              </a:solidFill>
              <a:latin typeface="Arial"/>
              <a:ea typeface="Arial"/>
              <a:cs typeface="Arial"/>
              <a:sym typeface="Arial"/>
            </a:endParaRPr>
          </a:p>
        </p:txBody>
      </p:sp>
      <p:sp>
        <p:nvSpPr>
          <p:cNvPr id="844" name="Google Shape;844;p76"/>
          <p:cNvSpPr/>
          <p:nvPr/>
        </p:nvSpPr>
        <p:spPr>
          <a:xfrm>
            <a:off x="7498075" y="2199612"/>
            <a:ext cx="1234500" cy="249000"/>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76"/>
          <p:cNvSpPr/>
          <p:nvPr/>
        </p:nvSpPr>
        <p:spPr>
          <a:xfrm>
            <a:off x="7534651" y="2220340"/>
            <a:ext cx="1161300" cy="20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3</a:t>
            </a:r>
            <a:endParaRPr b="0" i="0" sz="900" u="none" cap="none" strike="noStrike">
              <a:solidFill>
                <a:srgbClr val="000000"/>
              </a:solidFill>
              <a:latin typeface="Arial"/>
              <a:ea typeface="Arial"/>
              <a:cs typeface="Arial"/>
              <a:sym typeface="Arial"/>
            </a:endParaRPr>
          </a:p>
        </p:txBody>
      </p:sp>
      <p:sp>
        <p:nvSpPr>
          <p:cNvPr id="846" name="Google Shape;846;p76"/>
          <p:cNvSpPr/>
          <p:nvPr/>
        </p:nvSpPr>
        <p:spPr>
          <a:xfrm>
            <a:off x="411475" y="2448342"/>
            <a:ext cx="658500" cy="2490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800">
                <a:solidFill>
                  <a:schemeClr val="dk1"/>
                </a:solidFill>
                <a:latin typeface="Calibri"/>
                <a:ea typeface="Calibri"/>
                <a:cs typeface="Calibri"/>
                <a:sym typeface="Calibri"/>
              </a:rPr>
              <a:t>Scrum 19</a:t>
            </a:r>
            <a:endParaRPr sz="800">
              <a:solidFill>
                <a:schemeClr val="dk1"/>
              </a:solidFill>
              <a:latin typeface="Calibri"/>
              <a:ea typeface="Calibri"/>
              <a:cs typeface="Calibri"/>
              <a:sym typeface="Calibri"/>
            </a:endParaRPr>
          </a:p>
        </p:txBody>
      </p:sp>
      <p:sp>
        <p:nvSpPr>
          <p:cNvPr id="847" name="Google Shape;847;p76"/>
          <p:cNvSpPr/>
          <p:nvPr/>
        </p:nvSpPr>
        <p:spPr>
          <a:xfrm>
            <a:off x="1069843" y="2448342"/>
            <a:ext cx="2743200" cy="2490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76"/>
          <p:cNvSpPr/>
          <p:nvPr/>
        </p:nvSpPr>
        <p:spPr>
          <a:xfrm>
            <a:off x="1106419" y="2469070"/>
            <a:ext cx="2670000" cy="20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0" i="0" lang="en" sz="750" u="none" cap="none" strike="noStrike">
                <a:solidFill>
                  <a:srgbClr val="2C2C2C"/>
                </a:solidFill>
                <a:latin typeface="Calibri"/>
                <a:ea typeface="Calibri"/>
                <a:cs typeface="Calibri"/>
                <a:sym typeface="Calibri"/>
              </a:rPr>
              <a:t>Build user login API with JWT</a:t>
            </a:r>
            <a:endParaRPr b="0" i="0" sz="750" u="none" cap="none" strike="noStrike">
              <a:solidFill>
                <a:srgbClr val="000000"/>
              </a:solidFill>
              <a:latin typeface="Arial"/>
              <a:ea typeface="Arial"/>
              <a:cs typeface="Arial"/>
              <a:sym typeface="Arial"/>
            </a:endParaRPr>
          </a:p>
        </p:txBody>
      </p:sp>
      <p:sp>
        <p:nvSpPr>
          <p:cNvPr id="849" name="Google Shape;849;p76"/>
          <p:cNvSpPr/>
          <p:nvPr/>
        </p:nvSpPr>
        <p:spPr>
          <a:xfrm>
            <a:off x="3813043" y="2448342"/>
            <a:ext cx="2469000" cy="2490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76"/>
          <p:cNvSpPr/>
          <p:nvPr/>
        </p:nvSpPr>
        <p:spPr>
          <a:xfrm>
            <a:off x="3849619" y="2469070"/>
            <a:ext cx="2395800" cy="20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2C2C2C"/>
                </a:solidFill>
                <a:latin typeface="Calibri"/>
                <a:ea typeface="Calibri"/>
                <a:cs typeface="Calibri"/>
                <a:sym typeface="Calibri"/>
              </a:rPr>
              <a:t>Mar 18</a:t>
            </a:r>
            <a:endParaRPr b="0" i="0" sz="800" u="none" cap="none" strike="noStrike">
              <a:solidFill>
                <a:srgbClr val="000000"/>
              </a:solidFill>
              <a:latin typeface="Arial"/>
              <a:ea typeface="Arial"/>
              <a:cs typeface="Arial"/>
              <a:sym typeface="Arial"/>
            </a:endParaRPr>
          </a:p>
        </p:txBody>
      </p:sp>
      <p:sp>
        <p:nvSpPr>
          <p:cNvPr id="851" name="Google Shape;851;p76"/>
          <p:cNvSpPr/>
          <p:nvPr/>
        </p:nvSpPr>
        <p:spPr>
          <a:xfrm>
            <a:off x="6281923" y="2448342"/>
            <a:ext cx="1216200" cy="2490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76"/>
          <p:cNvSpPr/>
          <p:nvPr/>
        </p:nvSpPr>
        <p:spPr>
          <a:xfrm>
            <a:off x="6318499" y="2469070"/>
            <a:ext cx="1143000" cy="20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3</a:t>
            </a:r>
            <a:endParaRPr b="0" i="0" sz="900" u="none" cap="none" strike="noStrike">
              <a:solidFill>
                <a:srgbClr val="000000"/>
              </a:solidFill>
              <a:latin typeface="Arial"/>
              <a:ea typeface="Arial"/>
              <a:cs typeface="Arial"/>
              <a:sym typeface="Arial"/>
            </a:endParaRPr>
          </a:p>
        </p:txBody>
      </p:sp>
      <p:sp>
        <p:nvSpPr>
          <p:cNvPr id="853" name="Google Shape;853;p76"/>
          <p:cNvSpPr/>
          <p:nvPr/>
        </p:nvSpPr>
        <p:spPr>
          <a:xfrm>
            <a:off x="7498075" y="2448342"/>
            <a:ext cx="1234500" cy="2490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76"/>
          <p:cNvSpPr/>
          <p:nvPr/>
        </p:nvSpPr>
        <p:spPr>
          <a:xfrm>
            <a:off x="7534651" y="2469070"/>
            <a:ext cx="1161300" cy="20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3</a:t>
            </a:r>
            <a:endParaRPr b="0" i="0" sz="900" u="none" cap="none" strike="noStrike">
              <a:solidFill>
                <a:srgbClr val="000000"/>
              </a:solidFill>
              <a:latin typeface="Arial"/>
              <a:ea typeface="Arial"/>
              <a:cs typeface="Arial"/>
              <a:sym typeface="Arial"/>
            </a:endParaRPr>
          </a:p>
        </p:txBody>
      </p:sp>
      <p:sp>
        <p:nvSpPr>
          <p:cNvPr id="855" name="Google Shape;855;p76"/>
          <p:cNvSpPr/>
          <p:nvPr/>
        </p:nvSpPr>
        <p:spPr>
          <a:xfrm>
            <a:off x="411475" y="2697072"/>
            <a:ext cx="658500" cy="249000"/>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800">
                <a:solidFill>
                  <a:schemeClr val="dk1"/>
                </a:solidFill>
                <a:latin typeface="Calibri"/>
                <a:ea typeface="Calibri"/>
                <a:cs typeface="Calibri"/>
                <a:sym typeface="Calibri"/>
              </a:rPr>
              <a:t>Scrum 20</a:t>
            </a:r>
            <a:endParaRPr sz="800">
              <a:solidFill>
                <a:schemeClr val="dk1"/>
              </a:solidFill>
              <a:latin typeface="Calibri"/>
              <a:ea typeface="Calibri"/>
              <a:cs typeface="Calibri"/>
              <a:sym typeface="Calibri"/>
            </a:endParaRPr>
          </a:p>
        </p:txBody>
      </p:sp>
      <p:sp>
        <p:nvSpPr>
          <p:cNvPr id="856" name="Google Shape;856;p76"/>
          <p:cNvSpPr/>
          <p:nvPr/>
        </p:nvSpPr>
        <p:spPr>
          <a:xfrm>
            <a:off x="1069843" y="2697072"/>
            <a:ext cx="2743200" cy="249000"/>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76"/>
          <p:cNvSpPr/>
          <p:nvPr/>
        </p:nvSpPr>
        <p:spPr>
          <a:xfrm>
            <a:off x="1106419" y="2717800"/>
            <a:ext cx="2670000" cy="20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0" i="0" lang="en" sz="750" u="none" cap="none" strike="noStrike">
                <a:solidFill>
                  <a:srgbClr val="2C2C2C"/>
                </a:solidFill>
                <a:latin typeface="Calibri"/>
                <a:ea typeface="Calibri"/>
                <a:cs typeface="Calibri"/>
                <a:sym typeface="Calibri"/>
              </a:rPr>
              <a:t>Build image upload API endpoint</a:t>
            </a:r>
            <a:endParaRPr b="0" i="0" sz="750" u="none" cap="none" strike="noStrike">
              <a:solidFill>
                <a:srgbClr val="000000"/>
              </a:solidFill>
              <a:latin typeface="Arial"/>
              <a:ea typeface="Arial"/>
              <a:cs typeface="Arial"/>
              <a:sym typeface="Arial"/>
            </a:endParaRPr>
          </a:p>
        </p:txBody>
      </p:sp>
      <p:sp>
        <p:nvSpPr>
          <p:cNvPr id="858" name="Google Shape;858;p76"/>
          <p:cNvSpPr/>
          <p:nvPr/>
        </p:nvSpPr>
        <p:spPr>
          <a:xfrm>
            <a:off x="3813043" y="2697072"/>
            <a:ext cx="2469000" cy="249000"/>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76"/>
          <p:cNvSpPr/>
          <p:nvPr/>
        </p:nvSpPr>
        <p:spPr>
          <a:xfrm>
            <a:off x="3849619" y="2717800"/>
            <a:ext cx="2395800" cy="20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2C2C2C"/>
                </a:solidFill>
                <a:latin typeface="Calibri"/>
                <a:ea typeface="Calibri"/>
                <a:cs typeface="Calibri"/>
                <a:sym typeface="Calibri"/>
              </a:rPr>
              <a:t>Mar 13</a:t>
            </a:r>
            <a:endParaRPr b="0" i="0" sz="800" u="none" cap="none" strike="noStrike">
              <a:solidFill>
                <a:srgbClr val="000000"/>
              </a:solidFill>
              <a:latin typeface="Arial"/>
              <a:ea typeface="Arial"/>
              <a:cs typeface="Arial"/>
              <a:sym typeface="Arial"/>
            </a:endParaRPr>
          </a:p>
        </p:txBody>
      </p:sp>
      <p:sp>
        <p:nvSpPr>
          <p:cNvPr id="860" name="Google Shape;860;p76"/>
          <p:cNvSpPr/>
          <p:nvPr/>
        </p:nvSpPr>
        <p:spPr>
          <a:xfrm>
            <a:off x="6281923" y="2697072"/>
            <a:ext cx="1216200" cy="249000"/>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76"/>
          <p:cNvSpPr/>
          <p:nvPr/>
        </p:nvSpPr>
        <p:spPr>
          <a:xfrm>
            <a:off x="6318499" y="2717800"/>
            <a:ext cx="1143000" cy="20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3</a:t>
            </a:r>
            <a:endParaRPr b="0" i="0" sz="900" u="none" cap="none" strike="noStrike">
              <a:solidFill>
                <a:srgbClr val="000000"/>
              </a:solidFill>
              <a:latin typeface="Arial"/>
              <a:ea typeface="Arial"/>
              <a:cs typeface="Arial"/>
              <a:sym typeface="Arial"/>
            </a:endParaRPr>
          </a:p>
        </p:txBody>
      </p:sp>
      <p:sp>
        <p:nvSpPr>
          <p:cNvPr id="862" name="Google Shape;862;p76"/>
          <p:cNvSpPr/>
          <p:nvPr/>
        </p:nvSpPr>
        <p:spPr>
          <a:xfrm>
            <a:off x="7498075" y="2697072"/>
            <a:ext cx="1234500" cy="249000"/>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76"/>
          <p:cNvSpPr/>
          <p:nvPr/>
        </p:nvSpPr>
        <p:spPr>
          <a:xfrm>
            <a:off x="7534651" y="2717800"/>
            <a:ext cx="1161300" cy="20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3</a:t>
            </a:r>
            <a:endParaRPr b="0" i="0" sz="900" u="none" cap="none" strike="noStrike">
              <a:solidFill>
                <a:srgbClr val="000000"/>
              </a:solidFill>
              <a:latin typeface="Arial"/>
              <a:ea typeface="Arial"/>
              <a:cs typeface="Arial"/>
              <a:sym typeface="Arial"/>
            </a:endParaRPr>
          </a:p>
        </p:txBody>
      </p:sp>
      <p:sp>
        <p:nvSpPr>
          <p:cNvPr id="864" name="Google Shape;864;p76"/>
          <p:cNvSpPr/>
          <p:nvPr/>
        </p:nvSpPr>
        <p:spPr>
          <a:xfrm>
            <a:off x="411475" y="2945802"/>
            <a:ext cx="658500" cy="2490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800">
                <a:solidFill>
                  <a:schemeClr val="dk1"/>
                </a:solidFill>
                <a:latin typeface="Calibri"/>
                <a:ea typeface="Calibri"/>
                <a:cs typeface="Calibri"/>
                <a:sym typeface="Calibri"/>
              </a:rPr>
              <a:t>Scrum 21</a:t>
            </a:r>
            <a:endParaRPr sz="800">
              <a:solidFill>
                <a:schemeClr val="dk1"/>
              </a:solidFill>
              <a:latin typeface="Calibri"/>
              <a:ea typeface="Calibri"/>
              <a:cs typeface="Calibri"/>
              <a:sym typeface="Calibri"/>
            </a:endParaRPr>
          </a:p>
        </p:txBody>
      </p:sp>
      <p:sp>
        <p:nvSpPr>
          <p:cNvPr id="865" name="Google Shape;865;p76"/>
          <p:cNvSpPr/>
          <p:nvPr/>
        </p:nvSpPr>
        <p:spPr>
          <a:xfrm>
            <a:off x="1069843" y="2945802"/>
            <a:ext cx="2743200" cy="2490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76"/>
          <p:cNvSpPr/>
          <p:nvPr/>
        </p:nvSpPr>
        <p:spPr>
          <a:xfrm>
            <a:off x="1106419" y="2966530"/>
            <a:ext cx="2670000" cy="20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0" i="0" lang="en" sz="750" u="none" cap="none" strike="noStrike">
                <a:solidFill>
                  <a:srgbClr val="2C2C2C"/>
                </a:solidFill>
                <a:latin typeface="Calibri"/>
                <a:ea typeface="Calibri"/>
                <a:cs typeface="Calibri"/>
                <a:sym typeface="Calibri"/>
              </a:rPr>
              <a:t>Implement image preprocessing (resize, normalize)</a:t>
            </a:r>
            <a:endParaRPr b="0" i="0" sz="750" u="none" cap="none" strike="noStrike">
              <a:solidFill>
                <a:srgbClr val="000000"/>
              </a:solidFill>
              <a:latin typeface="Arial"/>
              <a:ea typeface="Arial"/>
              <a:cs typeface="Arial"/>
              <a:sym typeface="Arial"/>
            </a:endParaRPr>
          </a:p>
        </p:txBody>
      </p:sp>
      <p:sp>
        <p:nvSpPr>
          <p:cNvPr id="867" name="Google Shape;867;p76"/>
          <p:cNvSpPr/>
          <p:nvPr/>
        </p:nvSpPr>
        <p:spPr>
          <a:xfrm>
            <a:off x="3813043" y="2945802"/>
            <a:ext cx="2469000" cy="2490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76"/>
          <p:cNvSpPr/>
          <p:nvPr/>
        </p:nvSpPr>
        <p:spPr>
          <a:xfrm>
            <a:off x="3849619" y="2966530"/>
            <a:ext cx="2395800" cy="20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2C2C2C"/>
                </a:solidFill>
                <a:latin typeface="Calibri"/>
                <a:ea typeface="Calibri"/>
                <a:cs typeface="Calibri"/>
                <a:sym typeface="Calibri"/>
              </a:rPr>
              <a:t>Mar 3</a:t>
            </a:r>
            <a:endParaRPr b="0" i="0" sz="800" u="none" cap="none" strike="noStrike">
              <a:solidFill>
                <a:srgbClr val="000000"/>
              </a:solidFill>
              <a:latin typeface="Arial"/>
              <a:ea typeface="Arial"/>
              <a:cs typeface="Arial"/>
              <a:sym typeface="Arial"/>
            </a:endParaRPr>
          </a:p>
        </p:txBody>
      </p:sp>
      <p:sp>
        <p:nvSpPr>
          <p:cNvPr id="869" name="Google Shape;869;p76"/>
          <p:cNvSpPr/>
          <p:nvPr/>
        </p:nvSpPr>
        <p:spPr>
          <a:xfrm>
            <a:off x="6281923" y="2945802"/>
            <a:ext cx="1216200" cy="2490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76"/>
          <p:cNvSpPr/>
          <p:nvPr/>
        </p:nvSpPr>
        <p:spPr>
          <a:xfrm>
            <a:off x="6318499" y="2966530"/>
            <a:ext cx="1143000" cy="20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2</a:t>
            </a:r>
            <a:endParaRPr b="0" i="0" sz="900" u="none" cap="none" strike="noStrike">
              <a:solidFill>
                <a:srgbClr val="000000"/>
              </a:solidFill>
              <a:latin typeface="Arial"/>
              <a:ea typeface="Arial"/>
              <a:cs typeface="Arial"/>
              <a:sym typeface="Arial"/>
            </a:endParaRPr>
          </a:p>
        </p:txBody>
      </p:sp>
      <p:sp>
        <p:nvSpPr>
          <p:cNvPr id="871" name="Google Shape;871;p76"/>
          <p:cNvSpPr/>
          <p:nvPr/>
        </p:nvSpPr>
        <p:spPr>
          <a:xfrm>
            <a:off x="7498075" y="2945802"/>
            <a:ext cx="1234500" cy="2490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76"/>
          <p:cNvSpPr/>
          <p:nvPr/>
        </p:nvSpPr>
        <p:spPr>
          <a:xfrm>
            <a:off x="7534651" y="2966530"/>
            <a:ext cx="1161300" cy="20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2</a:t>
            </a:r>
            <a:endParaRPr b="0" i="0" sz="900" u="none" cap="none" strike="noStrike">
              <a:solidFill>
                <a:srgbClr val="000000"/>
              </a:solidFill>
              <a:latin typeface="Arial"/>
              <a:ea typeface="Arial"/>
              <a:cs typeface="Arial"/>
              <a:sym typeface="Arial"/>
            </a:endParaRPr>
          </a:p>
        </p:txBody>
      </p:sp>
      <p:sp>
        <p:nvSpPr>
          <p:cNvPr id="873" name="Google Shape;873;p76"/>
          <p:cNvSpPr/>
          <p:nvPr/>
        </p:nvSpPr>
        <p:spPr>
          <a:xfrm>
            <a:off x="411475" y="3194532"/>
            <a:ext cx="658500" cy="249000"/>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800">
                <a:solidFill>
                  <a:schemeClr val="dk1"/>
                </a:solidFill>
                <a:latin typeface="Calibri"/>
                <a:ea typeface="Calibri"/>
                <a:cs typeface="Calibri"/>
                <a:sym typeface="Calibri"/>
              </a:rPr>
              <a:t>Scrum 25</a:t>
            </a:r>
            <a:endParaRPr sz="800">
              <a:solidFill>
                <a:schemeClr val="dk1"/>
              </a:solidFill>
              <a:latin typeface="Calibri"/>
              <a:ea typeface="Calibri"/>
              <a:cs typeface="Calibri"/>
              <a:sym typeface="Calibri"/>
            </a:endParaRPr>
          </a:p>
        </p:txBody>
      </p:sp>
      <p:sp>
        <p:nvSpPr>
          <p:cNvPr id="874" name="Google Shape;874;p76"/>
          <p:cNvSpPr/>
          <p:nvPr/>
        </p:nvSpPr>
        <p:spPr>
          <a:xfrm>
            <a:off x="1069843" y="3194532"/>
            <a:ext cx="2743200" cy="249000"/>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76"/>
          <p:cNvSpPr/>
          <p:nvPr/>
        </p:nvSpPr>
        <p:spPr>
          <a:xfrm>
            <a:off x="1106419" y="3215260"/>
            <a:ext cx="2670000" cy="20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0" i="0" lang="en" sz="750" u="none" cap="none" strike="noStrike">
                <a:solidFill>
                  <a:srgbClr val="2C2C2C"/>
                </a:solidFill>
                <a:latin typeface="Calibri"/>
                <a:ea typeface="Calibri"/>
                <a:cs typeface="Calibri"/>
                <a:sym typeface="Calibri"/>
              </a:rPr>
              <a:t>Build drag-and-drop image upload component</a:t>
            </a:r>
            <a:endParaRPr b="0" i="0" sz="750" u="none" cap="none" strike="noStrike">
              <a:solidFill>
                <a:srgbClr val="000000"/>
              </a:solidFill>
              <a:latin typeface="Arial"/>
              <a:ea typeface="Arial"/>
              <a:cs typeface="Arial"/>
              <a:sym typeface="Arial"/>
            </a:endParaRPr>
          </a:p>
        </p:txBody>
      </p:sp>
      <p:sp>
        <p:nvSpPr>
          <p:cNvPr id="876" name="Google Shape;876;p76"/>
          <p:cNvSpPr/>
          <p:nvPr/>
        </p:nvSpPr>
        <p:spPr>
          <a:xfrm>
            <a:off x="3813043" y="3194532"/>
            <a:ext cx="2469000" cy="249000"/>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76"/>
          <p:cNvSpPr/>
          <p:nvPr/>
        </p:nvSpPr>
        <p:spPr>
          <a:xfrm>
            <a:off x="3849619" y="3215260"/>
            <a:ext cx="2395800" cy="20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2C2C2C"/>
                </a:solidFill>
                <a:latin typeface="Calibri"/>
                <a:ea typeface="Calibri"/>
                <a:cs typeface="Calibri"/>
                <a:sym typeface="Calibri"/>
              </a:rPr>
              <a:t>Mar 17</a:t>
            </a:r>
            <a:endParaRPr b="0" i="0" sz="800" u="none" cap="none" strike="noStrike">
              <a:solidFill>
                <a:srgbClr val="000000"/>
              </a:solidFill>
              <a:latin typeface="Arial"/>
              <a:ea typeface="Arial"/>
              <a:cs typeface="Arial"/>
              <a:sym typeface="Arial"/>
            </a:endParaRPr>
          </a:p>
        </p:txBody>
      </p:sp>
      <p:sp>
        <p:nvSpPr>
          <p:cNvPr id="878" name="Google Shape;878;p76"/>
          <p:cNvSpPr/>
          <p:nvPr/>
        </p:nvSpPr>
        <p:spPr>
          <a:xfrm>
            <a:off x="6281923" y="3194532"/>
            <a:ext cx="1216200" cy="249000"/>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76"/>
          <p:cNvSpPr/>
          <p:nvPr/>
        </p:nvSpPr>
        <p:spPr>
          <a:xfrm>
            <a:off x="6318499" y="3215260"/>
            <a:ext cx="1143000" cy="20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3</a:t>
            </a:r>
            <a:endParaRPr b="0" i="0" sz="900" u="none" cap="none" strike="noStrike">
              <a:solidFill>
                <a:srgbClr val="000000"/>
              </a:solidFill>
              <a:latin typeface="Arial"/>
              <a:ea typeface="Arial"/>
              <a:cs typeface="Arial"/>
              <a:sym typeface="Arial"/>
            </a:endParaRPr>
          </a:p>
        </p:txBody>
      </p:sp>
      <p:sp>
        <p:nvSpPr>
          <p:cNvPr id="880" name="Google Shape;880;p76"/>
          <p:cNvSpPr/>
          <p:nvPr/>
        </p:nvSpPr>
        <p:spPr>
          <a:xfrm>
            <a:off x="7498075" y="3194532"/>
            <a:ext cx="1234500" cy="249000"/>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76"/>
          <p:cNvSpPr/>
          <p:nvPr/>
        </p:nvSpPr>
        <p:spPr>
          <a:xfrm>
            <a:off x="7534651" y="3215260"/>
            <a:ext cx="1161300" cy="20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3</a:t>
            </a:r>
            <a:endParaRPr b="0" i="0" sz="900" u="none" cap="none" strike="noStrike">
              <a:solidFill>
                <a:srgbClr val="000000"/>
              </a:solidFill>
              <a:latin typeface="Arial"/>
              <a:ea typeface="Arial"/>
              <a:cs typeface="Arial"/>
              <a:sym typeface="Arial"/>
            </a:endParaRPr>
          </a:p>
        </p:txBody>
      </p:sp>
      <p:sp>
        <p:nvSpPr>
          <p:cNvPr id="882" name="Google Shape;882;p76"/>
          <p:cNvSpPr/>
          <p:nvPr/>
        </p:nvSpPr>
        <p:spPr>
          <a:xfrm>
            <a:off x="411475" y="3443262"/>
            <a:ext cx="658500" cy="2490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800">
                <a:solidFill>
                  <a:schemeClr val="dk1"/>
                </a:solidFill>
                <a:latin typeface="Calibri"/>
                <a:ea typeface="Calibri"/>
                <a:cs typeface="Calibri"/>
                <a:sym typeface="Calibri"/>
              </a:rPr>
              <a:t>Scrum 26</a:t>
            </a:r>
            <a:endParaRPr sz="800">
              <a:solidFill>
                <a:schemeClr val="dk1"/>
              </a:solidFill>
              <a:latin typeface="Calibri"/>
              <a:ea typeface="Calibri"/>
              <a:cs typeface="Calibri"/>
              <a:sym typeface="Calibri"/>
            </a:endParaRPr>
          </a:p>
        </p:txBody>
      </p:sp>
      <p:sp>
        <p:nvSpPr>
          <p:cNvPr id="883" name="Google Shape;883;p76"/>
          <p:cNvSpPr/>
          <p:nvPr/>
        </p:nvSpPr>
        <p:spPr>
          <a:xfrm>
            <a:off x="1069843" y="3443262"/>
            <a:ext cx="2743200" cy="2490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76"/>
          <p:cNvSpPr/>
          <p:nvPr/>
        </p:nvSpPr>
        <p:spPr>
          <a:xfrm>
            <a:off x="1106419" y="3463990"/>
            <a:ext cx="2670000" cy="20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0" i="0" lang="en" sz="750" u="none" cap="none" strike="noStrike">
                <a:solidFill>
                  <a:srgbClr val="2C2C2C"/>
                </a:solidFill>
                <a:latin typeface="Calibri"/>
                <a:ea typeface="Calibri"/>
                <a:cs typeface="Calibri"/>
                <a:sym typeface="Calibri"/>
              </a:rPr>
              <a:t>Create image gallery view with thumbnails</a:t>
            </a:r>
            <a:endParaRPr b="0" i="0" sz="750" u="none" cap="none" strike="noStrike">
              <a:solidFill>
                <a:srgbClr val="000000"/>
              </a:solidFill>
              <a:latin typeface="Arial"/>
              <a:ea typeface="Arial"/>
              <a:cs typeface="Arial"/>
              <a:sym typeface="Arial"/>
            </a:endParaRPr>
          </a:p>
        </p:txBody>
      </p:sp>
      <p:sp>
        <p:nvSpPr>
          <p:cNvPr id="885" name="Google Shape;885;p76"/>
          <p:cNvSpPr/>
          <p:nvPr/>
        </p:nvSpPr>
        <p:spPr>
          <a:xfrm>
            <a:off x="3813043" y="3443262"/>
            <a:ext cx="2469000" cy="2490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76"/>
          <p:cNvSpPr/>
          <p:nvPr/>
        </p:nvSpPr>
        <p:spPr>
          <a:xfrm>
            <a:off x="3849619" y="3463990"/>
            <a:ext cx="2395800" cy="20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2C2C2C"/>
                </a:solidFill>
                <a:latin typeface="Calibri"/>
                <a:ea typeface="Calibri"/>
                <a:cs typeface="Calibri"/>
                <a:sym typeface="Calibri"/>
              </a:rPr>
              <a:t>Mar 17</a:t>
            </a:r>
            <a:endParaRPr b="0" i="0" sz="800" u="none" cap="none" strike="noStrike">
              <a:solidFill>
                <a:srgbClr val="000000"/>
              </a:solidFill>
              <a:latin typeface="Arial"/>
              <a:ea typeface="Arial"/>
              <a:cs typeface="Arial"/>
              <a:sym typeface="Arial"/>
            </a:endParaRPr>
          </a:p>
        </p:txBody>
      </p:sp>
      <p:sp>
        <p:nvSpPr>
          <p:cNvPr id="887" name="Google Shape;887;p76"/>
          <p:cNvSpPr/>
          <p:nvPr/>
        </p:nvSpPr>
        <p:spPr>
          <a:xfrm>
            <a:off x="6281923" y="3443262"/>
            <a:ext cx="1216200" cy="2490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76"/>
          <p:cNvSpPr/>
          <p:nvPr/>
        </p:nvSpPr>
        <p:spPr>
          <a:xfrm>
            <a:off x="6318499" y="3463990"/>
            <a:ext cx="1143000" cy="20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2</a:t>
            </a:r>
            <a:endParaRPr b="0" i="0" sz="900" u="none" cap="none" strike="noStrike">
              <a:solidFill>
                <a:srgbClr val="000000"/>
              </a:solidFill>
              <a:latin typeface="Arial"/>
              <a:ea typeface="Arial"/>
              <a:cs typeface="Arial"/>
              <a:sym typeface="Arial"/>
            </a:endParaRPr>
          </a:p>
        </p:txBody>
      </p:sp>
      <p:sp>
        <p:nvSpPr>
          <p:cNvPr id="889" name="Google Shape;889;p76"/>
          <p:cNvSpPr/>
          <p:nvPr/>
        </p:nvSpPr>
        <p:spPr>
          <a:xfrm>
            <a:off x="7498075" y="3443262"/>
            <a:ext cx="1234500" cy="2490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76"/>
          <p:cNvSpPr/>
          <p:nvPr/>
        </p:nvSpPr>
        <p:spPr>
          <a:xfrm>
            <a:off x="7534651" y="3463990"/>
            <a:ext cx="1161300" cy="20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2</a:t>
            </a:r>
            <a:endParaRPr b="0" i="0" sz="900" u="none" cap="none" strike="noStrike">
              <a:solidFill>
                <a:srgbClr val="000000"/>
              </a:solidFill>
              <a:latin typeface="Arial"/>
              <a:ea typeface="Arial"/>
              <a:cs typeface="Arial"/>
              <a:sym typeface="Arial"/>
            </a:endParaRPr>
          </a:p>
        </p:txBody>
      </p:sp>
      <p:sp>
        <p:nvSpPr>
          <p:cNvPr id="891" name="Google Shape;891;p76"/>
          <p:cNvSpPr/>
          <p:nvPr/>
        </p:nvSpPr>
        <p:spPr>
          <a:xfrm>
            <a:off x="411475" y="3691992"/>
            <a:ext cx="658500" cy="249000"/>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800">
                <a:solidFill>
                  <a:schemeClr val="dk1"/>
                </a:solidFill>
                <a:latin typeface="Calibri"/>
                <a:ea typeface="Calibri"/>
                <a:cs typeface="Calibri"/>
                <a:sym typeface="Calibri"/>
              </a:rPr>
              <a:t>Scrum 27</a:t>
            </a:r>
            <a:endParaRPr sz="800">
              <a:solidFill>
                <a:schemeClr val="dk1"/>
              </a:solidFill>
              <a:latin typeface="Calibri"/>
              <a:ea typeface="Calibri"/>
              <a:cs typeface="Calibri"/>
              <a:sym typeface="Calibri"/>
            </a:endParaRPr>
          </a:p>
        </p:txBody>
      </p:sp>
      <p:sp>
        <p:nvSpPr>
          <p:cNvPr id="892" name="Google Shape;892;p76"/>
          <p:cNvSpPr/>
          <p:nvPr/>
        </p:nvSpPr>
        <p:spPr>
          <a:xfrm>
            <a:off x="1069843" y="3691992"/>
            <a:ext cx="2743200" cy="249000"/>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76"/>
          <p:cNvSpPr/>
          <p:nvPr/>
        </p:nvSpPr>
        <p:spPr>
          <a:xfrm>
            <a:off x="1106419" y="3712720"/>
            <a:ext cx="2670000" cy="20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0" i="0" lang="en" sz="750" u="none" cap="none" strike="noStrike">
                <a:solidFill>
                  <a:srgbClr val="2C2C2C"/>
                </a:solidFill>
                <a:latin typeface="Calibri"/>
                <a:ea typeface="Calibri"/>
                <a:cs typeface="Calibri"/>
                <a:sym typeface="Calibri"/>
              </a:rPr>
              <a:t>Implement JWT authentication flow</a:t>
            </a:r>
            <a:endParaRPr b="0" i="0" sz="750" u="none" cap="none" strike="noStrike">
              <a:solidFill>
                <a:srgbClr val="000000"/>
              </a:solidFill>
              <a:latin typeface="Arial"/>
              <a:ea typeface="Arial"/>
              <a:cs typeface="Arial"/>
              <a:sym typeface="Arial"/>
            </a:endParaRPr>
          </a:p>
        </p:txBody>
      </p:sp>
      <p:sp>
        <p:nvSpPr>
          <p:cNvPr id="894" name="Google Shape;894;p76"/>
          <p:cNvSpPr/>
          <p:nvPr/>
        </p:nvSpPr>
        <p:spPr>
          <a:xfrm>
            <a:off x="3813043" y="3691992"/>
            <a:ext cx="2469000" cy="249000"/>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76"/>
          <p:cNvSpPr/>
          <p:nvPr/>
        </p:nvSpPr>
        <p:spPr>
          <a:xfrm>
            <a:off x="3849619" y="3712720"/>
            <a:ext cx="2395800" cy="20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2C2C2C"/>
                </a:solidFill>
                <a:latin typeface="Calibri"/>
                <a:ea typeface="Calibri"/>
                <a:cs typeface="Calibri"/>
                <a:sym typeface="Calibri"/>
              </a:rPr>
              <a:t>Mar 18</a:t>
            </a:r>
            <a:endParaRPr b="0" i="0" sz="800" u="none" cap="none" strike="noStrike">
              <a:solidFill>
                <a:srgbClr val="000000"/>
              </a:solidFill>
              <a:latin typeface="Arial"/>
              <a:ea typeface="Arial"/>
              <a:cs typeface="Arial"/>
              <a:sym typeface="Arial"/>
            </a:endParaRPr>
          </a:p>
        </p:txBody>
      </p:sp>
      <p:sp>
        <p:nvSpPr>
          <p:cNvPr id="896" name="Google Shape;896;p76"/>
          <p:cNvSpPr/>
          <p:nvPr/>
        </p:nvSpPr>
        <p:spPr>
          <a:xfrm>
            <a:off x="6281923" y="3691992"/>
            <a:ext cx="1216200" cy="249000"/>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76"/>
          <p:cNvSpPr/>
          <p:nvPr/>
        </p:nvSpPr>
        <p:spPr>
          <a:xfrm>
            <a:off x="6318499" y="3712720"/>
            <a:ext cx="1143000" cy="20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3</a:t>
            </a:r>
            <a:endParaRPr b="0" i="0" sz="900" u="none" cap="none" strike="noStrike">
              <a:solidFill>
                <a:srgbClr val="000000"/>
              </a:solidFill>
              <a:latin typeface="Arial"/>
              <a:ea typeface="Arial"/>
              <a:cs typeface="Arial"/>
              <a:sym typeface="Arial"/>
            </a:endParaRPr>
          </a:p>
        </p:txBody>
      </p:sp>
      <p:sp>
        <p:nvSpPr>
          <p:cNvPr id="898" name="Google Shape;898;p76"/>
          <p:cNvSpPr/>
          <p:nvPr/>
        </p:nvSpPr>
        <p:spPr>
          <a:xfrm>
            <a:off x="7498075" y="3691992"/>
            <a:ext cx="1234500" cy="249000"/>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76"/>
          <p:cNvSpPr/>
          <p:nvPr/>
        </p:nvSpPr>
        <p:spPr>
          <a:xfrm>
            <a:off x="7534651" y="3712720"/>
            <a:ext cx="1161300" cy="20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3</a:t>
            </a:r>
            <a:endParaRPr b="0" i="0" sz="900" u="none" cap="none" strike="noStrike">
              <a:solidFill>
                <a:srgbClr val="000000"/>
              </a:solidFill>
              <a:latin typeface="Arial"/>
              <a:ea typeface="Arial"/>
              <a:cs typeface="Arial"/>
              <a:sym typeface="Arial"/>
            </a:endParaRPr>
          </a:p>
        </p:txBody>
      </p:sp>
      <p:sp>
        <p:nvSpPr>
          <p:cNvPr id="900" name="Google Shape;900;p76"/>
          <p:cNvSpPr/>
          <p:nvPr/>
        </p:nvSpPr>
        <p:spPr>
          <a:xfrm>
            <a:off x="411475" y="3940722"/>
            <a:ext cx="658500" cy="2490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800">
                <a:solidFill>
                  <a:schemeClr val="dk1"/>
                </a:solidFill>
                <a:latin typeface="Calibri"/>
                <a:ea typeface="Calibri"/>
                <a:cs typeface="Calibri"/>
                <a:sym typeface="Calibri"/>
              </a:rPr>
              <a:t>Scrum 28</a:t>
            </a:r>
            <a:endParaRPr sz="800">
              <a:solidFill>
                <a:schemeClr val="dk1"/>
              </a:solidFill>
              <a:latin typeface="Calibri"/>
              <a:ea typeface="Calibri"/>
              <a:cs typeface="Calibri"/>
              <a:sym typeface="Calibri"/>
            </a:endParaRPr>
          </a:p>
        </p:txBody>
      </p:sp>
      <p:sp>
        <p:nvSpPr>
          <p:cNvPr id="901" name="Google Shape;901;p76"/>
          <p:cNvSpPr/>
          <p:nvPr/>
        </p:nvSpPr>
        <p:spPr>
          <a:xfrm>
            <a:off x="1069843" y="3940722"/>
            <a:ext cx="2743200" cy="2490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76"/>
          <p:cNvSpPr/>
          <p:nvPr/>
        </p:nvSpPr>
        <p:spPr>
          <a:xfrm>
            <a:off x="1106419" y="3961450"/>
            <a:ext cx="2670000" cy="20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0" i="0" lang="en" sz="750" u="none" cap="none" strike="noStrike">
                <a:solidFill>
                  <a:srgbClr val="2C2C2C"/>
                </a:solidFill>
                <a:latin typeface="Calibri"/>
                <a:ea typeface="Calibri"/>
                <a:cs typeface="Calibri"/>
                <a:sym typeface="Calibri"/>
              </a:rPr>
              <a:t>Add form validation and error handling</a:t>
            </a:r>
            <a:endParaRPr b="0" i="0" sz="750" u="none" cap="none" strike="noStrike">
              <a:solidFill>
                <a:srgbClr val="000000"/>
              </a:solidFill>
              <a:latin typeface="Arial"/>
              <a:ea typeface="Arial"/>
              <a:cs typeface="Arial"/>
              <a:sym typeface="Arial"/>
            </a:endParaRPr>
          </a:p>
        </p:txBody>
      </p:sp>
      <p:sp>
        <p:nvSpPr>
          <p:cNvPr id="903" name="Google Shape;903;p76"/>
          <p:cNvSpPr/>
          <p:nvPr/>
        </p:nvSpPr>
        <p:spPr>
          <a:xfrm>
            <a:off x="3813043" y="3940722"/>
            <a:ext cx="2469000" cy="2490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76"/>
          <p:cNvSpPr/>
          <p:nvPr/>
        </p:nvSpPr>
        <p:spPr>
          <a:xfrm>
            <a:off x="3849619" y="3961450"/>
            <a:ext cx="2395800" cy="20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2C2C2C"/>
                </a:solidFill>
                <a:latin typeface="Calibri"/>
                <a:ea typeface="Calibri"/>
                <a:cs typeface="Calibri"/>
                <a:sym typeface="Calibri"/>
              </a:rPr>
              <a:t>Mar 18</a:t>
            </a:r>
            <a:endParaRPr b="0" i="0" sz="800" u="none" cap="none" strike="noStrike">
              <a:solidFill>
                <a:srgbClr val="000000"/>
              </a:solidFill>
              <a:latin typeface="Arial"/>
              <a:ea typeface="Arial"/>
              <a:cs typeface="Arial"/>
              <a:sym typeface="Arial"/>
            </a:endParaRPr>
          </a:p>
        </p:txBody>
      </p:sp>
      <p:sp>
        <p:nvSpPr>
          <p:cNvPr id="905" name="Google Shape;905;p76"/>
          <p:cNvSpPr/>
          <p:nvPr/>
        </p:nvSpPr>
        <p:spPr>
          <a:xfrm>
            <a:off x="6281923" y="3940722"/>
            <a:ext cx="1216200" cy="2490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76"/>
          <p:cNvSpPr/>
          <p:nvPr/>
        </p:nvSpPr>
        <p:spPr>
          <a:xfrm>
            <a:off x="6318499" y="3961450"/>
            <a:ext cx="1143000" cy="20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2</a:t>
            </a:r>
            <a:endParaRPr b="0" i="0" sz="900" u="none" cap="none" strike="noStrike">
              <a:solidFill>
                <a:srgbClr val="000000"/>
              </a:solidFill>
              <a:latin typeface="Arial"/>
              <a:ea typeface="Arial"/>
              <a:cs typeface="Arial"/>
              <a:sym typeface="Arial"/>
            </a:endParaRPr>
          </a:p>
        </p:txBody>
      </p:sp>
      <p:sp>
        <p:nvSpPr>
          <p:cNvPr id="907" name="Google Shape;907;p76"/>
          <p:cNvSpPr/>
          <p:nvPr/>
        </p:nvSpPr>
        <p:spPr>
          <a:xfrm>
            <a:off x="7498075" y="3940722"/>
            <a:ext cx="1234500" cy="2490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76"/>
          <p:cNvSpPr/>
          <p:nvPr/>
        </p:nvSpPr>
        <p:spPr>
          <a:xfrm>
            <a:off x="7534651" y="3961450"/>
            <a:ext cx="1161300" cy="20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2</a:t>
            </a:r>
            <a:endParaRPr b="0" i="0" sz="900" u="none" cap="none" strike="noStrike">
              <a:solidFill>
                <a:srgbClr val="000000"/>
              </a:solidFill>
              <a:latin typeface="Arial"/>
              <a:ea typeface="Arial"/>
              <a:cs typeface="Arial"/>
              <a:sym typeface="Arial"/>
            </a:endParaRPr>
          </a:p>
        </p:txBody>
      </p:sp>
      <p:sp>
        <p:nvSpPr>
          <p:cNvPr id="909" name="Google Shape;909;p76"/>
          <p:cNvSpPr/>
          <p:nvPr/>
        </p:nvSpPr>
        <p:spPr>
          <a:xfrm>
            <a:off x="411475" y="4189452"/>
            <a:ext cx="658500" cy="249000"/>
          </a:xfrm>
          <a:prstGeom prst="rect">
            <a:avLst/>
          </a:prstGeom>
          <a:solidFill>
            <a:srgbClr val="FFFF0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76"/>
          <p:cNvSpPr/>
          <p:nvPr/>
        </p:nvSpPr>
        <p:spPr>
          <a:xfrm>
            <a:off x="448051" y="4210180"/>
            <a:ext cx="585300" cy="20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2C2C2C"/>
                </a:solidFill>
                <a:latin typeface="Calibri"/>
                <a:ea typeface="Calibri"/>
                <a:cs typeface="Calibri"/>
                <a:sym typeface="Calibri"/>
              </a:rPr>
              <a:t>US_07</a:t>
            </a:r>
            <a:endParaRPr b="0" i="0" sz="800" u="none" cap="none" strike="noStrike">
              <a:solidFill>
                <a:srgbClr val="000000"/>
              </a:solidFill>
              <a:latin typeface="Arial"/>
              <a:ea typeface="Arial"/>
              <a:cs typeface="Arial"/>
              <a:sym typeface="Arial"/>
            </a:endParaRPr>
          </a:p>
        </p:txBody>
      </p:sp>
      <p:sp>
        <p:nvSpPr>
          <p:cNvPr id="911" name="Google Shape;911;p76"/>
          <p:cNvSpPr/>
          <p:nvPr/>
        </p:nvSpPr>
        <p:spPr>
          <a:xfrm>
            <a:off x="1069843" y="4189452"/>
            <a:ext cx="2743200" cy="249000"/>
          </a:xfrm>
          <a:prstGeom prst="rect">
            <a:avLst/>
          </a:prstGeom>
          <a:solidFill>
            <a:srgbClr val="FFFF0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76"/>
          <p:cNvSpPr/>
          <p:nvPr/>
        </p:nvSpPr>
        <p:spPr>
          <a:xfrm>
            <a:off x="1106419" y="4210180"/>
            <a:ext cx="2670000" cy="20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1" i="0" lang="en" sz="750" u="none" cap="none" strike="noStrike">
                <a:solidFill>
                  <a:srgbClr val="2C2C2C"/>
                </a:solidFill>
                <a:latin typeface="Calibri"/>
                <a:ea typeface="Calibri"/>
                <a:cs typeface="Calibri"/>
                <a:sym typeface="Calibri"/>
              </a:rPr>
              <a:t>As an individual user, I want to receive an OA severity diagnosis.</a:t>
            </a:r>
            <a:endParaRPr b="0" i="0" sz="750" u="none" cap="none" strike="noStrike">
              <a:solidFill>
                <a:srgbClr val="000000"/>
              </a:solidFill>
              <a:latin typeface="Arial"/>
              <a:ea typeface="Arial"/>
              <a:cs typeface="Arial"/>
              <a:sym typeface="Arial"/>
            </a:endParaRPr>
          </a:p>
        </p:txBody>
      </p:sp>
      <p:sp>
        <p:nvSpPr>
          <p:cNvPr id="913" name="Google Shape;913;p76"/>
          <p:cNvSpPr/>
          <p:nvPr/>
        </p:nvSpPr>
        <p:spPr>
          <a:xfrm>
            <a:off x="3813043" y="4189452"/>
            <a:ext cx="2469000" cy="249000"/>
          </a:xfrm>
          <a:prstGeom prst="rect">
            <a:avLst/>
          </a:prstGeom>
          <a:solidFill>
            <a:srgbClr val="FFFF0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76"/>
          <p:cNvSpPr/>
          <p:nvPr/>
        </p:nvSpPr>
        <p:spPr>
          <a:xfrm>
            <a:off x="6281923" y="4189452"/>
            <a:ext cx="1216200" cy="249000"/>
          </a:xfrm>
          <a:prstGeom prst="rect">
            <a:avLst/>
          </a:prstGeom>
          <a:solidFill>
            <a:srgbClr val="FFFF0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Calibri"/>
                <a:ea typeface="Calibri"/>
                <a:cs typeface="Calibri"/>
                <a:sym typeface="Calibri"/>
              </a:rPr>
              <a:t>21</a:t>
            </a:r>
            <a:endParaRPr sz="900">
              <a:latin typeface="Calibri"/>
              <a:ea typeface="Calibri"/>
              <a:cs typeface="Calibri"/>
              <a:sym typeface="Calibri"/>
            </a:endParaRPr>
          </a:p>
        </p:txBody>
      </p:sp>
      <p:sp>
        <p:nvSpPr>
          <p:cNvPr id="915" name="Google Shape;915;p76"/>
          <p:cNvSpPr/>
          <p:nvPr/>
        </p:nvSpPr>
        <p:spPr>
          <a:xfrm>
            <a:off x="7498075" y="4189452"/>
            <a:ext cx="1234500" cy="249000"/>
          </a:xfrm>
          <a:prstGeom prst="rect">
            <a:avLst/>
          </a:prstGeom>
          <a:solidFill>
            <a:srgbClr val="FFFF0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Calibri"/>
                <a:ea typeface="Calibri"/>
                <a:cs typeface="Calibri"/>
                <a:sym typeface="Calibri"/>
              </a:rPr>
              <a:t>21</a:t>
            </a:r>
            <a:endParaRPr sz="900">
              <a:latin typeface="Calibri"/>
              <a:ea typeface="Calibri"/>
              <a:cs typeface="Calibri"/>
              <a:sym typeface="Calibri"/>
            </a:endParaRPr>
          </a:p>
        </p:txBody>
      </p:sp>
      <p:sp>
        <p:nvSpPr>
          <p:cNvPr id="916" name="Google Shape;916;p76"/>
          <p:cNvSpPr/>
          <p:nvPr/>
        </p:nvSpPr>
        <p:spPr>
          <a:xfrm>
            <a:off x="411475" y="4438182"/>
            <a:ext cx="658500" cy="2490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800">
                <a:solidFill>
                  <a:schemeClr val="dk1"/>
                </a:solidFill>
                <a:latin typeface="Calibri"/>
                <a:ea typeface="Calibri"/>
                <a:cs typeface="Calibri"/>
                <a:sym typeface="Calibri"/>
              </a:rPr>
              <a:t>Scrum 35</a:t>
            </a:r>
            <a:endParaRPr sz="800">
              <a:solidFill>
                <a:schemeClr val="dk1"/>
              </a:solidFill>
              <a:latin typeface="Calibri"/>
              <a:ea typeface="Calibri"/>
              <a:cs typeface="Calibri"/>
              <a:sym typeface="Calibri"/>
            </a:endParaRPr>
          </a:p>
        </p:txBody>
      </p:sp>
      <p:sp>
        <p:nvSpPr>
          <p:cNvPr id="917" name="Google Shape;917;p76"/>
          <p:cNvSpPr/>
          <p:nvPr/>
        </p:nvSpPr>
        <p:spPr>
          <a:xfrm>
            <a:off x="1069843" y="4438182"/>
            <a:ext cx="2743200" cy="2490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76"/>
          <p:cNvSpPr/>
          <p:nvPr/>
        </p:nvSpPr>
        <p:spPr>
          <a:xfrm>
            <a:off x="1106419" y="4458910"/>
            <a:ext cx="2670000" cy="20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0" i="0" lang="en" sz="750" u="none" cap="none" strike="noStrike">
                <a:solidFill>
                  <a:srgbClr val="2C2C2C"/>
                </a:solidFill>
                <a:latin typeface="Calibri"/>
                <a:ea typeface="Calibri"/>
                <a:cs typeface="Calibri"/>
                <a:sym typeface="Calibri"/>
              </a:rPr>
              <a:t>Download OAI dataset (500+ images)</a:t>
            </a:r>
            <a:endParaRPr b="0" i="0" sz="750" u="none" cap="none" strike="noStrike">
              <a:solidFill>
                <a:srgbClr val="000000"/>
              </a:solidFill>
              <a:latin typeface="Arial"/>
              <a:ea typeface="Arial"/>
              <a:cs typeface="Arial"/>
              <a:sym typeface="Arial"/>
            </a:endParaRPr>
          </a:p>
        </p:txBody>
      </p:sp>
      <p:sp>
        <p:nvSpPr>
          <p:cNvPr id="919" name="Google Shape;919;p76"/>
          <p:cNvSpPr/>
          <p:nvPr/>
        </p:nvSpPr>
        <p:spPr>
          <a:xfrm>
            <a:off x="3813043" y="4438182"/>
            <a:ext cx="2469000" cy="2490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76"/>
          <p:cNvSpPr/>
          <p:nvPr/>
        </p:nvSpPr>
        <p:spPr>
          <a:xfrm>
            <a:off x="3849619" y="4458910"/>
            <a:ext cx="2395800" cy="20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2C2C2C"/>
                </a:solidFill>
                <a:latin typeface="Calibri"/>
                <a:ea typeface="Calibri"/>
                <a:cs typeface="Calibri"/>
                <a:sym typeface="Calibri"/>
              </a:rPr>
              <a:t>Mar 17</a:t>
            </a:r>
            <a:endParaRPr b="0" i="0" sz="800" u="none" cap="none" strike="noStrike">
              <a:solidFill>
                <a:srgbClr val="000000"/>
              </a:solidFill>
              <a:latin typeface="Arial"/>
              <a:ea typeface="Arial"/>
              <a:cs typeface="Arial"/>
              <a:sym typeface="Arial"/>
            </a:endParaRPr>
          </a:p>
        </p:txBody>
      </p:sp>
      <p:sp>
        <p:nvSpPr>
          <p:cNvPr id="921" name="Google Shape;921;p76"/>
          <p:cNvSpPr/>
          <p:nvPr/>
        </p:nvSpPr>
        <p:spPr>
          <a:xfrm>
            <a:off x="6281923" y="4438182"/>
            <a:ext cx="1216200" cy="2490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76"/>
          <p:cNvSpPr/>
          <p:nvPr/>
        </p:nvSpPr>
        <p:spPr>
          <a:xfrm>
            <a:off x="6318499" y="4458910"/>
            <a:ext cx="1143000" cy="20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3</a:t>
            </a:r>
            <a:endParaRPr b="0" i="0" sz="900" u="none" cap="none" strike="noStrike">
              <a:solidFill>
                <a:srgbClr val="000000"/>
              </a:solidFill>
              <a:latin typeface="Arial"/>
              <a:ea typeface="Arial"/>
              <a:cs typeface="Arial"/>
              <a:sym typeface="Arial"/>
            </a:endParaRPr>
          </a:p>
        </p:txBody>
      </p:sp>
      <p:sp>
        <p:nvSpPr>
          <p:cNvPr id="923" name="Google Shape;923;p76"/>
          <p:cNvSpPr/>
          <p:nvPr/>
        </p:nvSpPr>
        <p:spPr>
          <a:xfrm>
            <a:off x="7498075" y="4438182"/>
            <a:ext cx="1234500" cy="2490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76"/>
          <p:cNvSpPr/>
          <p:nvPr/>
        </p:nvSpPr>
        <p:spPr>
          <a:xfrm>
            <a:off x="7534651" y="4458910"/>
            <a:ext cx="1161300" cy="20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3</a:t>
            </a:r>
            <a:endParaRPr b="0" i="0" sz="900" u="none" cap="none" strike="noStrike">
              <a:solidFill>
                <a:srgbClr val="000000"/>
              </a:solidFill>
              <a:latin typeface="Arial"/>
              <a:ea typeface="Arial"/>
              <a:cs typeface="Arial"/>
              <a:sym typeface="Arial"/>
            </a:endParaRPr>
          </a:p>
        </p:txBody>
      </p:sp>
      <p:sp>
        <p:nvSpPr>
          <p:cNvPr id="925" name="Google Shape;925;p76"/>
          <p:cNvSpPr/>
          <p:nvPr/>
        </p:nvSpPr>
        <p:spPr>
          <a:xfrm>
            <a:off x="411475" y="4686912"/>
            <a:ext cx="658500" cy="249000"/>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800">
                <a:solidFill>
                  <a:schemeClr val="dk1"/>
                </a:solidFill>
                <a:latin typeface="Calibri"/>
                <a:ea typeface="Calibri"/>
                <a:cs typeface="Calibri"/>
                <a:sym typeface="Calibri"/>
              </a:rPr>
              <a:t>Scrum 36</a:t>
            </a:r>
            <a:endParaRPr sz="800">
              <a:solidFill>
                <a:schemeClr val="dk1"/>
              </a:solidFill>
              <a:latin typeface="Calibri"/>
              <a:ea typeface="Calibri"/>
              <a:cs typeface="Calibri"/>
              <a:sym typeface="Calibri"/>
            </a:endParaRPr>
          </a:p>
        </p:txBody>
      </p:sp>
      <p:sp>
        <p:nvSpPr>
          <p:cNvPr id="926" name="Google Shape;926;p76"/>
          <p:cNvSpPr/>
          <p:nvPr/>
        </p:nvSpPr>
        <p:spPr>
          <a:xfrm>
            <a:off x="1069843" y="4686912"/>
            <a:ext cx="2743200" cy="249000"/>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76"/>
          <p:cNvSpPr/>
          <p:nvPr/>
        </p:nvSpPr>
        <p:spPr>
          <a:xfrm>
            <a:off x="1106419" y="4707640"/>
            <a:ext cx="2670000" cy="20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0" i="0" lang="en" sz="750" u="none" cap="none" strike="noStrike">
                <a:solidFill>
                  <a:srgbClr val="2C2C2C"/>
                </a:solidFill>
                <a:latin typeface="Calibri"/>
                <a:ea typeface="Calibri"/>
                <a:cs typeface="Calibri"/>
                <a:sym typeface="Calibri"/>
              </a:rPr>
              <a:t>Prepare and clean dataset</a:t>
            </a:r>
            <a:endParaRPr b="0" i="0" sz="750" u="none" cap="none" strike="noStrike">
              <a:solidFill>
                <a:srgbClr val="000000"/>
              </a:solidFill>
              <a:latin typeface="Arial"/>
              <a:ea typeface="Arial"/>
              <a:cs typeface="Arial"/>
              <a:sym typeface="Arial"/>
            </a:endParaRPr>
          </a:p>
        </p:txBody>
      </p:sp>
      <p:sp>
        <p:nvSpPr>
          <p:cNvPr id="928" name="Google Shape;928;p76"/>
          <p:cNvSpPr/>
          <p:nvPr/>
        </p:nvSpPr>
        <p:spPr>
          <a:xfrm>
            <a:off x="3813043" y="4686912"/>
            <a:ext cx="2469000" cy="249000"/>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76"/>
          <p:cNvSpPr/>
          <p:nvPr/>
        </p:nvSpPr>
        <p:spPr>
          <a:xfrm>
            <a:off x="3849619" y="4707640"/>
            <a:ext cx="2395800" cy="20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2C2C2C"/>
                </a:solidFill>
                <a:latin typeface="Calibri"/>
                <a:ea typeface="Calibri"/>
                <a:cs typeface="Calibri"/>
                <a:sym typeface="Calibri"/>
              </a:rPr>
              <a:t>Mar 18</a:t>
            </a:r>
            <a:endParaRPr b="0" i="0" sz="800" u="none" cap="none" strike="noStrike">
              <a:solidFill>
                <a:srgbClr val="000000"/>
              </a:solidFill>
              <a:latin typeface="Arial"/>
              <a:ea typeface="Arial"/>
              <a:cs typeface="Arial"/>
              <a:sym typeface="Arial"/>
            </a:endParaRPr>
          </a:p>
        </p:txBody>
      </p:sp>
      <p:sp>
        <p:nvSpPr>
          <p:cNvPr id="930" name="Google Shape;930;p76"/>
          <p:cNvSpPr/>
          <p:nvPr/>
        </p:nvSpPr>
        <p:spPr>
          <a:xfrm>
            <a:off x="6281923" y="4686912"/>
            <a:ext cx="1216200" cy="249000"/>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76"/>
          <p:cNvSpPr/>
          <p:nvPr/>
        </p:nvSpPr>
        <p:spPr>
          <a:xfrm>
            <a:off x="6318499" y="4707640"/>
            <a:ext cx="1143000" cy="20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3</a:t>
            </a:r>
            <a:endParaRPr b="0" i="0" sz="900" u="none" cap="none" strike="noStrike">
              <a:solidFill>
                <a:srgbClr val="000000"/>
              </a:solidFill>
              <a:latin typeface="Arial"/>
              <a:ea typeface="Arial"/>
              <a:cs typeface="Arial"/>
              <a:sym typeface="Arial"/>
            </a:endParaRPr>
          </a:p>
        </p:txBody>
      </p:sp>
      <p:sp>
        <p:nvSpPr>
          <p:cNvPr id="932" name="Google Shape;932;p76"/>
          <p:cNvSpPr/>
          <p:nvPr/>
        </p:nvSpPr>
        <p:spPr>
          <a:xfrm>
            <a:off x="7498075" y="4686912"/>
            <a:ext cx="1234500" cy="249000"/>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76"/>
          <p:cNvSpPr/>
          <p:nvPr/>
        </p:nvSpPr>
        <p:spPr>
          <a:xfrm>
            <a:off x="7534651" y="4707640"/>
            <a:ext cx="1161300" cy="20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3</a:t>
            </a:r>
            <a:endParaRPr b="0" i="0" sz="900" u="none" cap="none" strike="noStrik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7" name="Shape 937"/>
        <p:cNvGrpSpPr/>
        <p:nvPr/>
      </p:nvGrpSpPr>
      <p:grpSpPr>
        <a:xfrm>
          <a:off x="0" y="0"/>
          <a:ext cx="0" cy="0"/>
          <a:chOff x="0" y="0"/>
          <a:chExt cx="0" cy="0"/>
        </a:xfrm>
      </p:grpSpPr>
      <p:sp>
        <p:nvSpPr>
          <p:cNvPr id="938" name="Google Shape;938;p77"/>
          <p:cNvSpPr/>
          <p:nvPr/>
        </p:nvSpPr>
        <p:spPr>
          <a:xfrm>
            <a:off x="1069848" y="86868"/>
            <a:ext cx="7757100" cy="537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SPRINT 1 STORIES COMPLETED AND NOT</a:t>
            </a:r>
            <a:endParaRPr b="0" i="0" sz="2800" u="none" cap="none" strike="noStrike">
              <a:solidFill>
                <a:schemeClr val="dk1"/>
              </a:solidFill>
              <a:latin typeface="Inter"/>
              <a:ea typeface="Inter"/>
              <a:cs typeface="Inter"/>
              <a:sym typeface="Inter"/>
            </a:endParaRPr>
          </a:p>
        </p:txBody>
      </p:sp>
      <p:sp>
        <p:nvSpPr>
          <p:cNvPr id="939" name="Google Shape;939;p77"/>
          <p:cNvSpPr/>
          <p:nvPr/>
        </p:nvSpPr>
        <p:spPr>
          <a:xfrm>
            <a:off x="411450" y="1205625"/>
            <a:ext cx="658500" cy="514500"/>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77"/>
          <p:cNvSpPr/>
          <p:nvPr/>
        </p:nvSpPr>
        <p:spPr>
          <a:xfrm>
            <a:off x="466314" y="1266116"/>
            <a:ext cx="548700" cy="39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US_ID</a:t>
            </a:r>
            <a:endParaRPr b="0" i="0" sz="1100" u="none" cap="none" strike="noStrike">
              <a:solidFill>
                <a:srgbClr val="000000"/>
              </a:solidFill>
              <a:latin typeface="Arial"/>
              <a:ea typeface="Arial"/>
              <a:cs typeface="Arial"/>
              <a:sym typeface="Arial"/>
            </a:endParaRPr>
          </a:p>
        </p:txBody>
      </p:sp>
      <p:sp>
        <p:nvSpPr>
          <p:cNvPr id="941" name="Google Shape;941;p77"/>
          <p:cNvSpPr/>
          <p:nvPr/>
        </p:nvSpPr>
        <p:spPr>
          <a:xfrm>
            <a:off x="1069818" y="1205625"/>
            <a:ext cx="2743200" cy="514500"/>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77"/>
          <p:cNvSpPr/>
          <p:nvPr/>
        </p:nvSpPr>
        <p:spPr>
          <a:xfrm>
            <a:off x="1124682" y="1266116"/>
            <a:ext cx="2633400" cy="39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User Stories</a:t>
            </a:r>
            <a:endParaRPr b="0" i="0" sz="1100" u="none" cap="none" strike="noStrike">
              <a:solidFill>
                <a:srgbClr val="000000"/>
              </a:solidFill>
              <a:latin typeface="Arial"/>
              <a:ea typeface="Arial"/>
              <a:cs typeface="Arial"/>
              <a:sym typeface="Arial"/>
            </a:endParaRPr>
          </a:p>
        </p:txBody>
      </p:sp>
      <p:sp>
        <p:nvSpPr>
          <p:cNvPr id="943" name="Google Shape;943;p77"/>
          <p:cNvSpPr/>
          <p:nvPr/>
        </p:nvSpPr>
        <p:spPr>
          <a:xfrm>
            <a:off x="3813018" y="1205625"/>
            <a:ext cx="2469000" cy="514500"/>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77"/>
          <p:cNvSpPr/>
          <p:nvPr/>
        </p:nvSpPr>
        <p:spPr>
          <a:xfrm>
            <a:off x="3867882" y="1266116"/>
            <a:ext cx="2359200" cy="39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Completed Date</a:t>
            </a:r>
            <a:endParaRPr b="0" i="0" sz="1100" u="none" cap="none" strike="noStrike">
              <a:solidFill>
                <a:srgbClr val="000000"/>
              </a:solidFill>
              <a:latin typeface="Arial"/>
              <a:ea typeface="Arial"/>
              <a:cs typeface="Arial"/>
              <a:sym typeface="Arial"/>
            </a:endParaRPr>
          </a:p>
        </p:txBody>
      </p:sp>
      <p:sp>
        <p:nvSpPr>
          <p:cNvPr id="945" name="Google Shape;945;p77"/>
          <p:cNvSpPr/>
          <p:nvPr/>
        </p:nvSpPr>
        <p:spPr>
          <a:xfrm>
            <a:off x="6281898" y="1205625"/>
            <a:ext cx="1216200" cy="514500"/>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77"/>
          <p:cNvSpPr/>
          <p:nvPr/>
        </p:nvSpPr>
        <p:spPr>
          <a:xfrm>
            <a:off x="6336762" y="1266116"/>
            <a:ext cx="1106400" cy="39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Story Points</a:t>
            </a:r>
            <a:endParaRPr b="0" i="0" sz="1100" u="none" cap="none" strike="noStrike">
              <a:solidFill>
                <a:srgbClr val="000000"/>
              </a:solidFill>
              <a:latin typeface="Arial"/>
              <a:ea typeface="Arial"/>
              <a:cs typeface="Arial"/>
              <a:sym typeface="Arial"/>
            </a:endParaRPr>
          </a:p>
        </p:txBody>
      </p:sp>
      <p:sp>
        <p:nvSpPr>
          <p:cNvPr id="947" name="Google Shape;947;p77"/>
          <p:cNvSpPr/>
          <p:nvPr/>
        </p:nvSpPr>
        <p:spPr>
          <a:xfrm>
            <a:off x="7498050" y="1205625"/>
            <a:ext cx="1234500" cy="514500"/>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77"/>
          <p:cNvSpPr/>
          <p:nvPr/>
        </p:nvSpPr>
        <p:spPr>
          <a:xfrm>
            <a:off x="7552914" y="1266116"/>
            <a:ext cx="1124700" cy="39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Completed</a:t>
            </a:r>
            <a:endParaRPr b="0" i="0" sz="1100" u="none" cap="none" strike="noStrike">
              <a:solidFill>
                <a:srgbClr val="000000"/>
              </a:solidFill>
              <a:latin typeface="Arial"/>
              <a:ea typeface="Arial"/>
              <a:cs typeface="Arial"/>
              <a:sym typeface="Arial"/>
            </a:endParaRPr>
          </a:p>
        </p:txBody>
      </p:sp>
      <p:sp>
        <p:nvSpPr>
          <p:cNvPr id="949" name="Google Shape;949;p77"/>
          <p:cNvSpPr/>
          <p:nvPr/>
        </p:nvSpPr>
        <p:spPr>
          <a:xfrm>
            <a:off x="411450" y="1747038"/>
            <a:ext cx="658500" cy="3636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900">
                <a:solidFill>
                  <a:schemeClr val="dk1"/>
                </a:solidFill>
                <a:latin typeface="Calibri"/>
                <a:ea typeface="Calibri"/>
                <a:cs typeface="Calibri"/>
                <a:sym typeface="Calibri"/>
              </a:rPr>
              <a:t>Scrum 32</a:t>
            </a:r>
            <a:endParaRPr sz="900">
              <a:solidFill>
                <a:schemeClr val="dk1"/>
              </a:solidFill>
              <a:latin typeface="Calibri"/>
              <a:ea typeface="Calibri"/>
              <a:cs typeface="Calibri"/>
              <a:sym typeface="Calibri"/>
            </a:endParaRPr>
          </a:p>
        </p:txBody>
      </p:sp>
      <p:sp>
        <p:nvSpPr>
          <p:cNvPr id="950" name="Google Shape;950;p77"/>
          <p:cNvSpPr/>
          <p:nvPr/>
        </p:nvSpPr>
        <p:spPr>
          <a:xfrm>
            <a:off x="1069818" y="1747038"/>
            <a:ext cx="2743200" cy="3636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951" name="Google Shape;951;p77"/>
          <p:cNvSpPr/>
          <p:nvPr/>
        </p:nvSpPr>
        <p:spPr>
          <a:xfrm>
            <a:off x="1106394" y="1777283"/>
            <a:ext cx="2670000" cy="302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950">
                <a:solidFill>
                  <a:srgbClr val="2C2C2C"/>
                </a:solidFill>
                <a:latin typeface="Calibri"/>
                <a:ea typeface="Calibri"/>
                <a:cs typeface="Calibri"/>
                <a:sym typeface="Calibri"/>
              </a:rPr>
              <a:t>Integration testing (frontend + backend)</a:t>
            </a:r>
            <a:endParaRPr sz="950">
              <a:solidFill>
                <a:srgbClr val="2C2C2C"/>
              </a:solidFill>
              <a:latin typeface="Calibri"/>
              <a:ea typeface="Calibri"/>
              <a:cs typeface="Calibri"/>
              <a:sym typeface="Calibri"/>
            </a:endParaRPr>
          </a:p>
        </p:txBody>
      </p:sp>
      <p:sp>
        <p:nvSpPr>
          <p:cNvPr id="952" name="Google Shape;952;p77"/>
          <p:cNvSpPr/>
          <p:nvPr/>
        </p:nvSpPr>
        <p:spPr>
          <a:xfrm>
            <a:off x="3813018" y="1747038"/>
            <a:ext cx="2469000" cy="3636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953" name="Google Shape;953;p77"/>
          <p:cNvSpPr/>
          <p:nvPr/>
        </p:nvSpPr>
        <p:spPr>
          <a:xfrm>
            <a:off x="3849594" y="1777283"/>
            <a:ext cx="2395800" cy="302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lang="en" sz="1000">
                <a:solidFill>
                  <a:srgbClr val="2C2C2C"/>
                </a:solidFill>
                <a:latin typeface="Calibri"/>
                <a:ea typeface="Calibri"/>
                <a:cs typeface="Calibri"/>
                <a:sym typeface="Calibri"/>
              </a:rPr>
              <a:t>Mar</a:t>
            </a:r>
            <a:r>
              <a:rPr b="0" i="0" lang="en" sz="1000" u="none" cap="none" strike="noStrike">
                <a:solidFill>
                  <a:srgbClr val="2C2C2C"/>
                </a:solidFill>
                <a:latin typeface="Calibri"/>
                <a:ea typeface="Calibri"/>
                <a:cs typeface="Calibri"/>
                <a:sym typeface="Calibri"/>
              </a:rPr>
              <a:t> 18</a:t>
            </a:r>
            <a:endParaRPr b="0" i="0" sz="1000" u="none" cap="none" strike="noStrike">
              <a:solidFill>
                <a:srgbClr val="000000"/>
              </a:solidFill>
              <a:latin typeface="Arial"/>
              <a:ea typeface="Arial"/>
              <a:cs typeface="Arial"/>
              <a:sym typeface="Arial"/>
            </a:endParaRPr>
          </a:p>
        </p:txBody>
      </p:sp>
      <p:sp>
        <p:nvSpPr>
          <p:cNvPr id="954" name="Google Shape;954;p77"/>
          <p:cNvSpPr/>
          <p:nvPr/>
        </p:nvSpPr>
        <p:spPr>
          <a:xfrm>
            <a:off x="6281898" y="1747038"/>
            <a:ext cx="1216200" cy="3636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955" name="Google Shape;955;p77"/>
          <p:cNvSpPr/>
          <p:nvPr/>
        </p:nvSpPr>
        <p:spPr>
          <a:xfrm>
            <a:off x="6318474" y="1777283"/>
            <a:ext cx="1143000" cy="302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lang="en" sz="1100">
                <a:solidFill>
                  <a:srgbClr val="2C2C2C"/>
                </a:solidFill>
                <a:latin typeface="Calibri"/>
                <a:ea typeface="Calibri"/>
                <a:cs typeface="Calibri"/>
                <a:sym typeface="Calibri"/>
              </a:rPr>
              <a:t>3</a:t>
            </a:r>
            <a:endParaRPr b="0" i="0" sz="1100" u="none" cap="none" strike="noStrike">
              <a:solidFill>
                <a:srgbClr val="000000"/>
              </a:solidFill>
              <a:latin typeface="Arial"/>
              <a:ea typeface="Arial"/>
              <a:cs typeface="Arial"/>
              <a:sym typeface="Arial"/>
            </a:endParaRPr>
          </a:p>
        </p:txBody>
      </p:sp>
      <p:sp>
        <p:nvSpPr>
          <p:cNvPr id="956" name="Google Shape;956;p77"/>
          <p:cNvSpPr/>
          <p:nvPr/>
        </p:nvSpPr>
        <p:spPr>
          <a:xfrm>
            <a:off x="7498050" y="1747038"/>
            <a:ext cx="1234500" cy="3636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957" name="Google Shape;957;p77"/>
          <p:cNvSpPr/>
          <p:nvPr/>
        </p:nvSpPr>
        <p:spPr>
          <a:xfrm>
            <a:off x="7534626" y="1777283"/>
            <a:ext cx="1161300" cy="302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lang="en" sz="1100">
                <a:solidFill>
                  <a:srgbClr val="2C2C2C"/>
                </a:solidFill>
                <a:latin typeface="Calibri"/>
                <a:ea typeface="Calibri"/>
                <a:cs typeface="Calibri"/>
                <a:sym typeface="Calibri"/>
              </a:rPr>
              <a:t>3</a:t>
            </a:r>
            <a:endParaRPr b="0" i="0" sz="1100" u="none" cap="none" strike="noStrike">
              <a:solidFill>
                <a:srgbClr val="000000"/>
              </a:solidFill>
              <a:latin typeface="Arial"/>
              <a:ea typeface="Arial"/>
              <a:cs typeface="Arial"/>
              <a:sym typeface="Arial"/>
            </a:endParaRPr>
          </a:p>
        </p:txBody>
      </p:sp>
      <p:sp>
        <p:nvSpPr>
          <p:cNvPr id="958" name="Google Shape;958;p77"/>
          <p:cNvSpPr/>
          <p:nvPr/>
        </p:nvSpPr>
        <p:spPr>
          <a:xfrm>
            <a:off x="411450" y="2109981"/>
            <a:ext cx="658500" cy="363600"/>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900">
                <a:solidFill>
                  <a:schemeClr val="dk1"/>
                </a:solidFill>
                <a:latin typeface="Calibri"/>
                <a:ea typeface="Calibri"/>
                <a:cs typeface="Calibri"/>
                <a:sym typeface="Calibri"/>
              </a:rPr>
              <a:t>Scrum 31</a:t>
            </a:r>
            <a:endParaRPr sz="900">
              <a:solidFill>
                <a:schemeClr val="dk1"/>
              </a:solidFill>
              <a:latin typeface="Calibri"/>
              <a:ea typeface="Calibri"/>
              <a:cs typeface="Calibri"/>
              <a:sym typeface="Calibri"/>
            </a:endParaRPr>
          </a:p>
        </p:txBody>
      </p:sp>
      <p:sp>
        <p:nvSpPr>
          <p:cNvPr id="959" name="Google Shape;959;p77"/>
          <p:cNvSpPr/>
          <p:nvPr/>
        </p:nvSpPr>
        <p:spPr>
          <a:xfrm>
            <a:off x="1069818" y="2109981"/>
            <a:ext cx="2743200" cy="363600"/>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960" name="Google Shape;960;p77"/>
          <p:cNvSpPr/>
          <p:nvPr/>
        </p:nvSpPr>
        <p:spPr>
          <a:xfrm>
            <a:off x="1106394" y="2140227"/>
            <a:ext cx="2670000" cy="302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950">
                <a:solidFill>
                  <a:srgbClr val="2C2C2C"/>
                </a:solidFill>
                <a:latin typeface="Calibri"/>
                <a:ea typeface="Calibri"/>
                <a:cs typeface="Calibri"/>
                <a:sym typeface="Calibri"/>
              </a:rPr>
              <a:t>Test image upload (JPEG, PNG, DICOM)</a:t>
            </a:r>
            <a:endParaRPr sz="950">
              <a:solidFill>
                <a:srgbClr val="2C2C2C"/>
              </a:solidFill>
              <a:latin typeface="Calibri"/>
              <a:ea typeface="Calibri"/>
              <a:cs typeface="Calibri"/>
              <a:sym typeface="Calibri"/>
            </a:endParaRPr>
          </a:p>
        </p:txBody>
      </p:sp>
      <p:sp>
        <p:nvSpPr>
          <p:cNvPr id="961" name="Google Shape;961;p77"/>
          <p:cNvSpPr/>
          <p:nvPr/>
        </p:nvSpPr>
        <p:spPr>
          <a:xfrm>
            <a:off x="3813018" y="2109981"/>
            <a:ext cx="2469000" cy="363600"/>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962" name="Google Shape;962;p77"/>
          <p:cNvSpPr/>
          <p:nvPr/>
        </p:nvSpPr>
        <p:spPr>
          <a:xfrm>
            <a:off x="3849594" y="2140227"/>
            <a:ext cx="2395800" cy="302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lang="en" sz="1000">
                <a:solidFill>
                  <a:srgbClr val="2C2C2C"/>
                </a:solidFill>
                <a:latin typeface="Calibri"/>
                <a:ea typeface="Calibri"/>
                <a:cs typeface="Calibri"/>
                <a:sym typeface="Calibri"/>
              </a:rPr>
              <a:t>Mar</a:t>
            </a:r>
            <a:r>
              <a:rPr b="0" i="0" lang="en" sz="1000" u="none" cap="none" strike="noStrike">
                <a:solidFill>
                  <a:srgbClr val="2C2C2C"/>
                </a:solidFill>
                <a:latin typeface="Calibri"/>
                <a:ea typeface="Calibri"/>
                <a:cs typeface="Calibri"/>
                <a:sym typeface="Calibri"/>
              </a:rPr>
              <a:t> 18</a:t>
            </a:r>
            <a:endParaRPr b="0" i="0" sz="1000" u="none" cap="none" strike="noStrike">
              <a:solidFill>
                <a:srgbClr val="000000"/>
              </a:solidFill>
              <a:latin typeface="Arial"/>
              <a:ea typeface="Arial"/>
              <a:cs typeface="Arial"/>
              <a:sym typeface="Arial"/>
            </a:endParaRPr>
          </a:p>
        </p:txBody>
      </p:sp>
      <p:sp>
        <p:nvSpPr>
          <p:cNvPr id="963" name="Google Shape;963;p77"/>
          <p:cNvSpPr/>
          <p:nvPr/>
        </p:nvSpPr>
        <p:spPr>
          <a:xfrm>
            <a:off x="6281898" y="2109981"/>
            <a:ext cx="1216200" cy="363600"/>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964" name="Google Shape;964;p77"/>
          <p:cNvSpPr/>
          <p:nvPr/>
        </p:nvSpPr>
        <p:spPr>
          <a:xfrm>
            <a:off x="6318474" y="2140227"/>
            <a:ext cx="1143000" cy="302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lang="en" sz="1100">
                <a:solidFill>
                  <a:srgbClr val="2C2C2C"/>
                </a:solidFill>
                <a:latin typeface="Calibri"/>
                <a:ea typeface="Calibri"/>
                <a:cs typeface="Calibri"/>
                <a:sym typeface="Calibri"/>
              </a:rPr>
              <a:t>2</a:t>
            </a:r>
            <a:endParaRPr b="0" i="0" sz="1100" u="none" cap="none" strike="noStrike">
              <a:solidFill>
                <a:srgbClr val="000000"/>
              </a:solidFill>
              <a:latin typeface="Arial"/>
              <a:ea typeface="Arial"/>
              <a:cs typeface="Arial"/>
              <a:sym typeface="Arial"/>
            </a:endParaRPr>
          </a:p>
        </p:txBody>
      </p:sp>
      <p:sp>
        <p:nvSpPr>
          <p:cNvPr id="965" name="Google Shape;965;p77"/>
          <p:cNvSpPr/>
          <p:nvPr/>
        </p:nvSpPr>
        <p:spPr>
          <a:xfrm>
            <a:off x="7498050" y="2109981"/>
            <a:ext cx="1234500" cy="363600"/>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966" name="Google Shape;966;p77"/>
          <p:cNvSpPr/>
          <p:nvPr/>
        </p:nvSpPr>
        <p:spPr>
          <a:xfrm>
            <a:off x="7534626" y="2140227"/>
            <a:ext cx="1161300" cy="302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lang="en" sz="1100">
                <a:solidFill>
                  <a:srgbClr val="2C2C2C"/>
                </a:solidFill>
                <a:latin typeface="Calibri"/>
                <a:ea typeface="Calibri"/>
                <a:cs typeface="Calibri"/>
                <a:sym typeface="Calibri"/>
              </a:rPr>
              <a:t>2</a:t>
            </a:r>
            <a:endParaRPr b="0" i="0" sz="1100" u="none" cap="none" strike="noStrike">
              <a:solidFill>
                <a:srgbClr val="000000"/>
              </a:solidFill>
              <a:latin typeface="Arial"/>
              <a:ea typeface="Arial"/>
              <a:cs typeface="Arial"/>
              <a:sym typeface="Arial"/>
            </a:endParaRPr>
          </a:p>
        </p:txBody>
      </p:sp>
      <p:sp>
        <p:nvSpPr>
          <p:cNvPr id="967" name="Google Shape;967;p77"/>
          <p:cNvSpPr/>
          <p:nvPr/>
        </p:nvSpPr>
        <p:spPr>
          <a:xfrm>
            <a:off x="411450" y="2472925"/>
            <a:ext cx="658500" cy="3636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900">
                <a:latin typeface="Calibri"/>
                <a:ea typeface="Calibri"/>
                <a:cs typeface="Calibri"/>
                <a:sym typeface="Calibri"/>
              </a:rPr>
              <a:t>Scrum 30</a:t>
            </a:r>
            <a:endParaRPr sz="900">
              <a:latin typeface="Calibri"/>
              <a:ea typeface="Calibri"/>
              <a:cs typeface="Calibri"/>
              <a:sym typeface="Calibri"/>
            </a:endParaRPr>
          </a:p>
        </p:txBody>
      </p:sp>
      <p:sp>
        <p:nvSpPr>
          <p:cNvPr id="968" name="Google Shape;968;p77"/>
          <p:cNvSpPr/>
          <p:nvPr/>
        </p:nvSpPr>
        <p:spPr>
          <a:xfrm>
            <a:off x="1069818" y="2472925"/>
            <a:ext cx="2743200" cy="3636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969" name="Google Shape;969;p77"/>
          <p:cNvSpPr/>
          <p:nvPr/>
        </p:nvSpPr>
        <p:spPr>
          <a:xfrm>
            <a:off x="1106394" y="2503171"/>
            <a:ext cx="2670000" cy="302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950">
                <a:solidFill>
                  <a:srgbClr val="2C2C2C"/>
                </a:solidFill>
                <a:latin typeface="Calibri"/>
                <a:ea typeface="Calibri"/>
                <a:cs typeface="Calibri"/>
                <a:sym typeface="Calibri"/>
              </a:rPr>
              <a:t>Test registration and login flows</a:t>
            </a:r>
            <a:endParaRPr sz="950">
              <a:solidFill>
                <a:srgbClr val="2C2C2C"/>
              </a:solidFill>
              <a:latin typeface="Calibri"/>
              <a:ea typeface="Calibri"/>
              <a:cs typeface="Calibri"/>
              <a:sym typeface="Calibri"/>
            </a:endParaRPr>
          </a:p>
        </p:txBody>
      </p:sp>
      <p:sp>
        <p:nvSpPr>
          <p:cNvPr id="970" name="Google Shape;970;p77"/>
          <p:cNvSpPr/>
          <p:nvPr/>
        </p:nvSpPr>
        <p:spPr>
          <a:xfrm>
            <a:off x="3813018" y="2472925"/>
            <a:ext cx="2469000" cy="3636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971" name="Google Shape;971;p77"/>
          <p:cNvSpPr/>
          <p:nvPr/>
        </p:nvSpPr>
        <p:spPr>
          <a:xfrm>
            <a:off x="3849594" y="2503171"/>
            <a:ext cx="2395800" cy="302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1000" u="none" cap="none" strike="noStrike">
                <a:solidFill>
                  <a:srgbClr val="2C2C2C"/>
                </a:solidFill>
                <a:latin typeface="Calibri"/>
                <a:ea typeface="Calibri"/>
                <a:cs typeface="Calibri"/>
                <a:sym typeface="Calibri"/>
              </a:rPr>
              <a:t>Mar 13</a:t>
            </a:r>
            <a:endParaRPr b="0" i="0" sz="1000" u="none" cap="none" strike="noStrike">
              <a:solidFill>
                <a:srgbClr val="000000"/>
              </a:solidFill>
              <a:latin typeface="Arial"/>
              <a:ea typeface="Arial"/>
              <a:cs typeface="Arial"/>
              <a:sym typeface="Arial"/>
            </a:endParaRPr>
          </a:p>
        </p:txBody>
      </p:sp>
      <p:sp>
        <p:nvSpPr>
          <p:cNvPr id="972" name="Google Shape;972;p77"/>
          <p:cNvSpPr/>
          <p:nvPr/>
        </p:nvSpPr>
        <p:spPr>
          <a:xfrm>
            <a:off x="6281898" y="2472925"/>
            <a:ext cx="1216200" cy="3636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973" name="Google Shape;973;p77"/>
          <p:cNvSpPr/>
          <p:nvPr/>
        </p:nvSpPr>
        <p:spPr>
          <a:xfrm>
            <a:off x="6318474" y="2503171"/>
            <a:ext cx="1143000" cy="302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lang="en" sz="1100">
                <a:solidFill>
                  <a:srgbClr val="2C2C2C"/>
                </a:solidFill>
                <a:latin typeface="Calibri"/>
                <a:ea typeface="Calibri"/>
                <a:cs typeface="Calibri"/>
                <a:sym typeface="Calibri"/>
              </a:rPr>
              <a:t>3</a:t>
            </a:r>
            <a:endParaRPr b="0" i="0" sz="1100" u="none" cap="none" strike="noStrike">
              <a:solidFill>
                <a:srgbClr val="000000"/>
              </a:solidFill>
              <a:latin typeface="Arial"/>
              <a:ea typeface="Arial"/>
              <a:cs typeface="Arial"/>
              <a:sym typeface="Arial"/>
            </a:endParaRPr>
          </a:p>
        </p:txBody>
      </p:sp>
      <p:sp>
        <p:nvSpPr>
          <p:cNvPr id="974" name="Google Shape;974;p77"/>
          <p:cNvSpPr/>
          <p:nvPr/>
        </p:nvSpPr>
        <p:spPr>
          <a:xfrm>
            <a:off x="7498050" y="2472925"/>
            <a:ext cx="1234500" cy="3636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975" name="Google Shape;975;p77"/>
          <p:cNvSpPr/>
          <p:nvPr/>
        </p:nvSpPr>
        <p:spPr>
          <a:xfrm>
            <a:off x="7534626" y="2503171"/>
            <a:ext cx="1161300" cy="302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lang="en" sz="1100">
                <a:solidFill>
                  <a:srgbClr val="2C2C2C"/>
                </a:solidFill>
                <a:latin typeface="Calibri"/>
                <a:ea typeface="Calibri"/>
                <a:cs typeface="Calibri"/>
                <a:sym typeface="Calibri"/>
              </a:rPr>
              <a:t>3</a:t>
            </a:r>
            <a:endParaRPr b="0" i="0" sz="1100" u="none" cap="none" strike="noStrike">
              <a:solidFill>
                <a:srgbClr val="000000"/>
              </a:solidFill>
              <a:latin typeface="Arial"/>
              <a:ea typeface="Arial"/>
              <a:cs typeface="Arial"/>
              <a:sym typeface="Arial"/>
            </a:endParaRPr>
          </a:p>
        </p:txBody>
      </p:sp>
      <p:sp>
        <p:nvSpPr>
          <p:cNvPr id="976" name="Google Shape;976;p77"/>
          <p:cNvSpPr/>
          <p:nvPr/>
        </p:nvSpPr>
        <p:spPr>
          <a:xfrm>
            <a:off x="411450" y="2835869"/>
            <a:ext cx="658500" cy="363600"/>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900">
                <a:solidFill>
                  <a:schemeClr val="dk1"/>
                </a:solidFill>
                <a:latin typeface="Calibri"/>
                <a:ea typeface="Calibri"/>
                <a:cs typeface="Calibri"/>
                <a:sym typeface="Calibri"/>
              </a:rPr>
              <a:t>Scrum 29</a:t>
            </a:r>
            <a:endParaRPr sz="900">
              <a:solidFill>
                <a:schemeClr val="dk1"/>
              </a:solidFill>
              <a:latin typeface="Calibri"/>
              <a:ea typeface="Calibri"/>
              <a:cs typeface="Calibri"/>
              <a:sym typeface="Calibri"/>
            </a:endParaRPr>
          </a:p>
        </p:txBody>
      </p:sp>
      <p:sp>
        <p:nvSpPr>
          <p:cNvPr id="977" name="Google Shape;977;p77"/>
          <p:cNvSpPr/>
          <p:nvPr/>
        </p:nvSpPr>
        <p:spPr>
          <a:xfrm>
            <a:off x="1069818" y="2835869"/>
            <a:ext cx="2743200" cy="363600"/>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978" name="Google Shape;978;p77"/>
          <p:cNvSpPr/>
          <p:nvPr/>
        </p:nvSpPr>
        <p:spPr>
          <a:xfrm>
            <a:off x="1106394" y="2866114"/>
            <a:ext cx="2670000" cy="302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950">
                <a:solidFill>
                  <a:srgbClr val="2C2C2C"/>
                </a:solidFill>
                <a:latin typeface="Calibri"/>
                <a:ea typeface="Calibri"/>
                <a:cs typeface="Calibri"/>
                <a:sym typeface="Calibri"/>
              </a:rPr>
              <a:t>Write test cases (15+ total)</a:t>
            </a:r>
            <a:endParaRPr sz="950">
              <a:solidFill>
                <a:srgbClr val="2C2C2C"/>
              </a:solidFill>
              <a:latin typeface="Calibri"/>
              <a:ea typeface="Calibri"/>
              <a:cs typeface="Calibri"/>
              <a:sym typeface="Calibri"/>
            </a:endParaRPr>
          </a:p>
        </p:txBody>
      </p:sp>
      <p:sp>
        <p:nvSpPr>
          <p:cNvPr id="979" name="Google Shape;979;p77"/>
          <p:cNvSpPr/>
          <p:nvPr/>
        </p:nvSpPr>
        <p:spPr>
          <a:xfrm>
            <a:off x="3813018" y="2835869"/>
            <a:ext cx="2469000" cy="363600"/>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980" name="Google Shape;980;p77"/>
          <p:cNvSpPr/>
          <p:nvPr/>
        </p:nvSpPr>
        <p:spPr>
          <a:xfrm>
            <a:off x="3849594" y="2866114"/>
            <a:ext cx="2395800" cy="302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1000" u="none" cap="none" strike="noStrike">
                <a:solidFill>
                  <a:srgbClr val="2C2C2C"/>
                </a:solidFill>
                <a:latin typeface="Calibri"/>
                <a:ea typeface="Calibri"/>
                <a:cs typeface="Calibri"/>
                <a:sym typeface="Calibri"/>
              </a:rPr>
              <a:t>Mar 13</a:t>
            </a:r>
            <a:endParaRPr b="0" i="0" sz="1000" u="none" cap="none" strike="noStrike">
              <a:solidFill>
                <a:srgbClr val="000000"/>
              </a:solidFill>
              <a:latin typeface="Arial"/>
              <a:ea typeface="Arial"/>
              <a:cs typeface="Arial"/>
              <a:sym typeface="Arial"/>
            </a:endParaRPr>
          </a:p>
        </p:txBody>
      </p:sp>
      <p:sp>
        <p:nvSpPr>
          <p:cNvPr id="981" name="Google Shape;981;p77"/>
          <p:cNvSpPr/>
          <p:nvPr/>
        </p:nvSpPr>
        <p:spPr>
          <a:xfrm>
            <a:off x="6281898" y="2835869"/>
            <a:ext cx="1216200" cy="363600"/>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982" name="Google Shape;982;p77"/>
          <p:cNvSpPr/>
          <p:nvPr/>
        </p:nvSpPr>
        <p:spPr>
          <a:xfrm>
            <a:off x="6318474" y="2866114"/>
            <a:ext cx="1143000" cy="302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1100" u="none" cap="none" strike="noStrike">
                <a:solidFill>
                  <a:srgbClr val="2C2C2C"/>
                </a:solidFill>
                <a:latin typeface="Calibri"/>
                <a:ea typeface="Calibri"/>
                <a:cs typeface="Calibri"/>
                <a:sym typeface="Calibri"/>
              </a:rPr>
              <a:t>3</a:t>
            </a:r>
            <a:endParaRPr b="0" i="0" sz="1100" u="none" cap="none" strike="noStrike">
              <a:solidFill>
                <a:srgbClr val="000000"/>
              </a:solidFill>
              <a:latin typeface="Arial"/>
              <a:ea typeface="Arial"/>
              <a:cs typeface="Arial"/>
              <a:sym typeface="Arial"/>
            </a:endParaRPr>
          </a:p>
        </p:txBody>
      </p:sp>
      <p:sp>
        <p:nvSpPr>
          <p:cNvPr id="983" name="Google Shape;983;p77"/>
          <p:cNvSpPr/>
          <p:nvPr/>
        </p:nvSpPr>
        <p:spPr>
          <a:xfrm>
            <a:off x="7498050" y="2835869"/>
            <a:ext cx="1234500" cy="363600"/>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984" name="Google Shape;984;p77"/>
          <p:cNvSpPr/>
          <p:nvPr/>
        </p:nvSpPr>
        <p:spPr>
          <a:xfrm>
            <a:off x="7534626" y="2866114"/>
            <a:ext cx="1161300" cy="302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1100" u="none" cap="none" strike="noStrike">
                <a:solidFill>
                  <a:srgbClr val="2C2C2C"/>
                </a:solidFill>
                <a:latin typeface="Calibri"/>
                <a:ea typeface="Calibri"/>
                <a:cs typeface="Calibri"/>
                <a:sym typeface="Calibri"/>
              </a:rPr>
              <a:t>3</a:t>
            </a:r>
            <a:endParaRPr b="0" i="0" sz="1100" u="none" cap="none" strike="noStrike">
              <a:solidFill>
                <a:srgbClr val="000000"/>
              </a:solidFill>
              <a:latin typeface="Arial"/>
              <a:ea typeface="Arial"/>
              <a:cs typeface="Arial"/>
              <a:sym typeface="Arial"/>
            </a:endParaRPr>
          </a:p>
        </p:txBody>
      </p:sp>
      <p:sp>
        <p:nvSpPr>
          <p:cNvPr id="985" name="Google Shape;985;p77"/>
          <p:cNvSpPr/>
          <p:nvPr/>
        </p:nvSpPr>
        <p:spPr>
          <a:xfrm>
            <a:off x="411450" y="3198813"/>
            <a:ext cx="658500" cy="3636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900">
                <a:solidFill>
                  <a:schemeClr val="dk1"/>
                </a:solidFill>
                <a:latin typeface="Calibri"/>
                <a:ea typeface="Calibri"/>
                <a:cs typeface="Calibri"/>
                <a:sym typeface="Calibri"/>
              </a:rPr>
              <a:t>Scrum 22</a:t>
            </a:r>
            <a:endParaRPr sz="900">
              <a:solidFill>
                <a:schemeClr val="dk1"/>
              </a:solidFill>
              <a:latin typeface="Calibri"/>
              <a:ea typeface="Calibri"/>
              <a:cs typeface="Calibri"/>
              <a:sym typeface="Calibri"/>
            </a:endParaRPr>
          </a:p>
        </p:txBody>
      </p:sp>
      <p:sp>
        <p:nvSpPr>
          <p:cNvPr id="986" name="Google Shape;986;p77"/>
          <p:cNvSpPr/>
          <p:nvPr/>
        </p:nvSpPr>
        <p:spPr>
          <a:xfrm>
            <a:off x="1069818" y="3198813"/>
            <a:ext cx="2743200" cy="3636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987" name="Google Shape;987;p77"/>
          <p:cNvSpPr/>
          <p:nvPr/>
        </p:nvSpPr>
        <p:spPr>
          <a:xfrm>
            <a:off x="1106394" y="3229058"/>
            <a:ext cx="2670000" cy="302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950">
                <a:solidFill>
                  <a:srgbClr val="2C2C2C"/>
                </a:solidFill>
                <a:latin typeface="Calibri"/>
                <a:ea typeface="Calibri"/>
                <a:cs typeface="Calibri"/>
                <a:sym typeface="Calibri"/>
              </a:rPr>
              <a:t>Write backend unit tests</a:t>
            </a:r>
            <a:endParaRPr sz="950">
              <a:solidFill>
                <a:srgbClr val="2C2C2C"/>
              </a:solidFill>
              <a:latin typeface="Calibri"/>
              <a:ea typeface="Calibri"/>
              <a:cs typeface="Calibri"/>
              <a:sym typeface="Calibri"/>
            </a:endParaRPr>
          </a:p>
        </p:txBody>
      </p:sp>
      <p:sp>
        <p:nvSpPr>
          <p:cNvPr id="988" name="Google Shape;988;p77"/>
          <p:cNvSpPr/>
          <p:nvPr/>
        </p:nvSpPr>
        <p:spPr>
          <a:xfrm>
            <a:off x="3813018" y="3198813"/>
            <a:ext cx="2469000" cy="3636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989" name="Google Shape;989;p77"/>
          <p:cNvSpPr/>
          <p:nvPr/>
        </p:nvSpPr>
        <p:spPr>
          <a:xfrm>
            <a:off x="3849594" y="3229058"/>
            <a:ext cx="2395800" cy="302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1000" u="none" cap="none" strike="noStrike">
                <a:solidFill>
                  <a:srgbClr val="2C2C2C"/>
                </a:solidFill>
                <a:latin typeface="Calibri"/>
                <a:ea typeface="Calibri"/>
                <a:cs typeface="Calibri"/>
                <a:sym typeface="Calibri"/>
              </a:rPr>
              <a:t>Mar 18</a:t>
            </a:r>
            <a:endParaRPr b="0" i="0" sz="1000" u="none" cap="none" strike="noStrike">
              <a:solidFill>
                <a:srgbClr val="000000"/>
              </a:solidFill>
              <a:latin typeface="Arial"/>
              <a:ea typeface="Arial"/>
              <a:cs typeface="Arial"/>
              <a:sym typeface="Arial"/>
            </a:endParaRPr>
          </a:p>
        </p:txBody>
      </p:sp>
      <p:sp>
        <p:nvSpPr>
          <p:cNvPr id="990" name="Google Shape;990;p77"/>
          <p:cNvSpPr/>
          <p:nvPr/>
        </p:nvSpPr>
        <p:spPr>
          <a:xfrm>
            <a:off x="6281898" y="3198813"/>
            <a:ext cx="1216200" cy="3636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991" name="Google Shape;991;p77"/>
          <p:cNvSpPr/>
          <p:nvPr/>
        </p:nvSpPr>
        <p:spPr>
          <a:xfrm>
            <a:off x="6318474" y="3229058"/>
            <a:ext cx="1143000" cy="302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lang="en" sz="1100">
                <a:solidFill>
                  <a:srgbClr val="2C2C2C"/>
                </a:solidFill>
                <a:latin typeface="Calibri"/>
                <a:ea typeface="Calibri"/>
                <a:cs typeface="Calibri"/>
                <a:sym typeface="Calibri"/>
              </a:rPr>
              <a:t>2</a:t>
            </a:r>
            <a:endParaRPr b="0" i="0" sz="1100" u="none" cap="none" strike="noStrike">
              <a:solidFill>
                <a:srgbClr val="000000"/>
              </a:solidFill>
              <a:latin typeface="Arial"/>
              <a:ea typeface="Arial"/>
              <a:cs typeface="Arial"/>
              <a:sym typeface="Arial"/>
            </a:endParaRPr>
          </a:p>
        </p:txBody>
      </p:sp>
      <p:sp>
        <p:nvSpPr>
          <p:cNvPr id="992" name="Google Shape;992;p77"/>
          <p:cNvSpPr/>
          <p:nvPr/>
        </p:nvSpPr>
        <p:spPr>
          <a:xfrm>
            <a:off x="7498050" y="3198813"/>
            <a:ext cx="1234500" cy="3636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993" name="Google Shape;993;p77"/>
          <p:cNvSpPr/>
          <p:nvPr/>
        </p:nvSpPr>
        <p:spPr>
          <a:xfrm>
            <a:off x="7534626" y="3229058"/>
            <a:ext cx="1161300" cy="302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lang="en" sz="1100">
                <a:solidFill>
                  <a:srgbClr val="2C2C2C"/>
                </a:solidFill>
                <a:latin typeface="Calibri"/>
                <a:ea typeface="Calibri"/>
                <a:cs typeface="Calibri"/>
                <a:sym typeface="Calibri"/>
              </a:rPr>
              <a:t>2</a:t>
            </a:r>
            <a:endParaRPr b="0" i="0" sz="1100" u="none" cap="none" strike="noStrike">
              <a:solidFill>
                <a:srgbClr val="000000"/>
              </a:solidFill>
              <a:latin typeface="Arial"/>
              <a:ea typeface="Arial"/>
              <a:cs typeface="Arial"/>
              <a:sym typeface="Arial"/>
            </a:endParaRPr>
          </a:p>
        </p:txBody>
      </p:sp>
      <p:sp>
        <p:nvSpPr>
          <p:cNvPr id="994" name="Google Shape;994;p77"/>
          <p:cNvSpPr/>
          <p:nvPr/>
        </p:nvSpPr>
        <p:spPr>
          <a:xfrm>
            <a:off x="411450" y="3561757"/>
            <a:ext cx="658500" cy="363600"/>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900">
                <a:solidFill>
                  <a:schemeClr val="dk1"/>
                </a:solidFill>
                <a:latin typeface="Calibri"/>
                <a:ea typeface="Calibri"/>
                <a:cs typeface="Calibri"/>
                <a:sym typeface="Calibri"/>
              </a:rPr>
              <a:t>Scrum 51</a:t>
            </a:r>
            <a:endParaRPr sz="900">
              <a:solidFill>
                <a:schemeClr val="dk1"/>
              </a:solidFill>
              <a:latin typeface="Calibri"/>
              <a:ea typeface="Calibri"/>
              <a:cs typeface="Calibri"/>
              <a:sym typeface="Calibri"/>
            </a:endParaRPr>
          </a:p>
        </p:txBody>
      </p:sp>
      <p:sp>
        <p:nvSpPr>
          <p:cNvPr id="995" name="Google Shape;995;p77"/>
          <p:cNvSpPr/>
          <p:nvPr/>
        </p:nvSpPr>
        <p:spPr>
          <a:xfrm>
            <a:off x="1069818" y="3561757"/>
            <a:ext cx="2743200" cy="363600"/>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996" name="Google Shape;996;p77"/>
          <p:cNvSpPr/>
          <p:nvPr/>
        </p:nvSpPr>
        <p:spPr>
          <a:xfrm>
            <a:off x="1106394" y="3592002"/>
            <a:ext cx="2670000" cy="302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950">
                <a:solidFill>
                  <a:srgbClr val="2C2C2C"/>
                </a:solidFill>
                <a:latin typeface="Calibri"/>
                <a:ea typeface="Calibri"/>
                <a:cs typeface="Calibri"/>
                <a:sym typeface="Calibri"/>
              </a:rPr>
              <a:t>Start technical paper - Introduction</a:t>
            </a:r>
            <a:endParaRPr sz="950">
              <a:solidFill>
                <a:srgbClr val="2C2C2C"/>
              </a:solidFill>
              <a:latin typeface="Calibri"/>
              <a:ea typeface="Calibri"/>
              <a:cs typeface="Calibri"/>
              <a:sym typeface="Calibri"/>
            </a:endParaRPr>
          </a:p>
        </p:txBody>
      </p:sp>
      <p:sp>
        <p:nvSpPr>
          <p:cNvPr id="997" name="Google Shape;997;p77"/>
          <p:cNvSpPr/>
          <p:nvPr/>
        </p:nvSpPr>
        <p:spPr>
          <a:xfrm>
            <a:off x="3813018" y="3561757"/>
            <a:ext cx="2469000" cy="363600"/>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998" name="Google Shape;998;p77"/>
          <p:cNvSpPr/>
          <p:nvPr/>
        </p:nvSpPr>
        <p:spPr>
          <a:xfrm>
            <a:off x="3849594" y="3592002"/>
            <a:ext cx="2395800" cy="302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1000" u="none" cap="none" strike="noStrike">
                <a:solidFill>
                  <a:srgbClr val="2C2C2C"/>
                </a:solidFill>
                <a:latin typeface="Calibri"/>
                <a:ea typeface="Calibri"/>
                <a:cs typeface="Calibri"/>
                <a:sym typeface="Calibri"/>
              </a:rPr>
              <a:t>Mar 1</a:t>
            </a:r>
            <a:r>
              <a:rPr lang="en" sz="1000">
                <a:solidFill>
                  <a:srgbClr val="2C2C2C"/>
                </a:solidFill>
                <a:latin typeface="Calibri"/>
                <a:ea typeface="Calibri"/>
                <a:cs typeface="Calibri"/>
                <a:sym typeface="Calibri"/>
              </a:rPr>
              <a:t>8</a:t>
            </a:r>
            <a:endParaRPr b="0" i="0" sz="1000" u="none" cap="none" strike="noStrike">
              <a:solidFill>
                <a:srgbClr val="000000"/>
              </a:solidFill>
              <a:latin typeface="Arial"/>
              <a:ea typeface="Arial"/>
              <a:cs typeface="Arial"/>
              <a:sym typeface="Arial"/>
            </a:endParaRPr>
          </a:p>
        </p:txBody>
      </p:sp>
      <p:sp>
        <p:nvSpPr>
          <p:cNvPr id="999" name="Google Shape;999;p77"/>
          <p:cNvSpPr/>
          <p:nvPr/>
        </p:nvSpPr>
        <p:spPr>
          <a:xfrm>
            <a:off x="6281898" y="3561757"/>
            <a:ext cx="1216200" cy="363600"/>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1000" name="Google Shape;1000;p77"/>
          <p:cNvSpPr/>
          <p:nvPr/>
        </p:nvSpPr>
        <p:spPr>
          <a:xfrm>
            <a:off x="6318474" y="3592002"/>
            <a:ext cx="1143000" cy="302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lang="en" sz="1100">
                <a:solidFill>
                  <a:srgbClr val="2C2C2C"/>
                </a:solidFill>
                <a:latin typeface="Calibri"/>
                <a:ea typeface="Calibri"/>
                <a:cs typeface="Calibri"/>
                <a:sym typeface="Calibri"/>
              </a:rPr>
              <a:t>2</a:t>
            </a:r>
            <a:endParaRPr b="0" i="0" sz="1100" u="none" cap="none" strike="noStrike">
              <a:solidFill>
                <a:srgbClr val="000000"/>
              </a:solidFill>
              <a:latin typeface="Arial"/>
              <a:ea typeface="Arial"/>
              <a:cs typeface="Arial"/>
              <a:sym typeface="Arial"/>
            </a:endParaRPr>
          </a:p>
        </p:txBody>
      </p:sp>
      <p:sp>
        <p:nvSpPr>
          <p:cNvPr id="1001" name="Google Shape;1001;p77"/>
          <p:cNvSpPr/>
          <p:nvPr/>
        </p:nvSpPr>
        <p:spPr>
          <a:xfrm>
            <a:off x="7498050" y="3561757"/>
            <a:ext cx="1234500" cy="363600"/>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1002" name="Google Shape;1002;p77"/>
          <p:cNvSpPr/>
          <p:nvPr/>
        </p:nvSpPr>
        <p:spPr>
          <a:xfrm>
            <a:off x="7534626" y="3592002"/>
            <a:ext cx="1161300" cy="302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lang="en" sz="1100">
                <a:solidFill>
                  <a:srgbClr val="2C2C2C"/>
                </a:solidFill>
                <a:latin typeface="Calibri"/>
                <a:ea typeface="Calibri"/>
                <a:cs typeface="Calibri"/>
                <a:sym typeface="Calibri"/>
              </a:rPr>
              <a:t>2</a:t>
            </a:r>
            <a:endParaRPr b="0" i="0" sz="1100" u="none" cap="none" strike="noStrike">
              <a:solidFill>
                <a:srgbClr val="000000"/>
              </a:solidFill>
              <a:latin typeface="Arial"/>
              <a:ea typeface="Arial"/>
              <a:cs typeface="Arial"/>
              <a:sym typeface="Arial"/>
            </a:endParaRPr>
          </a:p>
        </p:txBody>
      </p:sp>
      <p:sp>
        <p:nvSpPr>
          <p:cNvPr id="1003" name="Google Shape;1003;p77"/>
          <p:cNvSpPr txBox="1"/>
          <p:nvPr/>
        </p:nvSpPr>
        <p:spPr>
          <a:xfrm>
            <a:off x="408900" y="4347225"/>
            <a:ext cx="2359200" cy="47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Albert Sans"/>
                <a:ea typeface="Albert Sans"/>
                <a:cs typeface="Albert Sans"/>
                <a:sym typeface="Albert Sans"/>
              </a:rPr>
              <a:t>Sprint 1 Story Points: 52</a:t>
            </a:r>
            <a:endParaRPr>
              <a:solidFill>
                <a:schemeClr val="dk1"/>
              </a:solidFill>
              <a:latin typeface="Albert Sans"/>
              <a:ea typeface="Albert Sans"/>
              <a:cs typeface="Albert Sans"/>
              <a:sym typeface="Albert San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7" name="Shape 1007"/>
        <p:cNvGrpSpPr/>
        <p:nvPr/>
      </p:nvGrpSpPr>
      <p:grpSpPr>
        <a:xfrm>
          <a:off x="0" y="0"/>
          <a:ext cx="0" cy="0"/>
          <a:chOff x="0" y="0"/>
          <a:chExt cx="0" cy="0"/>
        </a:xfrm>
      </p:grpSpPr>
      <p:sp>
        <p:nvSpPr>
          <p:cNvPr id="1008" name="Google Shape;1008;p78"/>
          <p:cNvSpPr/>
          <p:nvPr/>
        </p:nvSpPr>
        <p:spPr>
          <a:xfrm>
            <a:off x="1014984" y="91440"/>
            <a:ext cx="7580376"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300"/>
              <a:buFont typeface="Arial"/>
              <a:buNone/>
            </a:pPr>
            <a:r>
              <a:rPr b="1" i="0" lang="en" sz="3300" u="none" cap="none" strike="noStrike">
                <a:solidFill>
                  <a:schemeClr val="dk1"/>
                </a:solidFill>
                <a:latin typeface="Inter"/>
                <a:ea typeface="Inter"/>
                <a:cs typeface="Inter"/>
                <a:sym typeface="Inter"/>
              </a:rPr>
              <a:t>SPRINT 0 PRE-PLANNING</a:t>
            </a:r>
            <a:endParaRPr b="0" i="0" sz="3300" u="none" cap="none" strike="noStrike">
              <a:solidFill>
                <a:schemeClr val="dk1"/>
              </a:solidFill>
              <a:latin typeface="Inter"/>
              <a:ea typeface="Inter"/>
              <a:cs typeface="Inter"/>
              <a:sym typeface="Inter"/>
            </a:endParaRPr>
          </a:p>
        </p:txBody>
      </p:sp>
      <p:sp>
        <p:nvSpPr>
          <p:cNvPr id="1009" name="Google Shape;1009;p78"/>
          <p:cNvSpPr/>
          <p:nvPr/>
        </p:nvSpPr>
        <p:spPr>
          <a:xfrm>
            <a:off x="228600" y="1115568"/>
            <a:ext cx="731520" cy="310896"/>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78"/>
          <p:cNvSpPr/>
          <p:nvPr/>
        </p:nvSpPr>
        <p:spPr>
          <a:xfrm>
            <a:off x="283464" y="1152144"/>
            <a:ext cx="621792" cy="23774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SCRUM ID</a:t>
            </a:r>
            <a:endParaRPr b="0" i="0" sz="1100" u="none" cap="none" strike="noStrike">
              <a:solidFill>
                <a:srgbClr val="000000"/>
              </a:solidFill>
              <a:latin typeface="Arial"/>
              <a:ea typeface="Arial"/>
              <a:cs typeface="Arial"/>
              <a:sym typeface="Arial"/>
            </a:endParaRPr>
          </a:p>
        </p:txBody>
      </p:sp>
      <p:sp>
        <p:nvSpPr>
          <p:cNvPr id="1011" name="Google Shape;1011;p78"/>
          <p:cNvSpPr/>
          <p:nvPr/>
        </p:nvSpPr>
        <p:spPr>
          <a:xfrm>
            <a:off x="960120" y="1115568"/>
            <a:ext cx="4572000" cy="310896"/>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78"/>
          <p:cNvSpPr/>
          <p:nvPr/>
        </p:nvSpPr>
        <p:spPr>
          <a:xfrm>
            <a:off x="1014984" y="1152144"/>
            <a:ext cx="4462272" cy="23774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Task</a:t>
            </a:r>
            <a:endParaRPr b="0" i="0" sz="1100" u="none" cap="none" strike="noStrike">
              <a:solidFill>
                <a:srgbClr val="000000"/>
              </a:solidFill>
              <a:latin typeface="Arial"/>
              <a:ea typeface="Arial"/>
              <a:cs typeface="Arial"/>
              <a:sym typeface="Arial"/>
            </a:endParaRPr>
          </a:p>
        </p:txBody>
      </p:sp>
      <p:sp>
        <p:nvSpPr>
          <p:cNvPr id="1013" name="Google Shape;1013;p78"/>
          <p:cNvSpPr/>
          <p:nvPr/>
        </p:nvSpPr>
        <p:spPr>
          <a:xfrm>
            <a:off x="5532120" y="1115568"/>
            <a:ext cx="1371600" cy="310896"/>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78"/>
          <p:cNvSpPr/>
          <p:nvPr/>
        </p:nvSpPr>
        <p:spPr>
          <a:xfrm>
            <a:off x="5586984" y="1152144"/>
            <a:ext cx="1261872" cy="23774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Assignee</a:t>
            </a:r>
            <a:endParaRPr b="0" i="0" sz="1100" u="none" cap="none" strike="noStrike">
              <a:solidFill>
                <a:srgbClr val="000000"/>
              </a:solidFill>
              <a:latin typeface="Arial"/>
              <a:ea typeface="Arial"/>
              <a:cs typeface="Arial"/>
              <a:sym typeface="Arial"/>
            </a:endParaRPr>
          </a:p>
        </p:txBody>
      </p:sp>
      <p:sp>
        <p:nvSpPr>
          <p:cNvPr id="1015" name="Google Shape;1015;p78"/>
          <p:cNvSpPr/>
          <p:nvPr/>
        </p:nvSpPr>
        <p:spPr>
          <a:xfrm>
            <a:off x="6903720" y="1115568"/>
            <a:ext cx="1143000" cy="310896"/>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78"/>
          <p:cNvSpPr/>
          <p:nvPr/>
        </p:nvSpPr>
        <p:spPr>
          <a:xfrm>
            <a:off x="6958584" y="1152144"/>
            <a:ext cx="1033272" cy="23774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Updated</a:t>
            </a:r>
            <a:endParaRPr b="0" i="0" sz="1100" u="none" cap="none" strike="noStrike">
              <a:solidFill>
                <a:srgbClr val="000000"/>
              </a:solidFill>
              <a:latin typeface="Arial"/>
              <a:ea typeface="Arial"/>
              <a:cs typeface="Arial"/>
              <a:sym typeface="Arial"/>
            </a:endParaRPr>
          </a:p>
        </p:txBody>
      </p:sp>
      <p:sp>
        <p:nvSpPr>
          <p:cNvPr id="1017" name="Google Shape;1017;p78"/>
          <p:cNvSpPr/>
          <p:nvPr/>
        </p:nvSpPr>
        <p:spPr>
          <a:xfrm>
            <a:off x="8046720" y="1115568"/>
            <a:ext cx="914400" cy="310896"/>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78"/>
          <p:cNvSpPr/>
          <p:nvPr/>
        </p:nvSpPr>
        <p:spPr>
          <a:xfrm>
            <a:off x="8101584" y="1152144"/>
            <a:ext cx="804672" cy="23774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Points</a:t>
            </a:r>
            <a:endParaRPr b="0" i="0" sz="1100" u="none" cap="none" strike="noStrike">
              <a:solidFill>
                <a:srgbClr val="000000"/>
              </a:solidFill>
              <a:latin typeface="Arial"/>
              <a:ea typeface="Arial"/>
              <a:cs typeface="Arial"/>
              <a:sym typeface="Arial"/>
            </a:endParaRPr>
          </a:p>
        </p:txBody>
      </p:sp>
      <p:sp>
        <p:nvSpPr>
          <p:cNvPr id="1019" name="Google Shape;1019;p78"/>
          <p:cNvSpPr/>
          <p:nvPr/>
        </p:nvSpPr>
        <p:spPr>
          <a:xfrm>
            <a:off x="228600" y="1426464"/>
            <a:ext cx="731520" cy="237744"/>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78"/>
          <p:cNvSpPr/>
          <p:nvPr/>
        </p:nvSpPr>
        <p:spPr>
          <a:xfrm>
            <a:off x="265176" y="1444752"/>
            <a:ext cx="65836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2C2C2C"/>
                </a:solidFill>
                <a:latin typeface="Calibri"/>
                <a:ea typeface="Calibri"/>
                <a:cs typeface="Calibri"/>
                <a:sym typeface="Calibri"/>
              </a:rPr>
              <a:t>SCRUM-1</a:t>
            </a:r>
            <a:endParaRPr b="0" i="0" sz="800" u="none" cap="none" strike="noStrike">
              <a:solidFill>
                <a:srgbClr val="000000"/>
              </a:solidFill>
              <a:latin typeface="Arial"/>
              <a:ea typeface="Arial"/>
              <a:cs typeface="Arial"/>
              <a:sym typeface="Arial"/>
            </a:endParaRPr>
          </a:p>
        </p:txBody>
      </p:sp>
      <p:sp>
        <p:nvSpPr>
          <p:cNvPr id="1021" name="Google Shape;1021;p78"/>
          <p:cNvSpPr/>
          <p:nvPr/>
        </p:nvSpPr>
        <p:spPr>
          <a:xfrm>
            <a:off x="960120" y="1426464"/>
            <a:ext cx="4572000" cy="237744"/>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78"/>
          <p:cNvSpPr/>
          <p:nvPr/>
        </p:nvSpPr>
        <p:spPr>
          <a:xfrm>
            <a:off x="996696" y="1444752"/>
            <a:ext cx="4498848"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2C2C2C"/>
                </a:solidFill>
                <a:latin typeface="Calibri"/>
                <a:ea typeface="Calibri"/>
                <a:cs typeface="Calibri"/>
                <a:sym typeface="Calibri"/>
              </a:rPr>
              <a:t>Define problem statement and project description</a:t>
            </a:r>
            <a:endParaRPr b="0" i="0" sz="800" u="none" cap="none" strike="noStrike">
              <a:solidFill>
                <a:srgbClr val="000000"/>
              </a:solidFill>
              <a:latin typeface="Arial"/>
              <a:ea typeface="Arial"/>
              <a:cs typeface="Arial"/>
              <a:sym typeface="Arial"/>
            </a:endParaRPr>
          </a:p>
        </p:txBody>
      </p:sp>
      <p:sp>
        <p:nvSpPr>
          <p:cNvPr id="1023" name="Google Shape;1023;p78"/>
          <p:cNvSpPr/>
          <p:nvPr/>
        </p:nvSpPr>
        <p:spPr>
          <a:xfrm>
            <a:off x="5532120" y="1426464"/>
            <a:ext cx="1371600" cy="237744"/>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78"/>
          <p:cNvSpPr/>
          <p:nvPr/>
        </p:nvSpPr>
        <p:spPr>
          <a:xfrm>
            <a:off x="5568696" y="1444752"/>
            <a:ext cx="129844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50"/>
              <a:buFont typeface="Arial"/>
              <a:buNone/>
            </a:pPr>
            <a:r>
              <a:rPr b="0" i="0" lang="en" sz="750" u="none" cap="none" strike="noStrike">
                <a:solidFill>
                  <a:srgbClr val="2C2C2C"/>
                </a:solidFill>
                <a:latin typeface="Calibri"/>
                <a:ea typeface="Calibri"/>
                <a:cs typeface="Calibri"/>
                <a:sym typeface="Calibri"/>
              </a:rPr>
              <a:t>Daniel Fox</a:t>
            </a:r>
            <a:endParaRPr b="0" i="0" sz="750" u="none" cap="none" strike="noStrike">
              <a:solidFill>
                <a:srgbClr val="000000"/>
              </a:solidFill>
              <a:latin typeface="Arial"/>
              <a:ea typeface="Arial"/>
              <a:cs typeface="Arial"/>
              <a:sym typeface="Arial"/>
            </a:endParaRPr>
          </a:p>
        </p:txBody>
      </p:sp>
      <p:sp>
        <p:nvSpPr>
          <p:cNvPr id="1025" name="Google Shape;1025;p78"/>
          <p:cNvSpPr/>
          <p:nvPr/>
        </p:nvSpPr>
        <p:spPr>
          <a:xfrm>
            <a:off x="6903720" y="1426464"/>
            <a:ext cx="1143000" cy="237744"/>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78"/>
          <p:cNvSpPr/>
          <p:nvPr/>
        </p:nvSpPr>
        <p:spPr>
          <a:xfrm>
            <a:off x="6940296" y="1444752"/>
            <a:ext cx="106984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2C2C2C"/>
                </a:solidFill>
                <a:latin typeface="Calibri"/>
                <a:ea typeface="Calibri"/>
                <a:cs typeface="Calibri"/>
                <a:sym typeface="Calibri"/>
              </a:rPr>
              <a:t>Feb 18</a:t>
            </a:r>
            <a:endParaRPr b="0" i="0" sz="800" u="none" cap="none" strike="noStrike">
              <a:solidFill>
                <a:srgbClr val="000000"/>
              </a:solidFill>
              <a:latin typeface="Arial"/>
              <a:ea typeface="Arial"/>
              <a:cs typeface="Arial"/>
              <a:sym typeface="Arial"/>
            </a:endParaRPr>
          </a:p>
        </p:txBody>
      </p:sp>
      <p:sp>
        <p:nvSpPr>
          <p:cNvPr id="1027" name="Google Shape;1027;p78"/>
          <p:cNvSpPr/>
          <p:nvPr/>
        </p:nvSpPr>
        <p:spPr>
          <a:xfrm>
            <a:off x="8046720" y="1426464"/>
            <a:ext cx="914400" cy="237744"/>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78"/>
          <p:cNvSpPr/>
          <p:nvPr/>
        </p:nvSpPr>
        <p:spPr>
          <a:xfrm>
            <a:off x="8083296" y="1444752"/>
            <a:ext cx="84124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2C2C2C"/>
                </a:solidFill>
                <a:latin typeface="Calibri"/>
                <a:ea typeface="Calibri"/>
                <a:cs typeface="Calibri"/>
                <a:sym typeface="Calibri"/>
              </a:rPr>
              <a:t>5</a:t>
            </a:r>
            <a:endParaRPr b="0" i="0" sz="900" u="none" cap="none" strike="noStrike">
              <a:solidFill>
                <a:srgbClr val="000000"/>
              </a:solidFill>
              <a:latin typeface="Arial"/>
              <a:ea typeface="Arial"/>
              <a:cs typeface="Arial"/>
              <a:sym typeface="Arial"/>
            </a:endParaRPr>
          </a:p>
        </p:txBody>
      </p:sp>
      <p:sp>
        <p:nvSpPr>
          <p:cNvPr id="1029" name="Google Shape;1029;p78"/>
          <p:cNvSpPr/>
          <p:nvPr/>
        </p:nvSpPr>
        <p:spPr>
          <a:xfrm>
            <a:off x="228600" y="1664208"/>
            <a:ext cx="731520" cy="237744"/>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78"/>
          <p:cNvSpPr/>
          <p:nvPr/>
        </p:nvSpPr>
        <p:spPr>
          <a:xfrm>
            <a:off x="265176" y="1682496"/>
            <a:ext cx="65836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2C2C2C"/>
                </a:solidFill>
                <a:latin typeface="Calibri"/>
                <a:ea typeface="Calibri"/>
                <a:cs typeface="Calibri"/>
                <a:sym typeface="Calibri"/>
              </a:rPr>
              <a:t>SCRUM-2</a:t>
            </a:r>
            <a:endParaRPr b="0" i="0" sz="800" u="none" cap="none" strike="noStrike">
              <a:solidFill>
                <a:srgbClr val="000000"/>
              </a:solidFill>
              <a:latin typeface="Arial"/>
              <a:ea typeface="Arial"/>
              <a:cs typeface="Arial"/>
              <a:sym typeface="Arial"/>
            </a:endParaRPr>
          </a:p>
        </p:txBody>
      </p:sp>
      <p:sp>
        <p:nvSpPr>
          <p:cNvPr id="1031" name="Google Shape;1031;p78"/>
          <p:cNvSpPr/>
          <p:nvPr/>
        </p:nvSpPr>
        <p:spPr>
          <a:xfrm>
            <a:off x="960120" y="1664208"/>
            <a:ext cx="4572000" cy="237744"/>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78"/>
          <p:cNvSpPr/>
          <p:nvPr/>
        </p:nvSpPr>
        <p:spPr>
          <a:xfrm>
            <a:off x="996696" y="1682496"/>
            <a:ext cx="4498848"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2C2C2C"/>
                </a:solidFill>
                <a:latin typeface="Calibri"/>
                <a:ea typeface="Calibri"/>
                <a:cs typeface="Calibri"/>
                <a:sym typeface="Calibri"/>
              </a:rPr>
              <a:t>Create 3 user personas (Dr. Chen, Alex, Maya)</a:t>
            </a:r>
            <a:endParaRPr b="0" i="0" sz="800" u="none" cap="none" strike="noStrike">
              <a:solidFill>
                <a:srgbClr val="000000"/>
              </a:solidFill>
              <a:latin typeface="Arial"/>
              <a:ea typeface="Arial"/>
              <a:cs typeface="Arial"/>
              <a:sym typeface="Arial"/>
            </a:endParaRPr>
          </a:p>
        </p:txBody>
      </p:sp>
      <p:sp>
        <p:nvSpPr>
          <p:cNvPr id="1033" name="Google Shape;1033;p78"/>
          <p:cNvSpPr/>
          <p:nvPr/>
        </p:nvSpPr>
        <p:spPr>
          <a:xfrm>
            <a:off x="5532120" y="1664208"/>
            <a:ext cx="1371600" cy="237744"/>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78"/>
          <p:cNvSpPr/>
          <p:nvPr/>
        </p:nvSpPr>
        <p:spPr>
          <a:xfrm>
            <a:off x="5568696" y="1682496"/>
            <a:ext cx="129844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50"/>
              <a:buFont typeface="Arial"/>
              <a:buNone/>
            </a:pPr>
            <a:r>
              <a:rPr b="0" i="0" lang="en" sz="750" u="none" cap="none" strike="noStrike">
                <a:solidFill>
                  <a:srgbClr val="2C2C2C"/>
                </a:solidFill>
                <a:latin typeface="Calibri"/>
                <a:ea typeface="Calibri"/>
                <a:cs typeface="Calibri"/>
                <a:sym typeface="Calibri"/>
              </a:rPr>
              <a:t>Manohar</a:t>
            </a:r>
            <a:endParaRPr b="0" i="0" sz="750" u="none" cap="none" strike="noStrike">
              <a:solidFill>
                <a:srgbClr val="000000"/>
              </a:solidFill>
              <a:latin typeface="Arial"/>
              <a:ea typeface="Arial"/>
              <a:cs typeface="Arial"/>
              <a:sym typeface="Arial"/>
            </a:endParaRPr>
          </a:p>
        </p:txBody>
      </p:sp>
      <p:sp>
        <p:nvSpPr>
          <p:cNvPr id="1035" name="Google Shape;1035;p78"/>
          <p:cNvSpPr/>
          <p:nvPr/>
        </p:nvSpPr>
        <p:spPr>
          <a:xfrm>
            <a:off x="6903720" y="1664208"/>
            <a:ext cx="1143000" cy="237744"/>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78"/>
          <p:cNvSpPr/>
          <p:nvPr/>
        </p:nvSpPr>
        <p:spPr>
          <a:xfrm>
            <a:off x="6940296" y="1682496"/>
            <a:ext cx="106984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2C2C2C"/>
                </a:solidFill>
                <a:latin typeface="Calibri"/>
                <a:ea typeface="Calibri"/>
                <a:cs typeface="Calibri"/>
                <a:sym typeface="Calibri"/>
              </a:rPr>
              <a:t>Feb 18</a:t>
            </a:r>
            <a:endParaRPr b="0" i="0" sz="800" u="none" cap="none" strike="noStrike">
              <a:solidFill>
                <a:srgbClr val="000000"/>
              </a:solidFill>
              <a:latin typeface="Arial"/>
              <a:ea typeface="Arial"/>
              <a:cs typeface="Arial"/>
              <a:sym typeface="Arial"/>
            </a:endParaRPr>
          </a:p>
        </p:txBody>
      </p:sp>
      <p:sp>
        <p:nvSpPr>
          <p:cNvPr id="1037" name="Google Shape;1037;p78"/>
          <p:cNvSpPr/>
          <p:nvPr/>
        </p:nvSpPr>
        <p:spPr>
          <a:xfrm>
            <a:off x="8046720" y="1664208"/>
            <a:ext cx="914400" cy="237744"/>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78"/>
          <p:cNvSpPr/>
          <p:nvPr/>
        </p:nvSpPr>
        <p:spPr>
          <a:xfrm>
            <a:off x="8083296" y="1682496"/>
            <a:ext cx="84124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2C2C2C"/>
                </a:solidFill>
                <a:latin typeface="Calibri"/>
                <a:ea typeface="Calibri"/>
                <a:cs typeface="Calibri"/>
                <a:sym typeface="Calibri"/>
              </a:rPr>
              <a:t>3</a:t>
            </a:r>
            <a:endParaRPr b="0" i="0" sz="900" u="none" cap="none" strike="noStrike">
              <a:solidFill>
                <a:srgbClr val="000000"/>
              </a:solidFill>
              <a:latin typeface="Arial"/>
              <a:ea typeface="Arial"/>
              <a:cs typeface="Arial"/>
              <a:sym typeface="Arial"/>
            </a:endParaRPr>
          </a:p>
        </p:txBody>
      </p:sp>
      <p:sp>
        <p:nvSpPr>
          <p:cNvPr id="1039" name="Google Shape;1039;p78"/>
          <p:cNvSpPr/>
          <p:nvPr/>
        </p:nvSpPr>
        <p:spPr>
          <a:xfrm>
            <a:off x="228600" y="1901952"/>
            <a:ext cx="731520" cy="237744"/>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78"/>
          <p:cNvSpPr/>
          <p:nvPr/>
        </p:nvSpPr>
        <p:spPr>
          <a:xfrm>
            <a:off x="265176" y="1920240"/>
            <a:ext cx="65836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2C2C2C"/>
                </a:solidFill>
                <a:latin typeface="Calibri"/>
                <a:ea typeface="Calibri"/>
                <a:cs typeface="Calibri"/>
                <a:sym typeface="Calibri"/>
              </a:rPr>
              <a:t>SCRUM-3</a:t>
            </a:r>
            <a:endParaRPr b="0" i="0" sz="800" u="none" cap="none" strike="noStrike">
              <a:solidFill>
                <a:srgbClr val="000000"/>
              </a:solidFill>
              <a:latin typeface="Arial"/>
              <a:ea typeface="Arial"/>
              <a:cs typeface="Arial"/>
              <a:sym typeface="Arial"/>
            </a:endParaRPr>
          </a:p>
        </p:txBody>
      </p:sp>
      <p:sp>
        <p:nvSpPr>
          <p:cNvPr id="1041" name="Google Shape;1041;p78"/>
          <p:cNvSpPr/>
          <p:nvPr/>
        </p:nvSpPr>
        <p:spPr>
          <a:xfrm>
            <a:off x="960120" y="1901952"/>
            <a:ext cx="4572000" cy="237744"/>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78"/>
          <p:cNvSpPr/>
          <p:nvPr/>
        </p:nvSpPr>
        <p:spPr>
          <a:xfrm>
            <a:off x="996696" y="1920240"/>
            <a:ext cx="4498848"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2C2C2C"/>
                </a:solidFill>
                <a:latin typeface="Calibri"/>
                <a:ea typeface="Calibri"/>
                <a:cs typeface="Calibri"/>
                <a:sym typeface="Calibri"/>
              </a:rPr>
              <a:t>Finalize technologies and algorithms</a:t>
            </a:r>
            <a:endParaRPr b="0" i="0" sz="800" u="none" cap="none" strike="noStrike">
              <a:solidFill>
                <a:srgbClr val="000000"/>
              </a:solidFill>
              <a:latin typeface="Arial"/>
              <a:ea typeface="Arial"/>
              <a:cs typeface="Arial"/>
              <a:sym typeface="Arial"/>
            </a:endParaRPr>
          </a:p>
        </p:txBody>
      </p:sp>
      <p:sp>
        <p:nvSpPr>
          <p:cNvPr id="1043" name="Google Shape;1043;p78"/>
          <p:cNvSpPr/>
          <p:nvPr/>
        </p:nvSpPr>
        <p:spPr>
          <a:xfrm>
            <a:off x="5532120" y="1901952"/>
            <a:ext cx="1371600" cy="237744"/>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78"/>
          <p:cNvSpPr/>
          <p:nvPr/>
        </p:nvSpPr>
        <p:spPr>
          <a:xfrm>
            <a:off x="5568696" y="1920240"/>
            <a:ext cx="129844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50"/>
              <a:buFont typeface="Arial"/>
              <a:buNone/>
            </a:pPr>
            <a:r>
              <a:rPr b="0" i="0" lang="en" sz="750" u="none" cap="none" strike="noStrike">
                <a:solidFill>
                  <a:srgbClr val="2C2C2C"/>
                </a:solidFill>
                <a:latin typeface="Calibri"/>
                <a:ea typeface="Calibri"/>
                <a:cs typeface="Calibri"/>
                <a:sym typeface="Calibri"/>
              </a:rPr>
              <a:t>Deep</a:t>
            </a:r>
            <a:endParaRPr b="0" i="0" sz="750" u="none" cap="none" strike="noStrike">
              <a:solidFill>
                <a:srgbClr val="000000"/>
              </a:solidFill>
              <a:latin typeface="Arial"/>
              <a:ea typeface="Arial"/>
              <a:cs typeface="Arial"/>
              <a:sym typeface="Arial"/>
            </a:endParaRPr>
          </a:p>
        </p:txBody>
      </p:sp>
      <p:sp>
        <p:nvSpPr>
          <p:cNvPr id="1045" name="Google Shape;1045;p78"/>
          <p:cNvSpPr/>
          <p:nvPr/>
        </p:nvSpPr>
        <p:spPr>
          <a:xfrm>
            <a:off x="6903720" y="1901952"/>
            <a:ext cx="1143000" cy="237744"/>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78"/>
          <p:cNvSpPr/>
          <p:nvPr/>
        </p:nvSpPr>
        <p:spPr>
          <a:xfrm>
            <a:off x="6940296" y="1920240"/>
            <a:ext cx="106984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2C2C2C"/>
                </a:solidFill>
                <a:latin typeface="Calibri"/>
                <a:ea typeface="Calibri"/>
                <a:cs typeface="Calibri"/>
                <a:sym typeface="Calibri"/>
              </a:rPr>
              <a:t>Feb 18</a:t>
            </a:r>
            <a:endParaRPr b="0" i="0" sz="800" u="none" cap="none" strike="noStrike">
              <a:solidFill>
                <a:srgbClr val="000000"/>
              </a:solidFill>
              <a:latin typeface="Arial"/>
              <a:ea typeface="Arial"/>
              <a:cs typeface="Arial"/>
              <a:sym typeface="Arial"/>
            </a:endParaRPr>
          </a:p>
        </p:txBody>
      </p:sp>
      <p:sp>
        <p:nvSpPr>
          <p:cNvPr id="1047" name="Google Shape;1047;p78"/>
          <p:cNvSpPr/>
          <p:nvPr/>
        </p:nvSpPr>
        <p:spPr>
          <a:xfrm>
            <a:off x="8046720" y="1901952"/>
            <a:ext cx="914400" cy="237744"/>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78"/>
          <p:cNvSpPr/>
          <p:nvPr/>
        </p:nvSpPr>
        <p:spPr>
          <a:xfrm>
            <a:off x="8083296" y="1920240"/>
            <a:ext cx="84124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2C2C2C"/>
                </a:solidFill>
                <a:latin typeface="Calibri"/>
                <a:ea typeface="Calibri"/>
                <a:cs typeface="Calibri"/>
                <a:sym typeface="Calibri"/>
              </a:rPr>
              <a:t>1</a:t>
            </a:r>
            <a:endParaRPr b="0" i="0" sz="900" u="none" cap="none" strike="noStrike">
              <a:solidFill>
                <a:srgbClr val="000000"/>
              </a:solidFill>
              <a:latin typeface="Arial"/>
              <a:ea typeface="Arial"/>
              <a:cs typeface="Arial"/>
              <a:sym typeface="Arial"/>
            </a:endParaRPr>
          </a:p>
        </p:txBody>
      </p:sp>
      <p:sp>
        <p:nvSpPr>
          <p:cNvPr id="1049" name="Google Shape;1049;p78"/>
          <p:cNvSpPr/>
          <p:nvPr/>
        </p:nvSpPr>
        <p:spPr>
          <a:xfrm>
            <a:off x="228600" y="2139696"/>
            <a:ext cx="731520" cy="237744"/>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78"/>
          <p:cNvSpPr/>
          <p:nvPr/>
        </p:nvSpPr>
        <p:spPr>
          <a:xfrm>
            <a:off x="265176" y="2157984"/>
            <a:ext cx="65836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2C2C2C"/>
                </a:solidFill>
                <a:latin typeface="Calibri"/>
                <a:ea typeface="Calibri"/>
                <a:cs typeface="Calibri"/>
                <a:sym typeface="Calibri"/>
              </a:rPr>
              <a:t>SCRUM-4</a:t>
            </a:r>
            <a:endParaRPr b="0" i="0" sz="800" u="none" cap="none" strike="noStrike">
              <a:solidFill>
                <a:srgbClr val="000000"/>
              </a:solidFill>
              <a:latin typeface="Arial"/>
              <a:ea typeface="Arial"/>
              <a:cs typeface="Arial"/>
              <a:sym typeface="Arial"/>
            </a:endParaRPr>
          </a:p>
        </p:txBody>
      </p:sp>
      <p:sp>
        <p:nvSpPr>
          <p:cNvPr id="1051" name="Google Shape;1051;p78"/>
          <p:cNvSpPr/>
          <p:nvPr/>
        </p:nvSpPr>
        <p:spPr>
          <a:xfrm>
            <a:off x="960120" y="2139696"/>
            <a:ext cx="4572000" cy="237744"/>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78"/>
          <p:cNvSpPr/>
          <p:nvPr/>
        </p:nvSpPr>
        <p:spPr>
          <a:xfrm>
            <a:off x="996696" y="2157984"/>
            <a:ext cx="4498848"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2C2C2C"/>
                </a:solidFill>
                <a:latin typeface="Calibri"/>
                <a:ea typeface="Calibri"/>
                <a:cs typeface="Calibri"/>
                <a:sym typeface="Calibri"/>
              </a:rPr>
              <a:t>Finalize MVP overview</a:t>
            </a:r>
            <a:endParaRPr b="0" i="0" sz="800" u="none" cap="none" strike="noStrike">
              <a:solidFill>
                <a:srgbClr val="000000"/>
              </a:solidFill>
              <a:latin typeface="Arial"/>
              <a:ea typeface="Arial"/>
              <a:cs typeface="Arial"/>
              <a:sym typeface="Arial"/>
            </a:endParaRPr>
          </a:p>
        </p:txBody>
      </p:sp>
      <p:sp>
        <p:nvSpPr>
          <p:cNvPr id="1053" name="Google Shape;1053;p78"/>
          <p:cNvSpPr/>
          <p:nvPr/>
        </p:nvSpPr>
        <p:spPr>
          <a:xfrm>
            <a:off x="5532120" y="2139696"/>
            <a:ext cx="1371600" cy="237744"/>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78"/>
          <p:cNvSpPr/>
          <p:nvPr/>
        </p:nvSpPr>
        <p:spPr>
          <a:xfrm>
            <a:off x="5568696" y="2157984"/>
            <a:ext cx="129844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50"/>
              <a:buFont typeface="Arial"/>
              <a:buNone/>
            </a:pPr>
            <a:r>
              <a:rPr b="0" i="0" lang="en" sz="750" u="none" cap="none" strike="noStrike">
                <a:solidFill>
                  <a:srgbClr val="2C2C2C"/>
                </a:solidFill>
                <a:latin typeface="Calibri"/>
                <a:ea typeface="Calibri"/>
                <a:cs typeface="Calibri"/>
                <a:sym typeface="Calibri"/>
              </a:rPr>
              <a:t>Daniel Fox</a:t>
            </a:r>
            <a:endParaRPr b="0" i="0" sz="750" u="none" cap="none" strike="noStrike">
              <a:solidFill>
                <a:srgbClr val="000000"/>
              </a:solidFill>
              <a:latin typeface="Arial"/>
              <a:ea typeface="Arial"/>
              <a:cs typeface="Arial"/>
              <a:sym typeface="Arial"/>
            </a:endParaRPr>
          </a:p>
        </p:txBody>
      </p:sp>
      <p:sp>
        <p:nvSpPr>
          <p:cNvPr id="1055" name="Google Shape;1055;p78"/>
          <p:cNvSpPr/>
          <p:nvPr/>
        </p:nvSpPr>
        <p:spPr>
          <a:xfrm>
            <a:off x="6903720" y="2139696"/>
            <a:ext cx="1143000" cy="237744"/>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78"/>
          <p:cNvSpPr/>
          <p:nvPr/>
        </p:nvSpPr>
        <p:spPr>
          <a:xfrm>
            <a:off x="6940296" y="2157984"/>
            <a:ext cx="106984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2C2C2C"/>
                </a:solidFill>
                <a:latin typeface="Calibri"/>
                <a:ea typeface="Calibri"/>
                <a:cs typeface="Calibri"/>
                <a:sym typeface="Calibri"/>
              </a:rPr>
              <a:t>Feb 18</a:t>
            </a:r>
            <a:endParaRPr b="0" i="0" sz="800" u="none" cap="none" strike="noStrike">
              <a:solidFill>
                <a:srgbClr val="000000"/>
              </a:solidFill>
              <a:latin typeface="Arial"/>
              <a:ea typeface="Arial"/>
              <a:cs typeface="Arial"/>
              <a:sym typeface="Arial"/>
            </a:endParaRPr>
          </a:p>
        </p:txBody>
      </p:sp>
      <p:sp>
        <p:nvSpPr>
          <p:cNvPr id="1057" name="Google Shape;1057;p78"/>
          <p:cNvSpPr/>
          <p:nvPr/>
        </p:nvSpPr>
        <p:spPr>
          <a:xfrm>
            <a:off x="8046720" y="2139696"/>
            <a:ext cx="914400" cy="237744"/>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78"/>
          <p:cNvSpPr/>
          <p:nvPr/>
        </p:nvSpPr>
        <p:spPr>
          <a:xfrm>
            <a:off x="8083296" y="2157984"/>
            <a:ext cx="84124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2C2C2C"/>
                </a:solidFill>
                <a:latin typeface="Calibri"/>
                <a:ea typeface="Calibri"/>
                <a:cs typeface="Calibri"/>
                <a:sym typeface="Calibri"/>
              </a:rPr>
              <a:t>2</a:t>
            </a:r>
            <a:endParaRPr b="0" i="0" sz="900" u="none" cap="none" strike="noStrike">
              <a:solidFill>
                <a:srgbClr val="000000"/>
              </a:solidFill>
              <a:latin typeface="Arial"/>
              <a:ea typeface="Arial"/>
              <a:cs typeface="Arial"/>
              <a:sym typeface="Arial"/>
            </a:endParaRPr>
          </a:p>
        </p:txBody>
      </p:sp>
      <p:sp>
        <p:nvSpPr>
          <p:cNvPr id="1059" name="Google Shape;1059;p78"/>
          <p:cNvSpPr/>
          <p:nvPr/>
        </p:nvSpPr>
        <p:spPr>
          <a:xfrm>
            <a:off x="228600" y="2377440"/>
            <a:ext cx="731520" cy="237744"/>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78"/>
          <p:cNvSpPr/>
          <p:nvPr/>
        </p:nvSpPr>
        <p:spPr>
          <a:xfrm>
            <a:off x="265176" y="2395728"/>
            <a:ext cx="65836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2C2C2C"/>
                </a:solidFill>
                <a:latin typeface="Calibri"/>
                <a:ea typeface="Calibri"/>
                <a:cs typeface="Calibri"/>
                <a:sym typeface="Calibri"/>
              </a:rPr>
              <a:t>SCRUM-5</a:t>
            </a:r>
            <a:endParaRPr b="0" i="0" sz="800" u="none" cap="none" strike="noStrike">
              <a:solidFill>
                <a:srgbClr val="000000"/>
              </a:solidFill>
              <a:latin typeface="Arial"/>
              <a:ea typeface="Arial"/>
              <a:cs typeface="Arial"/>
              <a:sym typeface="Arial"/>
            </a:endParaRPr>
          </a:p>
        </p:txBody>
      </p:sp>
      <p:sp>
        <p:nvSpPr>
          <p:cNvPr id="1061" name="Google Shape;1061;p78"/>
          <p:cNvSpPr/>
          <p:nvPr/>
        </p:nvSpPr>
        <p:spPr>
          <a:xfrm>
            <a:off x="960120" y="2377440"/>
            <a:ext cx="4572000" cy="237744"/>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78"/>
          <p:cNvSpPr/>
          <p:nvPr/>
        </p:nvSpPr>
        <p:spPr>
          <a:xfrm>
            <a:off x="996696" y="2395728"/>
            <a:ext cx="4498848"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2C2C2C"/>
                </a:solidFill>
                <a:latin typeface="Calibri"/>
                <a:ea typeface="Calibri"/>
                <a:cs typeface="Calibri"/>
                <a:sym typeface="Calibri"/>
              </a:rPr>
              <a:t>Finalize Team Working Agreement</a:t>
            </a:r>
            <a:endParaRPr b="0" i="0" sz="800" u="none" cap="none" strike="noStrike">
              <a:solidFill>
                <a:srgbClr val="000000"/>
              </a:solidFill>
              <a:latin typeface="Arial"/>
              <a:ea typeface="Arial"/>
              <a:cs typeface="Arial"/>
              <a:sym typeface="Arial"/>
            </a:endParaRPr>
          </a:p>
        </p:txBody>
      </p:sp>
      <p:sp>
        <p:nvSpPr>
          <p:cNvPr id="1063" name="Google Shape;1063;p78"/>
          <p:cNvSpPr/>
          <p:nvPr/>
        </p:nvSpPr>
        <p:spPr>
          <a:xfrm>
            <a:off x="5532120" y="2377440"/>
            <a:ext cx="1371600" cy="237744"/>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78"/>
          <p:cNvSpPr/>
          <p:nvPr/>
        </p:nvSpPr>
        <p:spPr>
          <a:xfrm>
            <a:off x="5568696" y="2395728"/>
            <a:ext cx="129844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50"/>
              <a:buFont typeface="Arial"/>
              <a:buNone/>
            </a:pPr>
            <a:r>
              <a:rPr b="0" i="0" lang="en" sz="750" u="none" cap="none" strike="noStrike">
                <a:solidFill>
                  <a:srgbClr val="2C2C2C"/>
                </a:solidFill>
                <a:latin typeface="Calibri"/>
                <a:ea typeface="Calibri"/>
                <a:cs typeface="Calibri"/>
                <a:sym typeface="Calibri"/>
              </a:rPr>
              <a:t>Manohar</a:t>
            </a:r>
            <a:endParaRPr b="0" i="0" sz="750" u="none" cap="none" strike="noStrike">
              <a:solidFill>
                <a:srgbClr val="000000"/>
              </a:solidFill>
              <a:latin typeface="Arial"/>
              <a:ea typeface="Arial"/>
              <a:cs typeface="Arial"/>
              <a:sym typeface="Arial"/>
            </a:endParaRPr>
          </a:p>
        </p:txBody>
      </p:sp>
      <p:sp>
        <p:nvSpPr>
          <p:cNvPr id="1065" name="Google Shape;1065;p78"/>
          <p:cNvSpPr/>
          <p:nvPr/>
        </p:nvSpPr>
        <p:spPr>
          <a:xfrm>
            <a:off x="6903720" y="2377440"/>
            <a:ext cx="1143000" cy="237744"/>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78"/>
          <p:cNvSpPr/>
          <p:nvPr/>
        </p:nvSpPr>
        <p:spPr>
          <a:xfrm>
            <a:off x="6940296" y="2395728"/>
            <a:ext cx="106984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2C2C2C"/>
                </a:solidFill>
                <a:latin typeface="Calibri"/>
                <a:ea typeface="Calibri"/>
                <a:cs typeface="Calibri"/>
                <a:sym typeface="Calibri"/>
              </a:rPr>
              <a:t>Feb 18</a:t>
            </a:r>
            <a:endParaRPr b="0" i="0" sz="800" u="none" cap="none" strike="noStrike">
              <a:solidFill>
                <a:srgbClr val="000000"/>
              </a:solidFill>
              <a:latin typeface="Arial"/>
              <a:ea typeface="Arial"/>
              <a:cs typeface="Arial"/>
              <a:sym typeface="Arial"/>
            </a:endParaRPr>
          </a:p>
        </p:txBody>
      </p:sp>
      <p:sp>
        <p:nvSpPr>
          <p:cNvPr id="1067" name="Google Shape;1067;p78"/>
          <p:cNvSpPr/>
          <p:nvPr/>
        </p:nvSpPr>
        <p:spPr>
          <a:xfrm>
            <a:off x="8046720" y="2377440"/>
            <a:ext cx="914400" cy="237744"/>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78"/>
          <p:cNvSpPr/>
          <p:nvPr/>
        </p:nvSpPr>
        <p:spPr>
          <a:xfrm>
            <a:off x="8083296" y="2395728"/>
            <a:ext cx="84124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2C2C2C"/>
                </a:solidFill>
                <a:latin typeface="Calibri"/>
                <a:ea typeface="Calibri"/>
                <a:cs typeface="Calibri"/>
                <a:sym typeface="Calibri"/>
              </a:rPr>
              <a:t>1</a:t>
            </a:r>
            <a:endParaRPr b="0" i="0" sz="900" u="none" cap="none" strike="noStrike">
              <a:solidFill>
                <a:srgbClr val="000000"/>
              </a:solidFill>
              <a:latin typeface="Arial"/>
              <a:ea typeface="Arial"/>
              <a:cs typeface="Arial"/>
              <a:sym typeface="Arial"/>
            </a:endParaRPr>
          </a:p>
        </p:txBody>
      </p:sp>
      <p:sp>
        <p:nvSpPr>
          <p:cNvPr id="1069" name="Google Shape;1069;p78"/>
          <p:cNvSpPr/>
          <p:nvPr/>
        </p:nvSpPr>
        <p:spPr>
          <a:xfrm>
            <a:off x="228600" y="2615184"/>
            <a:ext cx="731520" cy="237744"/>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78"/>
          <p:cNvSpPr/>
          <p:nvPr/>
        </p:nvSpPr>
        <p:spPr>
          <a:xfrm>
            <a:off x="265176" y="2633472"/>
            <a:ext cx="65836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2C2C2C"/>
                </a:solidFill>
                <a:latin typeface="Calibri"/>
                <a:ea typeface="Calibri"/>
                <a:cs typeface="Calibri"/>
                <a:sym typeface="Calibri"/>
              </a:rPr>
              <a:t>SCRUM-6</a:t>
            </a:r>
            <a:endParaRPr b="0" i="0" sz="800" u="none" cap="none" strike="noStrike">
              <a:solidFill>
                <a:srgbClr val="000000"/>
              </a:solidFill>
              <a:latin typeface="Arial"/>
              <a:ea typeface="Arial"/>
              <a:cs typeface="Arial"/>
              <a:sym typeface="Arial"/>
            </a:endParaRPr>
          </a:p>
        </p:txBody>
      </p:sp>
      <p:sp>
        <p:nvSpPr>
          <p:cNvPr id="1071" name="Google Shape;1071;p78"/>
          <p:cNvSpPr/>
          <p:nvPr/>
        </p:nvSpPr>
        <p:spPr>
          <a:xfrm>
            <a:off x="960120" y="2615184"/>
            <a:ext cx="4572000" cy="237744"/>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78"/>
          <p:cNvSpPr/>
          <p:nvPr/>
        </p:nvSpPr>
        <p:spPr>
          <a:xfrm>
            <a:off x="996696" y="2633472"/>
            <a:ext cx="4498848"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2C2C2C"/>
                </a:solidFill>
                <a:latin typeface="Calibri"/>
                <a:ea typeface="Calibri"/>
                <a:cs typeface="Calibri"/>
                <a:sym typeface="Calibri"/>
              </a:rPr>
              <a:t>Finalize Team roles and responsibilities</a:t>
            </a:r>
            <a:endParaRPr b="0" i="0" sz="800" u="none" cap="none" strike="noStrike">
              <a:solidFill>
                <a:srgbClr val="000000"/>
              </a:solidFill>
              <a:latin typeface="Arial"/>
              <a:ea typeface="Arial"/>
              <a:cs typeface="Arial"/>
              <a:sym typeface="Arial"/>
            </a:endParaRPr>
          </a:p>
        </p:txBody>
      </p:sp>
      <p:sp>
        <p:nvSpPr>
          <p:cNvPr id="1073" name="Google Shape;1073;p78"/>
          <p:cNvSpPr/>
          <p:nvPr/>
        </p:nvSpPr>
        <p:spPr>
          <a:xfrm>
            <a:off x="5532120" y="2615184"/>
            <a:ext cx="1371600" cy="237744"/>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78"/>
          <p:cNvSpPr/>
          <p:nvPr/>
        </p:nvSpPr>
        <p:spPr>
          <a:xfrm>
            <a:off x="5568696" y="2633472"/>
            <a:ext cx="129844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50"/>
              <a:buFont typeface="Arial"/>
              <a:buNone/>
            </a:pPr>
            <a:r>
              <a:rPr b="0" i="0" lang="en" sz="750" u="none" cap="none" strike="noStrike">
                <a:solidFill>
                  <a:srgbClr val="2C2C2C"/>
                </a:solidFill>
                <a:latin typeface="Calibri"/>
                <a:ea typeface="Calibri"/>
                <a:cs typeface="Calibri"/>
                <a:sym typeface="Calibri"/>
              </a:rPr>
              <a:t>Swatej Goud Mella</a:t>
            </a:r>
            <a:endParaRPr b="0" i="0" sz="750" u="none" cap="none" strike="noStrike">
              <a:solidFill>
                <a:srgbClr val="000000"/>
              </a:solidFill>
              <a:latin typeface="Arial"/>
              <a:ea typeface="Arial"/>
              <a:cs typeface="Arial"/>
              <a:sym typeface="Arial"/>
            </a:endParaRPr>
          </a:p>
        </p:txBody>
      </p:sp>
      <p:sp>
        <p:nvSpPr>
          <p:cNvPr id="1075" name="Google Shape;1075;p78"/>
          <p:cNvSpPr/>
          <p:nvPr/>
        </p:nvSpPr>
        <p:spPr>
          <a:xfrm>
            <a:off x="6903720" y="2615184"/>
            <a:ext cx="1143000" cy="237744"/>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78"/>
          <p:cNvSpPr/>
          <p:nvPr/>
        </p:nvSpPr>
        <p:spPr>
          <a:xfrm>
            <a:off x="6940296" y="2633472"/>
            <a:ext cx="106984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2C2C2C"/>
                </a:solidFill>
                <a:latin typeface="Calibri"/>
                <a:ea typeface="Calibri"/>
                <a:cs typeface="Calibri"/>
                <a:sym typeface="Calibri"/>
              </a:rPr>
              <a:t>Feb 18</a:t>
            </a:r>
            <a:endParaRPr b="0" i="0" sz="800" u="none" cap="none" strike="noStrike">
              <a:solidFill>
                <a:srgbClr val="000000"/>
              </a:solidFill>
              <a:latin typeface="Arial"/>
              <a:ea typeface="Arial"/>
              <a:cs typeface="Arial"/>
              <a:sym typeface="Arial"/>
            </a:endParaRPr>
          </a:p>
        </p:txBody>
      </p:sp>
      <p:sp>
        <p:nvSpPr>
          <p:cNvPr id="1077" name="Google Shape;1077;p78"/>
          <p:cNvSpPr/>
          <p:nvPr/>
        </p:nvSpPr>
        <p:spPr>
          <a:xfrm>
            <a:off x="8046720" y="2615184"/>
            <a:ext cx="914400" cy="237744"/>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78"/>
          <p:cNvSpPr/>
          <p:nvPr/>
        </p:nvSpPr>
        <p:spPr>
          <a:xfrm>
            <a:off x="8083296" y="2633472"/>
            <a:ext cx="84124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2C2C2C"/>
                </a:solidFill>
                <a:latin typeface="Calibri"/>
                <a:ea typeface="Calibri"/>
                <a:cs typeface="Calibri"/>
                <a:sym typeface="Calibri"/>
              </a:rPr>
              <a:t>2</a:t>
            </a:r>
            <a:endParaRPr b="0" i="0" sz="900" u="none" cap="none" strike="noStrike">
              <a:solidFill>
                <a:srgbClr val="000000"/>
              </a:solidFill>
              <a:latin typeface="Arial"/>
              <a:ea typeface="Arial"/>
              <a:cs typeface="Arial"/>
              <a:sym typeface="Arial"/>
            </a:endParaRPr>
          </a:p>
        </p:txBody>
      </p:sp>
      <p:sp>
        <p:nvSpPr>
          <p:cNvPr id="1079" name="Google Shape;1079;p78"/>
          <p:cNvSpPr/>
          <p:nvPr/>
        </p:nvSpPr>
        <p:spPr>
          <a:xfrm>
            <a:off x="228600" y="2852928"/>
            <a:ext cx="731520" cy="237744"/>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78"/>
          <p:cNvSpPr/>
          <p:nvPr/>
        </p:nvSpPr>
        <p:spPr>
          <a:xfrm>
            <a:off x="265176" y="2871216"/>
            <a:ext cx="65836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2C2C2C"/>
                </a:solidFill>
                <a:latin typeface="Calibri"/>
                <a:ea typeface="Calibri"/>
                <a:cs typeface="Calibri"/>
                <a:sym typeface="Calibri"/>
              </a:rPr>
              <a:t>SCRUM-7</a:t>
            </a:r>
            <a:endParaRPr b="0" i="0" sz="800" u="none" cap="none" strike="noStrike">
              <a:solidFill>
                <a:srgbClr val="000000"/>
              </a:solidFill>
              <a:latin typeface="Arial"/>
              <a:ea typeface="Arial"/>
              <a:cs typeface="Arial"/>
              <a:sym typeface="Arial"/>
            </a:endParaRPr>
          </a:p>
        </p:txBody>
      </p:sp>
      <p:sp>
        <p:nvSpPr>
          <p:cNvPr id="1081" name="Google Shape;1081;p78"/>
          <p:cNvSpPr/>
          <p:nvPr/>
        </p:nvSpPr>
        <p:spPr>
          <a:xfrm>
            <a:off x="960120" y="2852928"/>
            <a:ext cx="4572000" cy="237744"/>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78"/>
          <p:cNvSpPr/>
          <p:nvPr/>
        </p:nvSpPr>
        <p:spPr>
          <a:xfrm>
            <a:off x="996696" y="2871216"/>
            <a:ext cx="4498848"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2C2C2C"/>
                </a:solidFill>
                <a:latin typeface="Calibri"/>
                <a:ea typeface="Calibri"/>
                <a:cs typeface="Calibri"/>
                <a:sym typeface="Calibri"/>
              </a:rPr>
              <a:t>Finalize Project Schedule</a:t>
            </a:r>
            <a:endParaRPr b="0" i="0" sz="800" u="none" cap="none" strike="noStrike">
              <a:solidFill>
                <a:srgbClr val="000000"/>
              </a:solidFill>
              <a:latin typeface="Arial"/>
              <a:ea typeface="Arial"/>
              <a:cs typeface="Arial"/>
              <a:sym typeface="Arial"/>
            </a:endParaRPr>
          </a:p>
        </p:txBody>
      </p:sp>
      <p:sp>
        <p:nvSpPr>
          <p:cNvPr id="1083" name="Google Shape;1083;p78"/>
          <p:cNvSpPr/>
          <p:nvPr/>
        </p:nvSpPr>
        <p:spPr>
          <a:xfrm>
            <a:off x="5532120" y="2852928"/>
            <a:ext cx="1371600" cy="237744"/>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78"/>
          <p:cNvSpPr/>
          <p:nvPr/>
        </p:nvSpPr>
        <p:spPr>
          <a:xfrm>
            <a:off x="5568696" y="2871216"/>
            <a:ext cx="129844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50"/>
              <a:buFont typeface="Arial"/>
              <a:buNone/>
            </a:pPr>
            <a:r>
              <a:rPr b="0" i="0" lang="en" sz="750" u="none" cap="none" strike="noStrike">
                <a:solidFill>
                  <a:srgbClr val="2C2C2C"/>
                </a:solidFill>
                <a:latin typeface="Calibri"/>
                <a:ea typeface="Calibri"/>
                <a:cs typeface="Calibri"/>
                <a:sym typeface="Calibri"/>
              </a:rPr>
              <a:t>Manohar</a:t>
            </a:r>
            <a:endParaRPr b="0" i="0" sz="750" u="none" cap="none" strike="noStrike">
              <a:solidFill>
                <a:srgbClr val="000000"/>
              </a:solidFill>
              <a:latin typeface="Arial"/>
              <a:ea typeface="Arial"/>
              <a:cs typeface="Arial"/>
              <a:sym typeface="Arial"/>
            </a:endParaRPr>
          </a:p>
        </p:txBody>
      </p:sp>
      <p:sp>
        <p:nvSpPr>
          <p:cNvPr id="1085" name="Google Shape;1085;p78"/>
          <p:cNvSpPr/>
          <p:nvPr/>
        </p:nvSpPr>
        <p:spPr>
          <a:xfrm>
            <a:off x="6903720" y="2852928"/>
            <a:ext cx="1143000" cy="237744"/>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78"/>
          <p:cNvSpPr/>
          <p:nvPr/>
        </p:nvSpPr>
        <p:spPr>
          <a:xfrm>
            <a:off x="6940296" y="2871216"/>
            <a:ext cx="106984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2C2C2C"/>
                </a:solidFill>
                <a:latin typeface="Calibri"/>
                <a:ea typeface="Calibri"/>
                <a:cs typeface="Calibri"/>
                <a:sym typeface="Calibri"/>
              </a:rPr>
              <a:t>Feb 18</a:t>
            </a:r>
            <a:endParaRPr b="0" i="0" sz="800" u="none" cap="none" strike="noStrike">
              <a:solidFill>
                <a:srgbClr val="000000"/>
              </a:solidFill>
              <a:latin typeface="Arial"/>
              <a:ea typeface="Arial"/>
              <a:cs typeface="Arial"/>
              <a:sym typeface="Arial"/>
            </a:endParaRPr>
          </a:p>
        </p:txBody>
      </p:sp>
      <p:sp>
        <p:nvSpPr>
          <p:cNvPr id="1087" name="Google Shape;1087;p78"/>
          <p:cNvSpPr/>
          <p:nvPr/>
        </p:nvSpPr>
        <p:spPr>
          <a:xfrm>
            <a:off x="8046720" y="2852928"/>
            <a:ext cx="914400" cy="237744"/>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78"/>
          <p:cNvSpPr/>
          <p:nvPr/>
        </p:nvSpPr>
        <p:spPr>
          <a:xfrm>
            <a:off x="8083296" y="2871216"/>
            <a:ext cx="84124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2C2C2C"/>
                </a:solidFill>
                <a:latin typeface="Calibri"/>
                <a:ea typeface="Calibri"/>
                <a:cs typeface="Calibri"/>
                <a:sym typeface="Calibri"/>
              </a:rPr>
              <a:t>2</a:t>
            </a:r>
            <a:endParaRPr b="0" i="0" sz="900" u="none" cap="none" strike="noStrike">
              <a:solidFill>
                <a:srgbClr val="000000"/>
              </a:solidFill>
              <a:latin typeface="Arial"/>
              <a:ea typeface="Arial"/>
              <a:cs typeface="Arial"/>
              <a:sym typeface="Arial"/>
            </a:endParaRPr>
          </a:p>
        </p:txBody>
      </p:sp>
      <p:sp>
        <p:nvSpPr>
          <p:cNvPr id="1089" name="Google Shape;1089;p78"/>
          <p:cNvSpPr/>
          <p:nvPr/>
        </p:nvSpPr>
        <p:spPr>
          <a:xfrm>
            <a:off x="228600" y="3090672"/>
            <a:ext cx="731520" cy="237744"/>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78"/>
          <p:cNvSpPr/>
          <p:nvPr/>
        </p:nvSpPr>
        <p:spPr>
          <a:xfrm>
            <a:off x="265176" y="3108960"/>
            <a:ext cx="65836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2C2C2C"/>
                </a:solidFill>
                <a:latin typeface="Calibri"/>
                <a:ea typeface="Calibri"/>
                <a:cs typeface="Calibri"/>
                <a:sym typeface="Calibri"/>
              </a:rPr>
              <a:t>SCRUM-8</a:t>
            </a:r>
            <a:endParaRPr b="0" i="0" sz="800" u="none" cap="none" strike="noStrike">
              <a:solidFill>
                <a:srgbClr val="000000"/>
              </a:solidFill>
              <a:latin typeface="Arial"/>
              <a:ea typeface="Arial"/>
              <a:cs typeface="Arial"/>
              <a:sym typeface="Arial"/>
            </a:endParaRPr>
          </a:p>
        </p:txBody>
      </p:sp>
      <p:sp>
        <p:nvSpPr>
          <p:cNvPr id="1091" name="Google Shape;1091;p78"/>
          <p:cNvSpPr/>
          <p:nvPr/>
        </p:nvSpPr>
        <p:spPr>
          <a:xfrm>
            <a:off x="960120" y="3090672"/>
            <a:ext cx="4572000" cy="237744"/>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78"/>
          <p:cNvSpPr/>
          <p:nvPr/>
        </p:nvSpPr>
        <p:spPr>
          <a:xfrm>
            <a:off x="996696" y="3108960"/>
            <a:ext cx="4498848"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2C2C2C"/>
                </a:solidFill>
                <a:latin typeface="Calibri"/>
                <a:ea typeface="Calibri"/>
                <a:cs typeface="Calibri"/>
                <a:sym typeface="Calibri"/>
              </a:rPr>
              <a:t>Sprint 0 Retrospective and recording</a:t>
            </a:r>
            <a:endParaRPr b="0" i="0" sz="800" u="none" cap="none" strike="noStrike">
              <a:solidFill>
                <a:srgbClr val="000000"/>
              </a:solidFill>
              <a:latin typeface="Arial"/>
              <a:ea typeface="Arial"/>
              <a:cs typeface="Arial"/>
              <a:sym typeface="Arial"/>
            </a:endParaRPr>
          </a:p>
        </p:txBody>
      </p:sp>
      <p:sp>
        <p:nvSpPr>
          <p:cNvPr id="1093" name="Google Shape;1093;p78"/>
          <p:cNvSpPr/>
          <p:nvPr/>
        </p:nvSpPr>
        <p:spPr>
          <a:xfrm>
            <a:off x="5532120" y="3090672"/>
            <a:ext cx="1371600" cy="237744"/>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78"/>
          <p:cNvSpPr/>
          <p:nvPr/>
        </p:nvSpPr>
        <p:spPr>
          <a:xfrm>
            <a:off x="5568696" y="3108960"/>
            <a:ext cx="129844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50"/>
              <a:buFont typeface="Arial"/>
              <a:buNone/>
            </a:pPr>
            <a:r>
              <a:rPr b="0" i="0" lang="en" sz="750" u="none" cap="none" strike="noStrike">
                <a:solidFill>
                  <a:srgbClr val="2C2C2C"/>
                </a:solidFill>
                <a:latin typeface="Calibri"/>
                <a:ea typeface="Calibri"/>
                <a:cs typeface="Calibri"/>
                <a:sym typeface="Calibri"/>
              </a:rPr>
              <a:t>Daniel Fox</a:t>
            </a:r>
            <a:endParaRPr b="0" i="0" sz="750" u="none" cap="none" strike="noStrike">
              <a:solidFill>
                <a:srgbClr val="000000"/>
              </a:solidFill>
              <a:latin typeface="Arial"/>
              <a:ea typeface="Arial"/>
              <a:cs typeface="Arial"/>
              <a:sym typeface="Arial"/>
            </a:endParaRPr>
          </a:p>
        </p:txBody>
      </p:sp>
      <p:sp>
        <p:nvSpPr>
          <p:cNvPr id="1095" name="Google Shape;1095;p78"/>
          <p:cNvSpPr/>
          <p:nvPr/>
        </p:nvSpPr>
        <p:spPr>
          <a:xfrm>
            <a:off x="6903720" y="3090672"/>
            <a:ext cx="1143000" cy="237744"/>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78"/>
          <p:cNvSpPr/>
          <p:nvPr/>
        </p:nvSpPr>
        <p:spPr>
          <a:xfrm>
            <a:off x="6940296" y="3108960"/>
            <a:ext cx="106984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2C2C2C"/>
                </a:solidFill>
                <a:latin typeface="Calibri"/>
                <a:ea typeface="Calibri"/>
                <a:cs typeface="Calibri"/>
                <a:sym typeface="Calibri"/>
              </a:rPr>
              <a:t>Feb 18</a:t>
            </a:r>
            <a:endParaRPr b="0" i="0" sz="800" u="none" cap="none" strike="noStrike">
              <a:solidFill>
                <a:srgbClr val="000000"/>
              </a:solidFill>
              <a:latin typeface="Arial"/>
              <a:ea typeface="Arial"/>
              <a:cs typeface="Arial"/>
              <a:sym typeface="Arial"/>
            </a:endParaRPr>
          </a:p>
        </p:txBody>
      </p:sp>
      <p:sp>
        <p:nvSpPr>
          <p:cNvPr id="1097" name="Google Shape;1097;p78"/>
          <p:cNvSpPr/>
          <p:nvPr/>
        </p:nvSpPr>
        <p:spPr>
          <a:xfrm>
            <a:off x="8046720" y="3090672"/>
            <a:ext cx="914400" cy="237744"/>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78"/>
          <p:cNvSpPr/>
          <p:nvPr/>
        </p:nvSpPr>
        <p:spPr>
          <a:xfrm>
            <a:off x="8083296" y="3108960"/>
            <a:ext cx="84124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2C2C2C"/>
                </a:solidFill>
                <a:latin typeface="Calibri"/>
                <a:ea typeface="Calibri"/>
                <a:cs typeface="Calibri"/>
                <a:sym typeface="Calibri"/>
              </a:rPr>
              <a:t>1</a:t>
            </a:r>
            <a:endParaRPr b="0" i="0" sz="900" u="none" cap="none" strike="noStrike">
              <a:solidFill>
                <a:srgbClr val="000000"/>
              </a:solidFill>
              <a:latin typeface="Arial"/>
              <a:ea typeface="Arial"/>
              <a:cs typeface="Arial"/>
              <a:sym typeface="Arial"/>
            </a:endParaRPr>
          </a:p>
        </p:txBody>
      </p:sp>
      <p:sp>
        <p:nvSpPr>
          <p:cNvPr id="1099" name="Google Shape;1099;p78"/>
          <p:cNvSpPr/>
          <p:nvPr/>
        </p:nvSpPr>
        <p:spPr>
          <a:xfrm>
            <a:off x="228600" y="3328416"/>
            <a:ext cx="731520" cy="237744"/>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78"/>
          <p:cNvSpPr/>
          <p:nvPr/>
        </p:nvSpPr>
        <p:spPr>
          <a:xfrm>
            <a:off x="265176" y="3346704"/>
            <a:ext cx="65836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2C2C2C"/>
                </a:solidFill>
                <a:latin typeface="Calibri"/>
                <a:ea typeface="Calibri"/>
                <a:cs typeface="Calibri"/>
                <a:sym typeface="Calibri"/>
              </a:rPr>
              <a:t>SCRUM-9</a:t>
            </a:r>
            <a:endParaRPr b="0" i="0" sz="800" u="none" cap="none" strike="noStrike">
              <a:solidFill>
                <a:srgbClr val="000000"/>
              </a:solidFill>
              <a:latin typeface="Arial"/>
              <a:ea typeface="Arial"/>
              <a:cs typeface="Arial"/>
              <a:sym typeface="Arial"/>
            </a:endParaRPr>
          </a:p>
        </p:txBody>
      </p:sp>
      <p:sp>
        <p:nvSpPr>
          <p:cNvPr id="1101" name="Google Shape;1101;p78"/>
          <p:cNvSpPr/>
          <p:nvPr/>
        </p:nvSpPr>
        <p:spPr>
          <a:xfrm>
            <a:off x="960120" y="3328416"/>
            <a:ext cx="4572000" cy="237744"/>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78"/>
          <p:cNvSpPr/>
          <p:nvPr/>
        </p:nvSpPr>
        <p:spPr>
          <a:xfrm>
            <a:off x="996696" y="3346704"/>
            <a:ext cx="4498848"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2C2C2C"/>
                </a:solidFill>
                <a:latin typeface="Calibri"/>
                <a:ea typeface="Calibri"/>
                <a:cs typeface="Calibri"/>
                <a:sym typeface="Calibri"/>
              </a:rPr>
              <a:t>Finalize Sprint 0 Presentation</a:t>
            </a:r>
            <a:endParaRPr b="0" i="0" sz="800" u="none" cap="none" strike="noStrike">
              <a:solidFill>
                <a:srgbClr val="000000"/>
              </a:solidFill>
              <a:latin typeface="Arial"/>
              <a:ea typeface="Arial"/>
              <a:cs typeface="Arial"/>
              <a:sym typeface="Arial"/>
            </a:endParaRPr>
          </a:p>
        </p:txBody>
      </p:sp>
      <p:sp>
        <p:nvSpPr>
          <p:cNvPr id="1103" name="Google Shape;1103;p78"/>
          <p:cNvSpPr/>
          <p:nvPr/>
        </p:nvSpPr>
        <p:spPr>
          <a:xfrm>
            <a:off x="5532120" y="3328416"/>
            <a:ext cx="1371600" cy="237744"/>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78"/>
          <p:cNvSpPr/>
          <p:nvPr/>
        </p:nvSpPr>
        <p:spPr>
          <a:xfrm>
            <a:off x="5568696" y="3346704"/>
            <a:ext cx="129844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50"/>
              <a:buFont typeface="Arial"/>
              <a:buNone/>
            </a:pPr>
            <a:r>
              <a:rPr b="0" i="0" lang="en" sz="750" u="none" cap="none" strike="noStrike">
                <a:solidFill>
                  <a:srgbClr val="2C2C2C"/>
                </a:solidFill>
                <a:latin typeface="Calibri"/>
                <a:ea typeface="Calibri"/>
                <a:cs typeface="Calibri"/>
                <a:sym typeface="Calibri"/>
              </a:rPr>
              <a:t>Deep</a:t>
            </a:r>
            <a:endParaRPr b="0" i="0" sz="750" u="none" cap="none" strike="noStrike">
              <a:solidFill>
                <a:srgbClr val="000000"/>
              </a:solidFill>
              <a:latin typeface="Arial"/>
              <a:ea typeface="Arial"/>
              <a:cs typeface="Arial"/>
              <a:sym typeface="Arial"/>
            </a:endParaRPr>
          </a:p>
        </p:txBody>
      </p:sp>
      <p:sp>
        <p:nvSpPr>
          <p:cNvPr id="1105" name="Google Shape;1105;p78"/>
          <p:cNvSpPr/>
          <p:nvPr/>
        </p:nvSpPr>
        <p:spPr>
          <a:xfrm>
            <a:off x="6903720" y="3328416"/>
            <a:ext cx="1143000" cy="237744"/>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78"/>
          <p:cNvSpPr/>
          <p:nvPr/>
        </p:nvSpPr>
        <p:spPr>
          <a:xfrm>
            <a:off x="6940296" y="3346704"/>
            <a:ext cx="106984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2C2C2C"/>
                </a:solidFill>
                <a:latin typeface="Calibri"/>
                <a:ea typeface="Calibri"/>
                <a:cs typeface="Calibri"/>
                <a:sym typeface="Calibri"/>
              </a:rPr>
              <a:t>Feb 18</a:t>
            </a:r>
            <a:endParaRPr b="0" i="0" sz="800" u="none" cap="none" strike="noStrike">
              <a:solidFill>
                <a:srgbClr val="000000"/>
              </a:solidFill>
              <a:latin typeface="Arial"/>
              <a:ea typeface="Arial"/>
              <a:cs typeface="Arial"/>
              <a:sym typeface="Arial"/>
            </a:endParaRPr>
          </a:p>
        </p:txBody>
      </p:sp>
      <p:sp>
        <p:nvSpPr>
          <p:cNvPr id="1107" name="Google Shape;1107;p78"/>
          <p:cNvSpPr/>
          <p:nvPr/>
        </p:nvSpPr>
        <p:spPr>
          <a:xfrm>
            <a:off x="8046720" y="3328416"/>
            <a:ext cx="914400" cy="237744"/>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78"/>
          <p:cNvSpPr/>
          <p:nvPr/>
        </p:nvSpPr>
        <p:spPr>
          <a:xfrm>
            <a:off x="8083296" y="3346704"/>
            <a:ext cx="84124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2C2C2C"/>
                </a:solidFill>
                <a:latin typeface="Calibri"/>
                <a:ea typeface="Calibri"/>
                <a:cs typeface="Calibri"/>
                <a:sym typeface="Calibri"/>
              </a:rPr>
              <a:t>3</a:t>
            </a:r>
            <a:endParaRPr b="0" i="0" sz="900" u="none" cap="none" strike="noStrike">
              <a:solidFill>
                <a:srgbClr val="000000"/>
              </a:solidFill>
              <a:latin typeface="Arial"/>
              <a:ea typeface="Arial"/>
              <a:cs typeface="Arial"/>
              <a:sym typeface="Arial"/>
            </a:endParaRPr>
          </a:p>
        </p:txBody>
      </p:sp>
      <p:sp>
        <p:nvSpPr>
          <p:cNvPr id="1109" name="Google Shape;1109;p78"/>
          <p:cNvSpPr/>
          <p:nvPr/>
        </p:nvSpPr>
        <p:spPr>
          <a:xfrm>
            <a:off x="228600" y="3566160"/>
            <a:ext cx="731520" cy="237744"/>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78"/>
          <p:cNvSpPr/>
          <p:nvPr/>
        </p:nvSpPr>
        <p:spPr>
          <a:xfrm>
            <a:off x="265176" y="3584448"/>
            <a:ext cx="65836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2C2C2C"/>
                </a:solidFill>
                <a:latin typeface="Calibri"/>
                <a:ea typeface="Calibri"/>
                <a:cs typeface="Calibri"/>
                <a:sym typeface="Calibri"/>
              </a:rPr>
              <a:t>SCRUM-10</a:t>
            </a:r>
            <a:endParaRPr b="0" i="0" sz="800" u="none" cap="none" strike="noStrike">
              <a:solidFill>
                <a:srgbClr val="000000"/>
              </a:solidFill>
              <a:latin typeface="Arial"/>
              <a:ea typeface="Arial"/>
              <a:cs typeface="Arial"/>
              <a:sym typeface="Arial"/>
            </a:endParaRPr>
          </a:p>
        </p:txBody>
      </p:sp>
      <p:sp>
        <p:nvSpPr>
          <p:cNvPr id="1111" name="Google Shape;1111;p78"/>
          <p:cNvSpPr/>
          <p:nvPr/>
        </p:nvSpPr>
        <p:spPr>
          <a:xfrm>
            <a:off x="960120" y="3566160"/>
            <a:ext cx="4572000" cy="237744"/>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78"/>
          <p:cNvSpPr/>
          <p:nvPr/>
        </p:nvSpPr>
        <p:spPr>
          <a:xfrm>
            <a:off x="996696" y="3584448"/>
            <a:ext cx="4498848"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2C2C2C"/>
                </a:solidFill>
                <a:latin typeface="Calibri"/>
                <a:ea typeface="Calibri"/>
                <a:cs typeface="Calibri"/>
                <a:sym typeface="Calibri"/>
              </a:rPr>
              <a:t>Sprint 0 Presentation and recording</a:t>
            </a:r>
            <a:endParaRPr b="0" i="0" sz="800" u="none" cap="none" strike="noStrike">
              <a:solidFill>
                <a:srgbClr val="000000"/>
              </a:solidFill>
              <a:latin typeface="Arial"/>
              <a:ea typeface="Arial"/>
              <a:cs typeface="Arial"/>
              <a:sym typeface="Arial"/>
            </a:endParaRPr>
          </a:p>
        </p:txBody>
      </p:sp>
      <p:sp>
        <p:nvSpPr>
          <p:cNvPr id="1113" name="Google Shape;1113;p78"/>
          <p:cNvSpPr/>
          <p:nvPr/>
        </p:nvSpPr>
        <p:spPr>
          <a:xfrm>
            <a:off x="5532120" y="3566160"/>
            <a:ext cx="1371600" cy="237744"/>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78"/>
          <p:cNvSpPr/>
          <p:nvPr/>
        </p:nvSpPr>
        <p:spPr>
          <a:xfrm>
            <a:off x="5568696" y="3584448"/>
            <a:ext cx="129844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50"/>
              <a:buFont typeface="Arial"/>
              <a:buNone/>
            </a:pPr>
            <a:r>
              <a:rPr b="0" i="0" lang="en" sz="750" u="none" cap="none" strike="noStrike">
                <a:solidFill>
                  <a:srgbClr val="2C2C2C"/>
                </a:solidFill>
                <a:latin typeface="Calibri"/>
                <a:ea typeface="Calibri"/>
                <a:cs typeface="Calibri"/>
                <a:sym typeface="Calibri"/>
              </a:rPr>
              <a:t>Daniel Fox</a:t>
            </a:r>
            <a:endParaRPr b="0" i="0" sz="750" u="none" cap="none" strike="noStrike">
              <a:solidFill>
                <a:srgbClr val="000000"/>
              </a:solidFill>
              <a:latin typeface="Arial"/>
              <a:ea typeface="Arial"/>
              <a:cs typeface="Arial"/>
              <a:sym typeface="Arial"/>
            </a:endParaRPr>
          </a:p>
        </p:txBody>
      </p:sp>
      <p:sp>
        <p:nvSpPr>
          <p:cNvPr id="1115" name="Google Shape;1115;p78"/>
          <p:cNvSpPr/>
          <p:nvPr/>
        </p:nvSpPr>
        <p:spPr>
          <a:xfrm>
            <a:off x="6903720" y="3566160"/>
            <a:ext cx="1143000" cy="237744"/>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78"/>
          <p:cNvSpPr/>
          <p:nvPr/>
        </p:nvSpPr>
        <p:spPr>
          <a:xfrm>
            <a:off x="6940296" y="3584448"/>
            <a:ext cx="106984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2C2C2C"/>
                </a:solidFill>
                <a:latin typeface="Calibri"/>
                <a:ea typeface="Calibri"/>
                <a:cs typeface="Calibri"/>
                <a:sym typeface="Calibri"/>
              </a:rPr>
              <a:t>Feb 19</a:t>
            </a:r>
            <a:endParaRPr b="0" i="0" sz="800" u="none" cap="none" strike="noStrike">
              <a:solidFill>
                <a:srgbClr val="000000"/>
              </a:solidFill>
              <a:latin typeface="Arial"/>
              <a:ea typeface="Arial"/>
              <a:cs typeface="Arial"/>
              <a:sym typeface="Arial"/>
            </a:endParaRPr>
          </a:p>
        </p:txBody>
      </p:sp>
      <p:sp>
        <p:nvSpPr>
          <p:cNvPr id="1117" name="Google Shape;1117;p78"/>
          <p:cNvSpPr/>
          <p:nvPr/>
        </p:nvSpPr>
        <p:spPr>
          <a:xfrm>
            <a:off x="8046720" y="3566160"/>
            <a:ext cx="914400" cy="237744"/>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78"/>
          <p:cNvSpPr/>
          <p:nvPr/>
        </p:nvSpPr>
        <p:spPr>
          <a:xfrm>
            <a:off x="8083296" y="3584448"/>
            <a:ext cx="84124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2C2C2C"/>
                </a:solidFill>
                <a:latin typeface="Calibri"/>
                <a:ea typeface="Calibri"/>
                <a:cs typeface="Calibri"/>
                <a:sym typeface="Calibri"/>
              </a:rPr>
              <a:t>2</a:t>
            </a:r>
            <a:endParaRPr b="0" i="0" sz="900" u="none" cap="none" strike="noStrike">
              <a:solidFill>
                <a:srgbClr val="000000"/>
              </a:solidFill>
              <a:latin typeface="Arial"/>
              <a:ea typeface="Arial"/>
              <a:cs typeface="Arial"/>
              <a:sym typeface="Arial"/>
            </a:endParaRPr>
          </a:p>
        </p:txBody>
      </p:sp>
      <p:sp>
        <p:nvSpPr>
          <p:cNvPr id="1119" name="Google Shape;1119;p78"/>
          <p:cNvSpPr/>
          <p:nvPr/>
        </p:nvSpPr>
        <p:spPr>
          <a:xfrm>
            <a:off x="228600" y="3803904"/>
            <a:ext cx="731520" cy="237744"/>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78"/>
          <p:cNvSpPr/>
          <p:nvPr/>
        </p:nvSpPr>
        <p:spPr>
          <a:xfrm>
            <a:off x="265176" y="3822192"/>
            <a:ext cx="65836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2C2C2C"/>
                </a:solidFill>
                <a:latin typeface="Calibri"/>
                <a:ea typeface="Calibri"/>
                <a:cs typeface="Calibri"/>
                <a:sym typeface="Calibri"/>
              </a:rPr>
              <a:t>SCRUM-11</a:t>
            </a:r>
            <a:endParaRPr b="0" i="0" sz="800" u="none" cap="none" strike="noStrike">
              <a:solidFill>
                <a:srgbClr val="000000"/>
              </a:solidFill>
              <a:latin typeface="Arial"/>
              <a:ea typeface="Arial"/>
              <a:cs typeface="Arial"/>
              <a:sym typeface="Arial"/>
            </a:endParaRPr>
          </a:p>
        </p:txBody>
      </p:sp>
      <p:sp>
        <p:nvSpPr>
          <p:cNvPr id="1121" name="Google Shape;1121;p78"/>
          <p:cNvSpPr/>
          <p:nvPr/>
        </p:nvSpPr>
        <p:spPr>
          <a:xfrm>
            <a:off x="960120" y="3803904"/>
            <a:ext cx="4572000" cy="237744"/>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78"/>
          <p:cNvSpPr/>
          <p:nvPr/>
        </p:nvSpPr>
        <p:spPr>
          <a:xfrm>
            <a:off x="996696" y="3822192"/>
            <a:ext cx="4498848"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2C2C2C"/>
                </a:solidFill>
                <a:latin typeface="Calibri"/>
                <a:ea typeface="Calibri"/>
                <a:cs typeface="Calibri"/>
                <a:sym typeface="Calibri"/>
              </a:rPr>
              <a:t>Research knee OA datasets (OAI, MOST)</a:t>
            </a:r>
            <a:endParaRPr b="0" i="0" sz="800" u="none" cap="none" strike="noStrike">
              <a:solidFill>
                <a:srgbClr val="000000"/>
              </a:solidFill>
              <a:latin typeface="Arial"/>
              <a:ea typeface="Arial"/>
              <a:cs typeface="Arial"/>
              <a:sym typeface="Arial"/>
            </a:endParaRPr>
          </a:p>
        </p:txBody>
      </p:sp>
      <p:sp>
        <p:nvSpPr>
          <p:cNvPr id="1123" name="Google Shape;1123;p78"/>
          <p:cNvSpPr/>
          <p:nvPr/>
        </p:nvSpPr>
        <p:spPr>
          <a:xfrm>
            <a:off x="5532120" y="3803904"/>
            <a:ext cx="1371600" cy="237744"/>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78"/>
          <p:cNvSpPr/>
          <p:nvPr/>
        </p:nvSpPr>
        <p:spPr>
          <a:xfrm>
            <a:off x="5568696" y="3822192"/>
            <a:ext cx="129844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50"/>
              <a:buFont typeface="Arial"/>
              <a:buNone/>
            </a:pPr>
            <a:r>
              <a:rPr b="0" i="0" lang="en" sz="750" u="none" cap="none" strike="noStrike">
                <a:solidFill>
                  <a:srgbClr val="2C2C2C"/>
                </a:solidFill>
                <a:latin typeface="Calibri"/>
                <a:ea typeface="Calibri"/>
                <a:cs typeface="Calibri"/>
                <a:sym typeface="Calibri"/>
              </a:rPr>
              <a:t>Sarvesh Shah</a:t>
            </a:r>
            <a:endParaRPr b="0" i="0" sz="750" u="none" cap="none" strike="noStrike">
              <a:solidFill>
                <a:srgbClr val="000000"/>
              </a:solidFill>
              <a:latin typeface="Arial"/>
              <a:ea typeface="Arial"/>
              <a:cs typeface="Arial"/>
              <a:sym typeface="Arial"/>
            </a:endParaRPr>
          </a:p>
        </p:txBody>
      </p:sp>
      <p:sp>
        <p:nvSpPr>
          <p:cNvPr id="1125" name="Google Shape;1125;p78"/>
          <p:cNvSpPr/>
          <p:nvPr/>
        </p:nvSpPr>
        <p:spPr>
          <a:xfrm>
            <a:off x="6903720" y="3803904"/>
            <a:ext cx="1143000" cy="237744"/>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78"/>
          <p:cNvSpPr/>
          <p:nvPr/>
        </p:nvSpPr>
        <p:spPr>
          <a:xfrm>
            <a:off x="6940296" y="3822192"/>
            <a:ext cx="106984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2C2C2C"/>
                </a:solidFill>
                <a:latin typeface="Calibri"/>
                <a:ea typeface="Calibri"/>
                <a:cs typeface="Calibri"/>
                <a:sym typeface="Calibri"/>
              </a:rPr>
              <a:t>Feb 18</a:t>
            </a:r>
            <a:endParaRPr b="0" i="0" sz="800" u="none" cap="none" strike="noStrike">
              <a:solidFill>
                <a:srgbClr val="000000"/>
              </a:solidFill>
              <a:latin typeface="Arial"/>
              <a:ea typeface="Arial"/>
              <a:cs typeface="Arial"/>
              <a:sym typeface="Arial"/>
            </a:endParaRPr>
          </a:p>
        </p:txBody>
      </p:sp>
      <p:sp>
        <p:nvSpPr>
          <p:cNvPr id="1127" name="Google Shape;1127;p78"/>
          <p:cNvSpPr/>
          <p:nvPr/>
        </p:nvSpPr>
        <p:spPr>
          <a:xfrm>
            <a:off x="8046720" y="3803904"/>
            <a:ext cx="914400" cy="237744"/>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78"/>
          <p:cNvSpPr/>
          <p:nvPr/>
        </p:nvSpPr>
        <p:spPr>
          <a:xfrm>
            <a:off x="8083296" y="3822192"/>
            <a:ext cx="84124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2C2C2C"/>
                </a:solidFill>
                <a:latin typeface="Calibri"/>
                <a:ea typeface="Calibri"/>
                <a:cs typeface="Calibri"/>
                <a:sym typeface="Calibri"/>
              </a:rPr>
              <a:t>5</a:t>
            </a:r>
            <a:endParaRPr b="0" i="0" sz="900" u="none" cap="none" strike="noStrike">
              <a:solidFill>
                <a:srgbClr val="000000"/>
              </a:solidFill>
              <a:latin typeface="Arial"/>
              <a:ea typeface="Arial"/>
              <a:cs typeface="Arial"/>
              <a:sym typeface="Arial"/>
            </a:endParaRPr>
          </a:p>
        </p:txBody>
      </p:sp>
      <p:sp>
        <p:nvSpPr>
          <p:cNvPr id="1129" name="Google Shape;1129;p78"/>
          <p:cNvSpPr/>
          <p:nvPr/>
        </p:nvSpPr>
        <p:spPr>
          <a:xfrm>
            <a:off x="228600" y="4041648"/>
            <a:ext cx="731520" cy="237744"/>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78"/>
          <p:cNvSpPr/>
          <p:nvPr/>
        </p:nvSpPr>
        <p:spPr>
          <a:xfrm>
            <a:off x="265176" y="4059936"/>
            <a:ext cx="65836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2C2C2C"/>
                </a:solidFill>
                <a:latin typeface="Calibri"/>
                <a:ea typeface="Calibri"/>
                <a:cs typeface="Calibri"/>
                <a:sym typeface="Calibri"/>
              </a:rPr>
              <a:t>SCRUM-12</a:t>
            </a:r>
            <a:endParaRPr b="0" i="0" sz="800" u="none" cap="none" strike="noStrike">
              <a:solidFill>
                <a:srgbClr val="000000"/>
              </a:solidFill>
              <a:latin typeface="Arial"/>
              <a:ea typeface="Arial"/>
              <a:cs typeface="Arial"/>
              <a:sym typeface="Arial"/>
            </a:endParaRPr>
          </a:p>
        </p:txBody>
      </p:sp>
      <p:sp>
        <p:nvSpPr>
          <p:cNvPr id="1131" name="Google Shape;1131;p78"/>
          <p:cNvSpPr/>
          <p:nvPr/>
        </p:nvSpPr>
        <p:spPr>
          <a:xfrm>
            <a:off x="960120" y="4041648"/>
            <a:ext cx="4572000" cy="237744"/>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78"/>
          <p:cNvSpPr/>
          <p:nvPr/>
        </p:nvSpPr>
        <p:spPr>
          <a:xfrm>
            <a:off x="996696" y="4059936"/>
            <a:ext cx="4498848"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2C2C2C"/>
                </a:solidFill>
                <a:latin typeface="Calibri"/>
                <a:ea typeface="Calibri"/>
                <a:cs typeface="Calibri"/>
                <a:sym typeface="Calibri"/>
              </a:rPr>
              <a:t>Create Jira Project and invite all teammates</a:t>
            </a:r>
            <a:endParaRPr b="0" i="0" sz="800" u="none" cap="none" strike="noStrike">
              <a:solidFill>
                <a:srgbClr val="000000"/>
              </a:solidFill>
              <a:latin typeface="Arial"/>
              <a:ea typeface="Arial"/>
              <a:cs typeface="Arial"/>
              <a:sym typeface="Arial"/>
            </a:endParaRPr>
          </a:p>
        </p:txBody>
      </p:sp>
      <p:sp>
        <p:nvSpPr>
          <p:cNvPr id="1133" name="Google Shape;1133;p78"/>
          <p:cNvSpPr/>
          <p:nvPr/>
        </p:nvSpPr>
        <p:spPr>
          <a:xfrm>
            <a:off x="5532120" y="4041648"/>
            <a:ext cx="1371600" cy="237744"/>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78"/>
          <p:cNvSpPr/>
          <p:nvPr/>
        </p:nvSpPr>
        <p:spPr>
          <a:xfrm>
            <a:off x="5568696" y="4059936"/>
            <a:ext cx="129844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50"/>
              <a:buFont typeface="Arial"/>
              <a:buNone/>
            </a:pPr>
            <a:r>
              <a:rPr b="0" i="0" lang="en" sz="750" u="none" cap="none" strike="noStrike">
                <a:solidFill>
                  <a:srgbClr val="2C2C2C"/>
                </a:solidFill>
                <a:latin typeface="Calibri"/>
                <a:ea typeface="Calibri"/>
                <a:cs typeface="Calibri"/>
                <a:sym typeface="Calibri"/>
              </a:rPr>
              <a:t>Daniel Fox</a:t>
            </a:r>
            <a:endParaRPr b="0" i="0" sz="750" u="none" cap="none" strike="noStrike">
              <a:solidFill>
                <a:srgbClr val="000000"/>
              </a:solidFill>
              <a:latin typeface="Arial"/>
              <a:ea typeface="Arial"/>
              <a:cs typeface="Arial"/>
              <a:sym typeface="Arial"/>
            </a:endParaRPr>
          </a:p>
        </p:txBody>
      </p:sp>
      <p:sp>
        <p:nvSpPr>
          <p:cNvPr id="1135" name="Google Shape;1135;p78"/>
          <p:cNvSpPr/>
          <p:nvPr/>
        </p:nvSpPr>
        <p:spPr>
          <a:xfrm>
            <a:off x="6903720" y="4041648"/>
            <a:ext cx="1143000" cy="237744"/>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78"/>
          <p:cNvSpPr/>
          <p:nvPr/>
        </p:nvSpPr>
        <p:spPr>
          <a:xfrm>
            <a:off x="6940296" y="4059936"/>
            <a:ext cx="106984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2C2C2C"/>
                </a:solidFill>
                <a:latin typeface="Calibri"/>
                <a:ea typeface="Calibri"/>
                <a:cs typeface="Calibri"/>
                <a:sym typeface="Calibri"/>
              </a:rPr>
              <a:t>Feb 18</a:t>
            </a:r>
            <a:endParaRPr b="0" i="0" sz="800" u="none" cap="none" strike="noStrike">
              <a:solidFill>
                <a:srgbClr val="000000"/>
              </a:solidFill>
              <a:latin typeface="Arial"/>
              <a:ea typeface="Arial"/>
              <a:cs typeface="Arial"/>
              <a:sym typeface="Arial"/>
            </a:endParaRPr>
          </a:p>
        </p:txBody>
      </p:sp>
      <p:sp>
        <p:nvSpPr>
          <p:cNvPr id="1137" name="Google Shape;1137;p78"/>
          <p:cNvSpPr/>
          <p:nvPr/>
        </p:nvSpPr>
        <p:spPr>
          <a:xfrm>
            <a:off x="8046720" y="4041648"/>
            <a:ext cx="914400" cy="237744"/>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78"/>
          <p:cNvSpPr/>
          <p:nvPr/>
        </p:nvSpPr>
        <p:spPr>
          <a:xfrm>
            <a:off x="8083296" y="4059936"/>
            <a:ext cx="84124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2C2C2C"/>
                </a:solidFill>
                <a:latin typeface="Calibri"/>
                <a:ea typeface="Calibri"/>
                <a:cs typeface="Calibri"/>
                <a:sym typeface="Calibri"/>
              </a:rPr>
              <a:t>2</a:t>
            </a:r>
            <a:endParaRPr b="0" i="0" sz="900" u="none" cap="none" strike="noStrike">
              <a:solidFill>
                <a:srgbClr val="000000"/>
              </a:solidFill>
              <a:latin typeface="Arial"/>
              <a:ea typeface="Arial"/>
              <a:cs typeface="Arial"/>
              <a:sym typeface="Arial"/>
            </a:endParaRPr>
          </a:p>
        </p:txBody>
      </p:sp>
      <p:sp>
        <p:nvSpPr>
          <p:cNvPr id="1139" name="Google Shape;1139;p78"/>
          <p:cNvSpPr/>
          <p:nvPr/>
        </p:nvSpPr>
        <p:spPr>
          <a:xfrm>
            <a:off x="228600" y="4279392"/>
            <a:ext cx="731520" cy="237744"/>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78"/>
          <p:cNvSpPr/>
          <p:nvPr/>
        </p:nvSpPr>
        <p:spPr>
          <a:xfrm>
            <a:off x="265176" y="4297680"/>
            <a:ext cx="65836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2C2C2C"/>
                </a:solidFill>
                <a:latin typeface="Calibri"/>
                <a:ea typeface="Calibri"/>
                <a:cs typeface="Calibri"/>
                <a:sym typeface="Calibri"/>
              </a:rPr>
              <a:t>SCRUM-13</a:t>
            </a:r>
            <a:endParaRPr b="0" i="0" sz="800" u="none" cap="none" strike="noStrike">
              <a:solidFill>
                <a:srgbClr val="000000"/>
              </a:solidFill>
              <a:latin typeface="Arial"/>
              <a:ea typeface="Arial"/>
              <a:cs typeface="Arial"/>
              <a:sym typeface="Arial"/>
            </a:endParaRPr>
          </a:p>
        </p:txBody>
      </p:sp>
      <p:sp>
        <p:nvSpPr>
          <p:cNvPr id="1141" name="Google Shape;1141;p78"/>
          <p:cNvSpPr/>
          <p:nvPr/>
        </p:nvSpPr>
        <p:spPr>
          <a:xfrm>
            <a:off x="960120" y="4279392"/>
            <a:ext cx="4572000" cy="237744"/>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78"/>
          <p:cNvSpPr/>
          <p:nvPr/>
        </p:nvSpPr>
        <p:spPr>
          <a:xfrm>
            <a:off x="996696" y="4297680"/>
            <a:ext cx="4498848"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2C2C2C"/>
                </a:solidFill>
                <a:latin typeface="Calibri"/>
                <a:ea typeface="Calibri"/>
                <a:cs typeface="Calibri"/>
                <a:sym typeface="Calibri"/>
              </a:rPr>
              <a:t>Complete GitHub wiki page</a:t>
            </a:r>
            <a:endParaRPr b="0" i="0" sz="800" u="none" cap="none" strike="noStrike">
              <a:solidFill>
                <a:srgbClr val="000000"/>
              </a:solidFill>
              <a:latin typeface="Arial"/>
              <a:ea typeface="Arial"/>
              <a:cs typeface="Arial"/>
              <a:sym typeface="Arial"/>
            </a:endParaRPr>
          </a:p>
        </p:txBody>
      </p:sp>
      <p:sp>
        <p:nvSpPr>
          <p:cNvPr id="1143" name="Google Shape;1143;p78"/>
          <p:cNvSpPr/>
          <p:nvPr/>
        </p:nvSpPr>
        <p:spPr>
          <a:xfrm>
            <a:off x="5532120" y="4279392"/>
            <a:ext cx="1371600" cy="237744"/>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78"/>
          <p:cNvSpPr/>
          <p:nvPr/>
        </p:nvSpPr>
        <p:spPr>
          <a:xfrm>
            <a:off x="5568696" y="4297680"/>
            <a:ext cx="129844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50"/>
              <a:buFont typeface="Arial"/>
              <a:buNone/>
            </a:pPr>
            <a:r>
              <a:rPr b="0" i="0" lang="en" sz="750" u="none" cap="none" strike="noStrike">
                <a:solidFill>
                  <a:srgbClr val="2C2C2C"/>
                </a:solidFill>
                <a:latin typeface="Calibri"/>
                <a:ea typeface="Calibri"/>
                <a:cs typeface="Calibri"/>
                <a:sym typeface="Calibri"/>
              </a:rPr>
              <a:t>Siming Li</a:t>
            </a:r>
            <a:endParaRPr b="0" i="0" sz="750" u="none" cap="none" strike="noStrike">
              <a:solidFill>
                <a:srgbClr val="000000"/>
              </a:solidFill>
              <a:latin typeface="Arial"/>
              <a:ea typeface="Arial"/>
              <a:cs typeface="Arial"/>
              <a:sym typeface="Arial"/>
            </a:endParaRPr>
          </a:p>
        </p:txBody>
      </p:sp>
      <p:sp>
        <p:nvSpPr>
          <p:cNvPr id="1145" name="Google Shape;1145;p78"/>
          <p:cNvSpPr/>
          <p:nvPr/>
        </p:nvSpPr>
        <p:spPr>
          <a:xfrm>
            <a:off x="6903720" y="4279392"/>
            <a:ext cx="1143000" cy="237744"/>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78"/>
          <p:cNvSpPr/>
          <p:nvPr/>
        </p:nvSpPr>
        <p:spPr>
          <a:xfrm>
            <a:off x="6940296" y="4297680"/>
            <a:ext cx="106984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2C2C2C"/>
                </a:solidFill>
                <a:latin typeface="Calibri"/>
                <a:ea typeface="Calibri"/>
                <a:cs typeface="Calibri"/>
                <a:sym typeface="Calibri"/>
              </a:rPr>
              <a:t>Feb 19</a:t>
            </a:r>
            <a:endParaRPr b="0" i="0" sz="800" u="none" cap="none" strike="noStrike">
              <a:solidFill>
                <a:srgbClr val="000000"/>
              </a:solidFill>
              <a:latin typeface="Arial"/>
              <a:ea typeface="Arial"/>
              <a:cs typeface="Arial"/>
              <a:sym typeface="Arial"/>
            </a:endParaRPr>
          </a:p>
        </p:txBody>
      </p:sp>
      <p:sp>
        <p:nvSpPr>
          <p:cNvPr id="1147" name="Google Shape;1147;p78"/>
          <p:cNvSpPr/>
          <p:nvPr/>
        </p:nvSpPr>
        <p:spPr>
          <a:xfrm>
            <a:off x="8046720" y="4279392"/>
            <a:ext cx="914400" cy="237744"/>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78"/>
          <p:cNvSpPr/>
          <p:nvPr/>
        </p:nvSpPr>
        <p:spPr>
          <a:xfrm>
            <a:off x="8083296" y="4297680"/>
            <a:ext cx="84124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2C2C2C"/>
                </a:solidFill>
                <a:latin typeface="Calibri"/>
                <a:ea typeface="Calibri"/>
                <a:cs typeface="Calibri"/>
                <a:sym typeface="Calibri"/>
              </a:rPr>
              <a:t>1</a:t>
            </a:r>
            <a:endParaRPr b="0" i="0" sz="900" u="none" cap="none" strike="noStrike">
              <a:solidFill>
                <a:srgbClr val="000000"/>
              </a:solidFill>
              <a:latin typeface="Arial"/>
              <a:ea typeface="Arial"/>
              <a:cs typeface="Arial"/>
              <a:sym typeface="Arial"/>
            </a:endParaRPr>
          </a:p>
        </p:txBody>
      </p:sp>
      <p:sp>
        <p:nvSpPr>
          <p:cNvPr id="1149" name="Google Shape;1149;p78"/>
          <p:cNvSpPr/>
          <p:nvPr/>
        </p:nvSpPr>
        <p:spPr>
          <a:xfrm>
            <a:off x="228600" y="4517136"/>
            <a:ext cx="731520" cy="237744"/>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78"/>
          <p:cNvSpPr/>
          <p:nvPr/>
        </p:nvSpPr>
        <p:spPr>
          <a:xfrm>
            <a:off x="265176" y="4535424"/>
            <a:ext cx="65836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2C2C2C"/>
                </a:solidFill>
                <a:latin typeface="Calibri"/>
                <a:ea typeface="Calibri"/>
                <a:cs typeface="Calibri"/>
                <a:sym typeface="Calibri"/>
              </a:rPr>
              <a:t>SCRUM-14</a:t>
            </a:r>
            <a:endParaRPr b="0" i="0" sz="800" u="none" cap="none" strike="noStrike">
              <a:solidFill>
                <a:srgbClr val="000000"/>
              </a:solidFill>
              <a:latin typeface="Arial"/>
              <a:ea typeface="Arial"/>
              <a:cs typeface="Arial"/>
              <a:sym typeface="Arial"/>
            </a:endParaRPr>
          </a:p>
        </p:txBody>
      </p:sp>
      <p:sp>
        <p:nvSpPr>
          <p:cNvPr id="1151" name="Google Shape;1151;p78"/>
          <p:cNvSpPr/>
          <p:nvPr/>
        </p:nvSpPr>
        <p:spPr>
          <a:xfrm>
            <a:off x="960120" y="4517136"/>
            <a:ext cx="4572000" cy="237744"/>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78"/>
          <p:cNvSpPr/>
          <p:nvPr/>
        </p:nvSpPr>
        <p:spPr>
          <a:xfrm>
            <a:off x="996696" y="4535424"/>
            <a:ext cx="4498848"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2C2C2C"/>
                </a:solidFill>
                <a:latin typeface="Calibri"/>
                <a:ea typeface="Calibri"/>
                <a:cs typeface="Calibri"/>
                <a:sym typeface="Calibri"/>
              </a:rPr>
              <a:t>Create Sprint 1 backlog, planning, and recording</a:t>
            </a:r>
            <a:endParaRPr b="0" i="0" sz="800" u="none" cap="none" strike="noStrike">
              <a:solidFill>
                <a:srgbClr val="000000"/>
              </a:solidFill>
              <a:latin typeface="Arial"/>
              <a:ea typeface="Arial"/>
              <a:cs typeface="Arial"/>
              <a:sym typeface="Arial"/>
            </a:endParaRPr>
          </a:p>
        </p:txBody>
      </p:sp>
      <p:sp>
        <p:nvSpPr>
          <p:cNvPr id="1153" name="Google Shape;1153;p78"/>
          <p:cNvSpPr/>
          <p:nvPr/>
        </p:nvSpPr>
        <p:spPr>
          <a:xfrm>
            <a:off x="5532120" y="4517136"/>
            <a:ext cx="1371600" cy="237744"/>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78"/>
          <p:cNvSpPr/>
          <p:nvPr/>
        </p:nvSpPr>
        <p:spPr>
          <a:xfrm>
            <a:off x="5568696" y="4535424"/>
            <a:ext cx="129844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50"/>
              <a:buFont typeface="Arial"/>
              <a:buNone/>
            </a:pPr>
            <a:r>
              <a:rPr b="0" i="0" lang="en" sz="750" u="none" cap="none" strike="noStrike">
                <a:solidFill>
                  <a:srgbClr val="2C2C2C"/>
                </a:solidFill>
                <a:latin typeface="Calibri"/>
                <a:ea typeface="Calibri"/>
                <a:cs typeface="Calibri"/>
                <a:sym typeface="Calibri"/>
              </a:rPr>
              <a:t>Daniel Fox</a:t>
            </a:r>
            <a:endParaRPr b="0" i="0" sz="750" u="none" cap="none" strike="noStrike">
              <a:solidFill>
                <a:srgbClr val="000000"/>
              </a:solidFill>
              <a:latin typeface="Arial"/>
              <a:ea typeface="Arial"/>
              <a:cs typeface="Arial"/>
              <a:sym typeface="Arial"/>
            </a:endParaRPr>
          </a:p>
        </p:txBody>
      </p:sp>
      <p:sp>
        <p:nvSpPr>
          <p:cNvPr id="1155" name="Google Shape;1155;p78"/>
          <p:cNvSpPr/>
          <p:nvPr/>
        </p:nvSpPr>
        <p:spPr>
          <a:xfrm>
            <a:off x="6903720" y="4517136"/>
            <a:ext cx="1143000" cy="237744"/>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78"/>
          <p:cNvSpPr/>
          <p:nvPr/>
        </p:nvSpPr>
        <p:spPr>
          <a:xfrm>
            <a:off x="6940296" y="4535424"/>
            <a:ext cx="106984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2C2C2C"/>
                </a:solidFill>
                <a:latin typeface="Calibri"/>
                <a:ea typeface="Calibri"/>
                <a:cs typeface="Calibri"/>
                <a:sym typeface="Calibri"/>
              </a:rPr>
              <a:t>Feb 19</a:t>
            </a:r>
            <a:endParaRPr b="0" i="0" sz="800" u="none" cap="none" strike="noStrike">
              <a:solidFill>
                <a:srgbClr val="000000"/>
              </a:solidFill>
              <a:latin typeface="Arial"/>
              <a:ea typeface="Arial"/>
              <a:cs typeface="Arial"/>
              <a:sym typeface="Arial"/>
            </a:endParaRPr>
          </a:p>
        </p:txBody>
      </p:sp>
      <p:sp>
        <p:nvSpPr>
          <p:cNvPr id="1157" name="Google Shape;1157;p78"/>
          <p:cNvSpPr/>
          <p:nvPr/>
        </p:nvSpPr>
        <p:spPr>
          <a:xfrm>
            <a:off x="8046720" y="4517136"/>
            <a:ext cx="914400" cy="237744"/>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78"/>
          <p:cNvSpPr/>
          <p:nvPr/>
        </p:nvSpPr>
        <p:spPr>
          <a:xfrm>
            <a:off x="8083296" y="4535424"/>
            <a:ext cx="84124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2C2C2C"/>
                </a:solidFill>
                <a:latin typeface="Calibri"/>
                <a:ea typeface="Calibri"/>
                <a:cs typeface="Calibri"/>
                <a:sym typeface="Calibri"/>
              </a:rPr>
              <a:t>2</a:t>
            </a:r>
            <a:endParaRPr b="0" i="0" sz="900" u="none" cap="none" strike="noStrike">
              <a:solidFill>
                <a:srgbClr val="000000"/>
              </a:solidFill>
              <a:latin typeface="Arial"/>
              <a:ea typeface="Arial"/>
              <a:cs typeface="Arial"/>
              <a:sym typeface="Arial"/>
            </a:endParaRPr>
          </a:p>
        </p:txBody>
      </p:sp>
      <p:sp>
        <p:nvSpPr>
          <p:cNvPr id="1159" name="Google Shape;1159;p78"/>
          <p:cNvSpPr/>
          <p:nvPr/>
        </p:nvSpPr>
        <p:spPr>
          <a:xfrm>
            <a:off x="228600" y="4754880"/>
            <a:ext cx="731520" cy="237744"/>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78"/>
          <p:cNvSpPr/>
          <p:nvPr/>
        </p:nvSpPr>
        <p:spPr>
          <a:xfrm>
            <a:off x="265176" y="4773168"/>
            <a:ext cx="65836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2C2C2C"/>
                </a:solidFill>
                <a:latin typeface="Calibri"/>
                <a:ea typeface="Calibri"/>
                <a:cs typeface="Calibri"/>
                <a:sym typeface="Calibri"/>
              </a:rPr>
              <a:t>SCRUM-16</a:t>
            </a:r>
            <a:endParaRPr b="0" i="0" sz="800" u="none" cap="none" strike="noStrike">
              <a:solidFill>
                <a:srgbClr val="000000"/>
              </a:solidFill>
              <a:latin typeface="Arial"/>
              <a:ea typeface="Arial"/>
              <a:cs typeface="Arial"/>
              <a:sym typeface="Arial"/>
            </a:endParaRPr>
          </a:p>
        </p:txBody>
      </p:sp>
      <p:sp>
        <p:nvSpPr>
          <p:cNvPr id="1161" name="Google Shape;1161;p78"/>
          <p:cNvSpPr/>
          <p:nvPr/>
        </p:nvSpPr>
        <p:spPr>
          <a:xfrm>
            <a:off x="960120" y="4754880"/>
            <a:ext cx="4572000" cy="237744"/>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78"/>
          <p:cNvSpPr/>
          <p:nvPr/>
        </p:nvSpPr>
        <p:spPr>
          <a:xfrm>
            <a:off x="996696" y="4773168"/>
            <a:ext cx="4498848"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2C2C2C"/>
                </a:solidFill>
                <a:latin typeface="Calibri"/>
                <a:ea typeface="Calibri"/>
                <a:cs typeface="Calibri"/>
                <a:sym typeface="Calibri"/>
              </a:rPr>
              <a:t>Submit Sprint 0 deliverables and update wiki page</a:t>
            </a:r>
            <a:endParaRPr b="0" i="0" sz="800" u="none" cap="none" strike="noStrike">
              <a:solidFill>
                <a:srgbClr val="000000"/>
              </a:solidFill>
              <a:latin typeface="Arial"/>
              <a:ea typeface="Arial"/>
              <a:cs typeface="Arial"/>
              <a:sym typeface="Arial"/>
            </a:endParaRPr>
          </a:p>
        </p:txBody>
      </p:sp>
      <p:sp>
        <p:nvSpPr>
          <p:cNvPr id="1163" name="Google Shape;1163;p78"/>
          <p:cNvSpPr/>
          <p:nvPr/>
        </p:nvSpPr>
        <p:spPr>
          <a:xfrm>
            <a:off x="5532120" y="4754880"/>
            <a:ext cx="1371600" cy="237744"/>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78"/>
          <p:cNvSpPr/>
          <p:nvPr/>
        </p:nvSpPr>
        <p:spPr>
          <a:xfrm>
            <a:off x="5568696" y="4773168"/>
            <a:ext cx="129844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50"/>
              <a:buFont typeface="Arial"/>
              <a:buNone/>
            </a:pPr>
            <a:r>
              <a:rPr b="0" i="0" lang="en" sz="750" u="none" cap="none" strike="noStrike">
                <a:solidFill>
                  <a:srgbClr val="2C2C2C"/>
                </a:solidFill>
                <a:latin typeface="Calibri"/>
                <a:ea typeface="Calibri"/>
                <a:cs typeface="Calibri"/>
                <a:sym typeface="Calibri"/>
              </a:rPr>
              <a:t>Daniel Fox</a:t>
            </a:r>
            <a:endParaRPr b="0" i="0" sz="750" u="none" cap="none" strike="noStrike">
              <a:solidFill>
                <a:srgbClr val="000000"/>
              </a:solidFill>
              <a:latin typeface="Arial"/>
              <a:ea typeface="Arial"/>
              <a:cs typeface="Arial"/>
              <a:sym typeface="Arial"/>
            </a:endParaRPr>
          </a:p>
        </p:txBody>
      </p:sp>
      <p:sp>
        <p:nvSpPr>
          <p:cNvPr id="1165" name="Google Shape;1165;p78"/>
          <p:cNvSpPr/>
          <p:nvPr/>
        </p:nvSpPr>
        <p:spPr>
          <a:xfrm>
            <a:off x="6903720" y="4754880"/>
            <a:ext cx="1143000" cy="237744"/>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78"/>
          <p:cNvSpPr/>
          <p:nvPr/>
        </p:nvSpPr>
        <p:spPr>
          <a:xfrm>
            <a:off x="6940296" y="4773168"/>
            <a:ext cx="106984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2C2C2C"/>
                </a:solidFill>
                <a:latin typeface="Calibri"/>
                <a:ea typeface="Calibri"/>
                <a:cs typeface="Calibri"/>
                <a:sym typeface="Calibri"/>
              </a:rPr>
              <a:t>Feb 19</a:t>
            </a:r>
            <a:endParaRPr b="0" i="0" sz="800" u="none" cap="none" strike="noStrike">
              <a:solidFill>
                <a:srgbClr val="000000"/>
              </a:solidFill>
              <a:latin typeface="Arial"/>
              <a:ea typeface="Arial"/>
              <a:cs typeface="Arial"/>
              <a:sym typeface="Arial"/>
            </a:endParaRPr>
          </a:p>
        </p:txBody>
      </p:sp>
      <p:sp>
        <p:nvSpPr>
          <p:cNvPr id="1167" name="Google Shape;1167;p78"/>
          <p:cNvSpPr/>
          <p:nvPr/>
        </p:nvSpPr>
        <p:spPr>
          <a:xfrm>
            <a:off x="8046720" y="4754880"/>
            <a:ext cx="914400" cy="237744"/>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78"/>
          <p:cNvSpPr/>
          <p:nvPr/>
        </p:nvSpPr>
        <p:spPr>
          <a:xfrm>
            <a:off x="8083296" y="4773168"/>
            <a:ext cx="84124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2C2C2C"/>
                </a:solidFill>
                <a:latin typeface="Calibri"/>
                <a:ea typeface="Calibri"/>
                <a:cs typeface="Calibri"/>
                <a:sym typeface="Calibri"/>
              </a:rPr>
              <a:t>2</a:t>
            </a:r>
            <a:endParaRPr b="0" i="0" sz="900" u="none" cap="none" strike="noStrik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2" name="Shape 1172"/>
        <p:cNvGrpSpPr/>
        <p:nvPr/>
      </p:nvGrpSpPr>
      <p:grpSpPr>
        <a:xfrm>
          <a:off x="0" y="0"/>
          <a:ext cx="0" cy="0"/>
          <a:chOff x="0" y="0"/>
          <a:chExt cx="0" cy="0"/>
        </a:xfrm>
      </p:grpSpPr>
      <p:sp>
        <p:nvSpPr>
          <p:cNvPr id="1173" name="Google Shape;1173;p79"/>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 Schedule - Sprint 1</a:t>
            </a:r>
            <a:endParaRPr i="1"/>
          </a:p>
        </p:txBody>
      </p:sp>
      <p:pic>
        <p:nvPicPr>
          <p:cNvPr id="1174" name="Google Shape;1174;p79"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pic>
        <p:nvPicPr>
          <p:cNvPr id="1175" name="Google Shape;1175;p79" title="Screenshot 2026-03-22 at 8.26.34 PM.png"/>
          <p:cNvPicPr preferRelativeResize="0"/>
          <p:nvPr/>
        </p:nvPicPr>
        <p:blipFill>
          <a:blip r:embed="rId4">
            <a:alphaModFix/>
          </a:blip>
          <a:stretch>
            <a:fillRect/>
          </a:stretch>
        </p:blipFill>
        <p:spPr>
          <a:xfrm>
            <a:off x="888150" y="1053338"/>
            <a:ext cx="7367698" cy="3655174"/>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9" name="Shape 1179"/>
        <p:cNvGrpSpPr/>
        <p:nvPr/>
      </p:nvGrpSpPr>
      <p:grpSpPr>
        <a:xfrm>
          <a:off x="0" y="0"/>
          <a:ext cx="0" cy="0"/>
          <a:chOff x="0" y="0"/>
          <a:chExt cx="0" cy="0"/>
        </a:xfrm>
      </p:grpSpPr>
      <p:sp>
        <p:nvSpPr>
          <p:cNvPr id="1180" name="Google Shape;1180;p80"/>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Product Backlog - Completed in Sprint 1</a:t>
            </a:r>
            <a:endParaRPr/>
          </a:p>
        </p:txBody>
      </p:sp>
      <p:sp>
        <p:nvSpPr>
          <p:cNvPr id="1181" name="Google Shape;1181;p80"/>
          <p:cNvSpPr/>
          <p:nvPr>
            <p:ph idx="2" type="pic"/>
          </p:nvPr>
        </p:nvSpPr>
        <p:spPr>
          <a:xfrm>
            <a:off x="5782800" y="1249550"/>
            <a:ext cx="3361200" cy="3894000"/>
          </a:xfrm>
          <a:prstGeom prst="rect">
            <a:avLst/>
          </a:prstGeom>
        </p:spPr>
      </p:sp>
      <p:pic>
        <p:nvPicPr>
          <p:cNvPr id="1182" name="Google Shape;1182;p80"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pic>
        <p:nvPicPr>
          <p:cNvPr id="1183" name="Google Shape;1183;p80" title="Screenshot 2026-03-22 at 7.54.00 PM.png"/>
          <p:cNvPicPr preferRelativeResize="0"/>
          <p:nvPr/>
        </p:nvPicPr>
        <p:blipFill>
          <a:blip r:embed="rId4">
            <a:alphaModFix/>
          </a:blip>
          <a:stretch>
            <a:fillRect/>
          </a:stretch>
        </p:blipFill>
        <p:spPr>
          <a:xfrm>
            <a:off x="1367425" y="1249550"/>
            <a:ext cx="6409151" cy="31728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7" name="Shape 1187"/>
        <p:cNvGrpSpPr/>
        <p:nvPr/>
      </p:nvGrpSpPr>
      <p:grpSpPr>
        <a:xfrm>
          <a:off x="0" y="0"/>
          <a:ext cx="0" cy="0"/>
          <a:chOff x="0" y="0"/>
          <a:chExt cx="0" cy="0"/>
        </a:xfrm>
      </p:grpSpPr>
      <p:sp>
        <p:nvSpPr>
          <p:cNvPr id="1188" name="Google Shape;1188;p81"/>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Product Backlog - Outstanding</a:t>
            </a:r>
            <a:endParaRPr/>
          </a:p>
        </p:txBody>
      </p:sp>
      <p:sp>
        <p:nvSpPr>
          <p:cNvPr id="1189" name="Google Shape;1189;p81"/>
          <p:cNvSpPr/>
          <p:nvPr>
            <p:ph idx="2" type="pic"/>
          </p:nvPr>
        </p:nvSpPr>
        <p:spPr>
          <a:xfrm>
            <a:off x="5782800" y="1249550"/>
            <a:ext cx="3361200" cy="3894000"/>
          </a:xfrm>
          <a:prstGeom prst="rect">
            <a:avLst/>
          </a:prstGeom>
        </p:spPr>
      </p:sp>
      <p:pic>
        <p:nvPicPr>
          <p:cNvPr id="1190" name="Google Shape;1190;p81"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pic>
        <p:nvPicPr>
          <p:cNvPr id="1191" name="Google Shape;1191;p81" title="Screenshot 2026-03-22 at 7.54.45 PM.png"/>
          <p:cNvPicPr preferRelativeResize="0"/>
          <p:nvPr/>
        </p:nvPicPr>
        <p:blipFill>
          <a:blip r:embed="rId4">
            <a:alphaModFix/>
          </a:blip>
          <a:stretch>
            <a:fillRect/>
          </a:stretch>
        </p:blipFill>
        <p:spPr>
          <a:xfrm>
            <a:off x="1377025" y="1249550"/>
            <a:ext cx="6389950" cy="3021701"/>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5" name="Shape 1195"/>
        <p:cNvGrpSpPr/>
        <p:nvPr/>
      </p:nvGrpSpPr>
      <p:grpSpPr>
        <a:xfrm>
          <a:off x="0" y="0"/>
          <a:ext cx="0" cy="0"/>
          <a:chOff x="0" y="0"/>
          <a:chExt cx="0" cy="0"/>
        </a:xfrm>
      </p:grpSpPr>
      <p:sp>
        <p:nvSpPr>
          <p:cNvPr id="1196" name="Google Shape;1196;p82"/>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Product Backlog - Outstanding</a:t>
            </a:r>
            <a:endParaRPr/>
          </a:p>
        </p:txBody>
      </p:sp>
      <p:sp>
        <p:nvSpPr>
          <p:cNvPr id="1197" name="Google Shape;1197;p82"/>
          <p:cNvSpPr/>
          <p:nvPr>
            <p:ph idx="2" type="pic"/>
          </p:nvPr>
        </p:nvSpPr>
        <p:spPr>
          <a:xfrm>
            <a:off x="5782800" y="1249550"/>
            <a:ext cx="3361200" cy="3894000"/>
          </a:xfrm>
          <a:prstGeom prst="rect">
            <a:avLst/>
          </a:prstGeom>
        </p:spPr>
      </p:sp>
      <p:pic>
        <p:nvPicPr>
          <p:cNvPr id="1198" name="Google Shape;1198;p82"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pic>
        <p:nvPicPr>
          <p:cNvPr id="1199" name="Google Shape;1199;p82" title="Screenshot 2026-03-22 at 7.55.20 PM.png"/>
          <p:cNvPicPr preferRelativeResize="0"/>
          <p:nvPr/>
        </p:nvPicPr>
        <p:blipFill>
          <a:blip r:embed="rId4">
            <a:alphaModFix/>
          </a:blip>
          <a:stretch>
            <a:fillRect/>
          </a:stretch>
        </p:blipFill>
        <p:spPr>
          <a:xfrm>
            <a:off x="1366263" y="1249550"/>
            <a:ext cx="6411473" cy="305732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3" name="Shape 1203"/>
        <p:cNvGrpSpPr/>
        <p:nvPr/>
      </p:nvGrpSpPr>
      <p:grpSpPr>
        <a:xfrm>
          <a:off x="0" y="0"/>
          <a:ext cx="0" cy="0"/>
          <a:chOff x="0" y="0"/>
          <a:chExt cx="0" cy="0"/>
        </a:xfrm>
      </p:grpSpPr>
      <p:sp>
        <p:nvSpPr>
          <p:cNvPr id="1204" name="Google Shape;1204;p83"/>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Product Backlog - Outstanding</a:t>
            </a:r>
            <a:endParaRPr/>
          </a:p>
        </p:txBody>
      </p:sp>
      <p:sp>
        <p:nvSpPr>
          <p:cNvPr id="1205" name="Google Shape;1205;p83"/>
          <p:cNvSpPr/>
          <p:nvPr>
            <p:ph idx="2" type="pic"/>
          </p:nvPr>
        </p:nvSpPr>
        <p:spPr>
          <a:xfrm>
            <a:off x="5782800" y="1249550"/>
            <a:ext cx="3361200" cy="3894000"/>
          </a:xfrm>
          <a:prstGeom prst="rect">
            <a:avLst/>
          </a:prstGeom>
        </p:spPr>
      </p:sp>
      <p:pic>
        <p:nvPicPr>
          <p:cNvPr id="1206" name="Google Shape;1206;p83"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pic>
        <p:nvPicPr>
          <p:cNvPr id="1207" name="Google Shape;1207;p83" title="Screenshot 2026-03-22 at 7.55.47 PM.png"/>
          <p:cNvPicPr preferRelativeResize="0"/>
          <p:nvPr/>
        </p:nvPicPr>
        <p:blipFill>
          <a:blip r:embed="rId4">
            <a:alphaModFix/>
          </a:blip>
          <a:stretch>
            <a:fillRect/>
          </a:stretch>
        </p:blipFill>
        <p:spPr>
          <a:xfrm>
            <a:off x="1372563" y="1779400"/>
            <a:ext cx="6398876" cy="101857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1" name="Shape 1211"/>
        <p:cNvGrpSpPr/>
        <p:nvPr/>
      </p:nvGrpSpPr>
      <p:grpSpPr>
        <a:xfrm>
          <a:off x="0" y="0"/>
          <a:ext cx="0" cy="0"/>
          <a:chOff x="0" y="0"/>
          <a:chExt cx="0" cy="0"/>
        </a:xfrm>
      </p:grpSpPr>
      <p:sp>
        <p:nvSpPr>
          <p:cNvPr id="1212" name="Google Shape;1212;p84"/>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Test Cases</a:t>
            </a:r>
            <a:endParaRPr/>
          </a:p>
        </p:txBody>
      </p:sp>
      <p:pic>
        <p:nvPicPr>
          <p:cNvPr id="1213" name="Google Shape;1213;p84" title="Minimal Gradient by Slidesgo (2).jpg"/>
          <p:cNvPicPr preferRelativeResize="0"/>
          <p:nvPr>
            <p:ph idx="2" type="pic"/>
          </p:nvPr>
        </p:nvPicPr>
        <p:blipFill rotWithShape="1">
          <a:blip r:embed="rId3">
            <a:alphaModFix/>
          </a:blip>
          <a:srcRect b="19910" l="20913" r="40201" t="0"/>
          <a:stretch/>
        </p:blipFill>
        <p:spPr>
          <a:xfrm>
            <a:off x="5936100" y="1427150"/>
            <a:ext cx="3207900" cy="3716400"/>
          </a:xfrm>
          <a:prstGeom prst="rect">
            <a:avLst/>
          </a:prstGeom>
        </p:spPr>
      </p:pic>
      <p:pic>
        <p:nvPicPr>
          <p:cNvPr id="1214" name="Google Shape;1214;p84" title="Screenshot 2026-03-21 at 7.46.11 AM.png"/>
          <p:cNvPicPr preferRelativeResize="0"/>
          <p:nvPr/>
        </p:nvPicPr>
        <p:blipFill>
          <a:blip r:embed="rId4">
            <a:alphaModFix/>
          </a:blip>
          <a:stretch>
            <a:fillRect/>
          </a:stretch>
        </p:blipFill>
        <p:spPr>
          <a:xfrm>
            <a:off x="1409600" y="1427150"/>
            <a:ext cx="6324800" cy="25536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8" name="Shape 1218"/>
        <p:cNvGrpSpPr/>
        <p:nvPr/>
      </p:nvGrpSpPr>
      <p:grpSpPr>
        <a:xfrm>
          <a:off x="0" y="0"/>
          <a:ext cx="0" cy="0"/>
          <a:chOff x="0" y="0"/>
          <a:chExt cx="0" cy="0"/>
        </a:xfrm>
      </p:grpSpPr>
      <p:sp>
        <p:nvSpPr>
          <p:cNvPr id="1219" name="Google Shape;1219;p85"/>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Test Cases - Backend</a:t>
            </a:r>
            <a:endParaRPr/>
          </a:p>
        </p:txBody>
      </p:sp>
      <p:pic>
        <p:nvPicPr>
          <p:cNvPr id="1220" name="Google Shape;1220;p85" title="Minimal Gradient by Slidesgo (2).jpg"/>
          <p:cNvPicPr preferRelativeResize="0"/>
          <p:nvPr>
            <p:ph idx="2" type="pic"/>
          </p:nvPr>
        </p:nvPicPr>
        <p:blipFill rotWithShape="1">
          <a:blip r:embed="rId3">
            <a:alphaModFix/>
          </a:blip>
          <a:srcRect b="19910" l="20913" r="40201" t="0"/>
          <a:stretch/>
        </p:blipFill>
        <p:spPr>
          <a:xfrm>
            <a:off x="5936100" y="1427150"/>
            <a:ext cx="3207900" cy="3716400"/>
          </a:xfrm>
          <a:prstGeom prst="rect">
            <a:avLst/>
          </a:prstGeom>
        </p:spPr>
      </p:pic>
      <p:pic>
        <p:nvPicPr>
          <p:cNvPr id="1221" name="Google Shape;1221;p85" title="Screenshot 2026-03-21 at 7.49.59 AM.png"/>
          <p:cNvPicPr preferRelativeResize="0"/>
          <p:nvPr/>
        </p:nvPicPr>
        <p:blipFill>
          <a:blip r:embed="rId4">
            <a:alphaModFix/>
          </a:blip>
          <a:stretch>
            <a:fillRect/>
          </a:stretch>
        </p:blipFill>
        <p:spPr>
          <a:xfrm>
            <a:off x="1638863" y="1009425"/>
            <a:ext cx="5866274" cy="368665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5" name="Shape 1225"/>
        <p:cNvGrpSpPr/>
        <p:nvPr/>
      </p:nvGrpSpPr>
      <p:grpSpPr>
        <a:xfrm>
          <a:off x="0" y="0"/>
          <a:ext cx="0" cy="0"/>
          <a:chOff x="0" y="0"/>
          <a:chExt cx="0" cy="0"/>
        </a:xfrm>
      </p:grpSpPr>
      <p:sp>
        <p:nvSpPr>
          <p:cNvPr id="1226" name="Google Shape;1226;p86"/>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Test Cases - Backend</a:t>
            </a:r>
            <a:endParaRPr/>
          </a:p>
        </p:txBody>
      </p:sp>
      <p:pic>
        <p:nvPicPr>
          <p:cNvPr id="1227" name="Google Shape;1227;p86" title="Minimal Gradient by Slidesgo (2).jpg"/>
          <p:cNvPicPr preferRelativeResize="0"/>
          <p:nvPr>
            <p:ph idx="2" type="pic"/>
          </p:nvPr>
        </p:nvPicPr>
        <p:blipFill rotWithShape="1">
          <a:blip r:embed="rId3">
            <a:alphaModFix/>
          </a:blip>
          <a:srcRect b="19910" l="20913" r="40201" t="0"/>
          <a:stretch/>
        </p:blipFill>
        <p:spPr>
          <a:xfrm>
            <a:off x="5936100" y="1427150"/>
            <a:ext cx="3207900" cy="3716400"/>
          </a:xfrm>
          <a:prstGeom prst="rect">
            <a:avLst/>
          </a:prstGeom>
        </p:spPr>
      </p:pic>
      <p:pic>
        <p:nvPicPr>
          <p:cNvPr id="1228" name="Google Shape;1228;p86" title="Screenshot 2026-03-21 at 7.54.01 AM.png"/>
          <p:cNvPicPr preferRelativeResize="0"/>
          <p:nvPr/>
        </p:nvPicPr>
        <p:blipFill>
          <a:blip r:embed="rId4">
            <a:alphaModFix/>
          </a:blip>
          <a:stretch>
            <a:fillRect/>
          </a:stretch>
        </p:blipFill>
        <p:spPr>
          <a:xfrm>
            <a:off x="1506687" y="944875"/>
            <a:ext cx="6130625" cy="367495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2" name="Shape 1232"/>
        <p:cNvGrpSpPr/>
        <p:nvPr/>
      </p:nvGrpSpPr>
      <p:grpSpPr>
        <a:xfrm>
          <a:off x="0" y="0"/>
          <a:ext cx="0" cy="0"/>
          <a:chOff x="0" y="0"/>
          <a:chExt cx="0" cy="0"/>
        </a:xfrm>
      </p:grpSpPr>
      <p:sp>
        <p:nvSpPr>
          <p:cNvPr id="1233" name="Google Shape;1233;p87"/>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Test Cases - Backend</a:t>
            </a:r>
            <a:endParaRPr/>
          </a:p>
        </p:txBody>
      </p:sp>
      <p:pic>
        <p:nvPicPr>
          <p:cNvPr id="1234" name="Google Shape;1234;p87" title="Minimal Gradient by Slidesgo (2).jpg"/>
          <p:cNvPicPr preferRelativeResize="0"/>
          <p:nvPr>
            <p:ph idx="2" type="pic"/>
          </p:nvPr>
        </p:nvPicPr>
        <p:blipFill rotWithShape="1">
          <a:blip r:embed="rId3">
            <a:alphaModFix/>
          </a:blip>
          <a:srcRect b="19910" l="20913" r="40201" t="0"/>
          <a:stretch/>
        </p:blipFill>
        <p:spPr>
          <a:xfrm>
            <a:off x="5936100" y="1427150"/>
            <a:ext cx="3207900" cy="3716400"/>
          </a:xfrm>
          <a:prstGeom prst="rect">
            <a:avLst/>
          </a:prstGeom>
        </p:spPr>
      </p:pic>
      <p:pic>
        <p:nvPicPr>
          <p:cNvPr id="1235" name="Google Shape;1235;p87" title="Screenshot 2026-03-21 at 7.54.38 AM.png"/>
          <p:cNvPicPr preferRelativeResize="0"/>
          <p:nvPr/>
        </p:nvPicPr>
        <p:blipFill>
          <a:blip r:embed="rId4">
            <a:alphaModFix/>
          </a:blip>
          <a:stretch>
            <a:fillRect/>
          </a:stretch>
        </p:blipFill>
        <p:spPr>
          <a:xfrm>
            <a:off x="279775" y="1590200"/>
            <a:ext cx="8584449" cy="174697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9" name="Shape 1239"/>
        <p:cNvGrpSpPr/>
        <p:nvPr/>
      </p:nvGrpSpPr>
      <p:grpSpPr>
        <a:xfrm>
          <a:off x="0" y="0"/>
          <a:ext cx="0" cy="0"/>
          <a:chOff x="0" y="0"/>
          <a:chExt cx="0" cy="0"/>
        </a:xfrm>
      </p:grpSpPr>
      <p:sp>
        <p:nvSpPr>
          <p:cNvPr id="1240" name="Google Shape;1240;p88"/>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Test Cases - Frontend</a:t>
            </a:r>
            <a:endParaRPr/>
          </a:p>
        </p:txBody>
      </p:sp>
      <p:pic>
        <p:nvPicPr>
          <p:cNvPr id="1241" name="Google Shape;1241;p88" title="Minimal Gradient by Slidesgo (2).jpg"/>
          <p:cNvPicPr preferRelativeResize="0"/>
          <p:nvPr>
            <p:ph idx="2" type="pic"/>
          </p:nvPr>
        </p:nvPicPr>
        <p:blipFill rotWithShape="1">
          <a:blip r:embed="rId3">
            <a:alphaModFix/>
          </a:blip>
          <a:srcRect b="19910" l="20913" r="40201" t="0"/>
          <a:stretch/>
        </p:blipFill>
        <p:spPr>
          <a:xfrm>
            <a:off x="5936100" y="1427150"/>
            <a:ext cx="3207900" cy="3716400"/>
          </a:xfrm>
          <a:prstGeom prst="rect">
            <a:avLst/>
          </a:prstGeom>
        </p:spPr>
      </p:pic>
      <p:pic>
        <p:nvPicPr>
          <p:cNvPr id="1242" name="Google Shape;1242;p88" title="Screenshot 2026-03-21 at 8.00.43 AM.png"/>
          <p:cNvPicPr preferRelativeResize="0"/>
          <p:nvPr/>
        </p:nvPicPr>
        <p:blipFill>
          <a:blip r:embed="rId4">
            <a:alphaModFix/>
          </a:blip>
          <a:stretch>
            <a:fillRect/>
          </a:stretch>
        </p:blipFill>
        <p:spPr>
          <a:xfrm>
            <a:off x="1402125" y="995075"/>
            <a:ext cx="6339750" cy="375602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6" name="Shape 1246"/>
        <p:cNvGrpSpPr/>
        <p:nvPr/>
      </p:nvGrpSpPr>
      <p:grpSpPr>
        <a:xfrm>
          <a:off x="0" y="0"/>
          <a:ext cx="0" cy="0"/>
          <a:chOff x="0" y="0"/>
          <a:chExt cx="0" cy="0"/>
        </a:xfrm>
      </p:grpSpPr>
      <p:sp>
        <p:nvSpPr>
          <p:cNvPr id="1247" name="Google Shape;1247;p89"/>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Test Cases - Frontend</a:t>
            </a:r>
            <a:endParaRPr/>
          </a:p>
        </p:txBody>
      </p:sp>
      <p:pic>
        <p:nvPicPr>
          <p:cNvPr id="1248" name="Google Shape;1248;p89" title="Minimal Gradient by Slidesgo (2).jpg"/>
          <p:cNvPicPr preferRelativeResize="0"/>
          <p:nvPr>
            <p:ph idx="2" type="pic"/>
          </p:nvPr>
        </p:nvPicPr>
        <p:blipFill rotWithShape="1">
          <a:blip r:embed="rId3">
            <a:alphaModFix/>
          </a:blip>
          <a:srcRect b="19910" l="20913" r="40201" t="0"/>
          <a:stretch/>
        </p:blipFill>
        <p:spPr>
          <a:xfrm>
            <a:off x="5936100" y="1427150"/>
            <a:ext cx="3207900" cy="3716400"/>
          </a:xfrm>
          <a:prstGeom prst="rect">
            <a:avLst/>
          </a:prstGeom>
        </p:spPr>
      </p:pic>
      <p:pic>
        <p:nvPicPr>
          <p:cNvPr id="1249" name="Google Shape;1249;p89" title="Screenshot 2026-03-21 at 8.01.14 AM.png"/>
          <p:cNvPicPr preferRelativeResize="0"/>
          <p:nvPr/>
        </p:nvPicPr>
        <p:blipFill>
          <a:blip r:embed="rId4">
            <a:alphaModFix/>
          </a:blip>
          <a:stretch>
            <a:fillRect/>
          </a:stretch>
        </p:blipFill>
        <p:spPr>
          <a:xfrm>
            <a:off x="1434413" y="1002250"/>
            <a:ext cx="6275174" cy="3763324"/>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3" name="Shape 1253"/>
        <p:cNvGrpSpPr/>
        <p:nvPr/>
      </p:nvGrpSpPr>
      <p:grpSpPr>
        <a:xfrm>
          <a:off x="0" y="0"/>
          <a:ext cx="0" cy="0"/>
          <a:chOff x="0" y="0"/>
          <a:chExt cx="0" cy="0"/>
        </a:xfrm>
      </p:grpSpPr>
      <p:sp>
        <p:nvSpPr>
          <p:cNvPr id="1254" name="Google Shape;1254;p90"/>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Test Cases - Frontend</a:t>
            </a:r>
            <a:endParaRPr/>
          </a:p>
        </p:txBody>
      </p:sp>
      <p:pic>
        <p:nvPicPr>
          <p:cNvPr id="1255" name="Google Shape;1255;p90" title="Minimal Gradient by Slidesgo (2).jpg"/>
          <p:cNvPicPr preferRelativeResize="0"/>
          <p:nvPr>
            <p:ph idx="2" type="pic"/>
          </p:nvPr>
        </p:nvPicPr>
        <p:blipFill rotWithShape="1">
          <a:blip r:embed="rId3">
            <a:alphaModFix/>
          </a:blip>
          <a:srcRect b="19910" l="20913" r="40201" t="0"/>
          <a:stretch/>
        </p:blipFill>
        <p:spPr>
          <a:xfrm>
            <a:off x="5936100" y="1427150"/>
            <a:ext cx="3207900" cy="3716400"/>
          </a:xfrm>
          <a:prstGeom prst="rect">
            <a:avLst/>
          </a:prstGeom>
        </p:spPr>
      </p:pic>
      <p:pic>
        <p:nvPicPr>
          <p:cNvPr id="1256" name="Google Shape;1256;p90" title="Screenshot 2026-03-21 at 8.01.48 AM.png"/>
          <p:cNvPicPr preferRelativeResize="0"/>
          <p:nvPr/>
        </p:nvPicPr>
        <p:blipFill>
          <a:blip r:embed="rId4">
            <a:alphaModFix/>
          </a:blip>
          <a:stretch>
            <a:fillRect/>
          </a:stretch>
        </p:blipFill>
        <p:spPr>
          <a:xfrm>
            <a:off x="1427238" y="1009425"/>
            <a:ext cx="6289525" cy="3756025"/>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0" name="Shape 1260"/>
        <p:cNvGrpSpPr/>
        <p:nvPr/>
      </p:nvGrpSpPr>
      <p:grpSpPr>
        <a:xfrm>
          <a:off x="0" y="0"/>
          <a:ext cx="0" cy="0"/>
          <a:chOff x="0" y="0"/>
          <a:chExt cx="0" cy="0"/>
        </a:xfrm>
      </p:grpSpPr>
      <p:sp>
        <p:nvSpPr>
          <p:cNvPr id="1261" name="Google Shape;1261;p91"/>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Test Cases - Frontend</a:t>
            </a:r>
            <a:endParaRPr/>
          </a:p>
        </p:txBody>
      </p:sp>
      <p:pic>
        <p:nvPicPr>
          <p:cNvPr id="1262" name="Google Shape;1262;p91" title="Minimal Gradient by Slidesgo (2).jpg"/>
          <p:cNvPicPr preferRelativeResize="0"/>
          <p:nvPr>
            <p:ph idx="2" type="pic"/>
          </p:nvPr>
        </p:nvPicPr>
        <p:blipFill rotWithShape="1">
          <a:blip r:embed="rId3">
            <a:alphaModFix/>
          </a:blip>
          <a:srcRect b="19910" l="20913" r="40201" t="0"/>
          <a:stretch/>
        </p:blipFill>
        <p:spPr>
          <a:xfrm>
            <a:off x="5936100" y="1427150"/>
            <a:ext cx="3207900" cy="3716400"/>
          </a:xfrm>
          <a:prstGeom prst="rect">
            <a:avLst/>
          </a:prstGeom>
        </p:spPr>
      </p:pic>
      <p:pic>
        <p:nvPicPr>
          <p:cNvPr id="1263" name="Google Shape;1263;p91" title="Screenshot 2026-03-21 at 8.02.15 AM.png"/>
          <p:cNvPicPr preferRelativeResize="0"/>
          <p:nvPr/>
        </p:nvPicPr>
        <p:blipFill>
          <a:blip r:embed="rId4">
            <a:alphaModFix/>
          </a:blip>
          <a:stretch>
            <a:fillRect/>
          </a:stretch>
        </p:blipFill>
        <p:spPr>
          <a:xfrm>
            <a:off x="1054138" y="1401413"/>
            <a:ext cx="7035725" cy="234067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7" name="Shape 1267"/>
        <p:cNvGrpSpPr/>
        <p:nvPr/>
      </p:nvGrpSpPr>
      <p:grpSpPr>
        <a:xfrm>
          <a:off x="0" y="0"/>
          <a:ext cx="0" cy="0"/>
          <a:chOff x="0" y="0"/>
          <a:chExt cx="0" cy="0"/>
        </a:xfrm>
      </p:grpSpPr>
      <p:sp>
        <p:nvSpPr>
          <p:cNvPr id="1268" name="Google Shape;1268;p92"/>
          <p:cNvSpPr txBox="1"/>
          <p:nvPr>
            <p:ph idx="1" type="body"/>
          </p:nvPr>
        </p:nvSpPr>
        <p:spPr>
          <a:xfrm>
            <a:off x="2968050" y="1896300"/>
            <a:ext cx="3207900" cy="135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300"/>
              <a:t>52</a:t>
            </a:r>
            <a:r>
              <a:rPr lang="en" sz="3300"/>
              <a:t> story points completed</a:t>
            </a:r>
            <a:endParaRPr sz="3300"/>
          </a:p>
        </p:txBody>
      </p:sp>
      <p:sp>
        <p:nvSpPr>
          <p:cNvPr id="1269" name="Google Shape;1269;p92"/>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Metrics - Team Velocity</a:t>
            </a:r>
            <a:endParaRPr/>
          </a:p>
        </p:txBody>
      </p:sp>
      <p:pic>
        <p:nvPicPr>
          <p:cNvPr id="1270" name="Google Shape;1270;p92" title="Minimal Gradient by Slidesgo (2).jpg"/>
          <p:cNvPicPr preferRelativeResize="0"/>
          <p:nvPr>
            <p:ph idx="2" type="pic"/>
          </p:nvPr>
        </p:nvPicPr>
        <p:blipFill rotWithShape="1">
          <a:blip r:embed="rId3">
            <a:alphaModFix/>
          </a:blip>
          <a:srcRect b="19910" l="20913" r="40201" t="0"/>
          <a:stretch/>
        </p:blipFill>
        <p:spPr>
          <a:xfrm>
            <a:off x="5936100" y="1427150"/>
            <a:ext cx="3207900" cy="37164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4" name="Shape 1274"/>
        <p:cNvGrpSpPr/>
        <p:nvPr/>
      </p:nvGrpSpPr>
      <p:grpSpPr>
        <a:xfrm>
          <a:off x="0" y="0"/>
          <a:ext cx="0" cy="0"/>
          <a:chOff x="0" y="0"/>
          <a:chExt cx="0" cy="0"/>
        </a:xfrm>
      </p:grpSpPr>
      <p:sp>
        <p:nvSpPr>
          <p:cNvPr id="1275" name="Google Shape;1275;p93"/>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Metrics - Burndown Chart</a:t>
            </a:r>
            <a:endParaRPr/>
          </a:p>
        </p:txBody>
      </p:sp>
      <p:pic>
        <p:nvPicPr>
          <p:cNvPr id="1276" name="Google Shape;1276;p93" title="Minimal Gradient by Slidesgo (2).jpg"/>
          <p:cNvPicPr preferRelativeResize="0"/>
          <p:nvPr>
            <p:ph idx="2" type="pic"/>
          </p:nvPr>
        </p:nvPicPr>
        <p:blipFill rotWithShape="1">
          <a:blip r:embed="rId3">
            <a:alphaModFix/>
          </a:blip>
          <a:srcRect b="19910" l="20913" r="40201" t="0"/>
          <a:stretch/>
        </p:blipFill>
        <p:spPr>
          <a:xfrm>
            <a:off x="6070875" y="1583300"/>
            <a:ext cx="3073126" cy="3560250"/>
          </a:xfrm>
          <a:prstGeom prst="rect">
            <a:avLst/>
          </a:prstGeom>
        </p:spPr>
      </p:pic>
      <p:pic>
        <p:nvPicPr>
          <p:cNvPr id="1277" name="Google Shape;1277;p93"/>
          <p:cNvPicPr preferRelativeResize="0"/>
          <p:nvPr/>
        </p:nvPicPr>
        <p:blipFill>
          <a:blip r:embed="rId4">
            <a:alphaModFix/>
          </a:blip>
          <a:stretch>
            <a:fillRect/>
          </a:stretch>
        </p:blipFill>
        <p:spPr>
          <a:xfrm>
            <a:off x="1219200" y="857025"/>
            <a:ext cx="6705600" cy="384810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1" name="Shape 1281"/>
        <p:cNvGrpSpPr/>
        <p:nvPr/>
      </p:nvGrpSpPr>
      <p:grpSpPr>
        <a:xfrm>
          <a:off x="0" y="0"/>
          <a:ext cx="0" cy="0"/>
          <a:chOff x="0" y="0"/>
          <a:chExt cx="0" cy="0"/>
        </a:xfrm>
      </p:grpSpPr>
      <p:sp>
        <p:nvSpPr>
          <p:cNvPr id="1282" name="Google Shape;1282;p94"/>
          <p:cNvSpPr txBox="1"/>
          <p:nvPr>
            <p:ph idx="1" type="body"/>
          </p:nvPr>
        </p:nvSpPr>
        <p:spPr>
          <a:xfrm>
            <a:off x="3601800" y="1949216"/>
            <a:ext cx="1940400" cy="195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300"/>
              <a:t>52</a:t>
            </a:r>
            <a:r>
              <a:rPr b="1" lang="en" sz="3300"/>
              <a:t> / 52</a:t>
            </a:r>
            <a:endParaRPr b="1" sz="3300"/>
          </a:p>
          <a:p>
            <a:pPr indent="0" lvl="0" marL="0" rtl="0" algn="l">
              <a:spcBef>
                <a:spcPts val="0"/>
              </a:spcBef>
              <a:spcAft>
                <a:spcPts val="0"/>
              </a:spcAft>
              <a:buNone/>
            </a:pPr>
            <a:r>
              <a:t/>
            </a:r>
            <a:endParaRPr b="1" sz="3300"/>
          </a:p>
          <a:p>
            <a:pPr indent="0" lvl="0" marL="0" rtl="0" algn="l">
              <a:spcBef>
                <a:spcPts val="0"/>
              </a:spcBef>
              <a:spcAft>
                <a:spcPts val="0"/>
              </a:spcAft>
              <a:buNone/>
            </a:pPr>
            <a:r>
              <a:rPr b="1" lang="en" sz="3300"/>
              <a:t>  100%</a:t>
            </a:r>
            <a:endParaRPr b="1" sz="3300"/>
          </a:p>
        </p:txBody>
      </p:sp>
      <p:sp>
        <p:nvSpPr>
          <p:cNvPr id="1283" name="Google Shape;1283;p94"/>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Metrics - Completed/Committed Ratio</a:t>
            </a:r>
            <a:endParaRPr/>
          </a:p>
        </p:txBody>
      </p:sp>
      <p:sp>
        <p:nvSpPr>
          <p:cNvPr id="1284" name="Google Shape;1284;p94"/>
          <p:cNvSpPr/>
          <p:nvPr>
            <p:ph idx="2" type="pic"/>
          </p:nvPr>
        </p:nvSpPr>
        <p:spPr>
          <a:xfrm>
            <a:off x="5782800" y="1249550"/>
            <a:ext cx="3361200" cy="3894000"/>
          </a:xfrm>
          <a:prstGeom prst="rect">
            <a:avLst/>
          </a:prstGeom>
        </p:spPr>
      </p:sp>
      <p:pic>
        <p:nvPicPr>
          <p:cNvPr id="1285" name="Google Shape;1285;p94"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sp>
        <p:nvSpPr>
          <p:cNvPr id="1286" name="Google Shape;1286;p94"/>
          <p:cNvSpPr txBox="1"/>
          <p:nvPr/>
        </p:nvSpPr>
        <p:spPr>
          <a:xfrm>
            <a:off x="408900" y="4347225"/>
            <a:ext cx="2359200" cy="47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Albert Sans"/>
                <a:ea typeface="Albert Sans"/>
                <a:cs typeface="Albert Sans"/>
                <a:sym typeface="Albert Sans"/>
              </a:rPr>
              <a:t>Sprint 1 Story Points: 52</a:t>
            </a:r>
            <a:endParaRPr>
              <a:solidFill>
                <a:schemeClr val="dk1"/>
              </a:solidFill>
              <a:latin typeface="Albert Sans"/>
              <a:ea typeface="Albert Sans"/>
              <a:cs typeface="Albert Sans"/>
              <a:sym typeface="Albert Sans"/>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0" name="Shape 1290"/>
        <p:cNvGrpSpPr/>
        <p:nvPr/>
      </p:nvGrpSpPr>
      <p:grpSpPr>
        <a:xfrm>
          <a:off x="0" y="0"/>
          <a:ext cx="0" cy="0"/>
          <a:chOff x="0" y="0"/>
          <a:chExt cx="0" cy="0"/>
        </a:xfrm>
      </p:grpSpPr>
      <p:sp>
        <p:nvSpPr>
          <p:cNvPr id="1291" name="Google Shape;1291;p95"/>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Sprint 1 Retrospective</a:t>
            </a:r>
            <a:endParaRPr/>
          </a:p>
        </p:txBody>
      </p:sp>
      <p:pic>
        <p:nvPicPr>
          <p:cNvPr id="1292" name="Google Shape;1292;p95"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pic>
        <p:nvPicPr>
          <p:cNvPr id="1293" name="Google Shape;1293;p95" title="Screenshot 2026-03-24 at 7.28.25 PM.png"/>
          <p:cNvPicPr preferRelativeResize="0"/>
          <p:nvPr/>
        </p:nvPicPr>
        <p:blipFill>
          <a:blip r:embed="rId4">
            <a:alphaModFix/>
          </a:blip>
          <a:stretch>
            <a:fillRect/>
          </a:stretch>
        </p:blipFill>
        <p:spPr>
          <a:xfrm>
            <a:off x="1434200" y="1249549"/>
            <a:ext cx="6275600" cy="303155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7" name="Shape 1297"/>
        <p:cNvGrpSpPr/>
        <p:nvPr/>
      </p:nvGrpSpPr>
      <p:grpSpPr>
        <a:xfrm>
          <a:off x="0" y="0"/>
          <a:ext cx="0" cy="0"/>
          <a:chOff x="0" y="0"/>
          <a:chExt cx="0" cy="0"/>
        </a:xfrm>
      </p:grpSpPr>
      <p:sp>
        <p:nvSpPr>
          <p:cNvPr id="1298" name="Google Shape;1298;p96"/>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Sprint 1 Retrospective: Important Points</a:t>
            </a:r>
            <a:endParaRPr i="1"/>
          </a:p>
        </p:txBody>
      </p:sp>
      <p:pic>
        <p:nvPicPr>
          <p:cNvPr descr="image.png" id="1299" name="Google Shape;1299;p96"/>
          <p:cNvPicPr preferRelativeResize="0"/>
          <p:nvPr/>
        </p:nvPicPr>
        <p:blipFill rotWithShape="1">
          <a:blip r:embed="rId3">
            <a:alphaModFix/>
          </a:blip>
          <a:srcRect b="0" l="0" r="0" t="0"/>
          <a:stretch/>
        </p:blipFill>
        <p:spPr>
          <a:xfrm>
            <a:off x="571500" y="1802900"/>
            <a:ext cx="2547975" cy="2515625"/>
          </a:xfrm>
          <a:prstGeom prst="rect">
            <a:avLst/>
          </a:prstGeom>
          <a:noFill/>
          <a:ln>
            <a:noFill/>
          </a:ln>
        </p:spPr>
      </p:pic>
      <p:pic>
        <p:nvPicPr>
          <p:cNvPr descr="image.png" id="1300" name="Google Shape;1300;p96"/>
          <p:cNvPicPr preferRelativeResize="0"/>
          <p:nvPr/>
        </p:nvPicPr>
        <p:blipFill rotWithShape="1">
          <a:blip r:embed="rId4">
            <a:alphaModFix/>
          </a:blip>
          <a:srcRect b="0" l="0" r="0" t="0"/>
          <a:stretch/>
        </p:blipFill>
        <p:spPr>
          <a:xfrm>
            <a:off x="3298075" y="1802900"/>
            <a:ext cx="2547975" cy="2515625"/>
          </a:xfrm>
          <a:prstGeom prst="rect">
            <a:avLst/>
          </a:prstGeom>
          <a:noFill/>
          <a:ln>
            <a:noFill/>
          </a:ln>
        </p:spPr>
      </p:pic>
      <p:pic>
        <p:nvPicPr>
          <p:cNvPr descr="image.png" id="1301" name="Google Shape;1301;p96"/>
          <p:cNvPicPr preferRelativeResize="0"/>
          <p:nvPr/>
        </p:nvPicPr>
        <p:blipFill rotWithShape="1">
          <a:blip r:embed="rId5">
            <a:alphaModFix/>
          </a:blip>
          <a:srcRect b="0" l="0" r="0" t="0"/>
          <a:stretch/>
        </p:blipFill>
        <p:spPr>
          <a:xfrm>
            <a:off x="6024625" y="1802900"/>
            <a:ext cx="2547975" cy="2515625"/>
          </a:xfrm>
          <a:prstGeom prst="rect">
            <a:avLst/>
          </a:prstGeom>
          <a:noFill/>
          <a:ln>
            <a:noFill/>
          </a:ln>
        </p:spPr>
      </p:pic>
      <p:sp>
        <p:nvSpPr>
          <p:cNvPr id="1302" name="Google Shape;1302;p96"/>
          <p:cNvSpPr txBox="1"/>
          <p:nvPr/>
        </p:nvSpPr>
        <p:spPr>
          <a:xfrm>
            <a:off x="792957" y="2388597"/>
            <a:ext cx="2210400" cy="169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 sz="1100" u="none" cap="none" strike="noStrike">
                <a:solidFill>
                  <a:srgbClr val="0F172A"/>
                </a:solidFill>
                <a:latin typeface="Poppins"/>
                <a:ea typeface="Poppins"/>
                <a:cs typeface="Poppins"/>
                <a:sym typeface="Poppins"/>
              </a:rPr>
              <a:t>What Went Well</a:t>
            </a:r>
            <a:endParaRPr b="0" i="0" sz="1100" u="none" cap="none" strike="noStrike">
              <a:solidFill>
                <a:srgbClr val="000000"/>
              </a:solidFill>
              <a:latin typeface="Arial"/>
              <a:ea typeface="Arial"/>
              <a:cs typeface="Arial"/>
              <a:sym typeface="Arial"/>
            </a:endParaRPr>
          </a:p>
        </p:txBody>
      </p:sp>
      <p:sp>
        <p:nvSpPr>
          <p:cNvPr id="1303" name="Google Shape;1303;p96"/>
          <p:cNvSpPr txBox="1"/>
          <p:nvPr/>
        </p:nvSpPr>
        <p:spPr>
          <a:xfrm>
            <a:off x="638450" y="2617300"/>
            <a:ext cx="2364900" cy="969600"/>
          </a:xfrm>
          <a:prstGeom prst="rect">
            <a:avLst/>
          </a:prstGeom>
          <a:noFill/>
          <a:ln>
            <a:noFill/>
          </a:ln>
        </p:spPr>
        <p:txBody>
          <a:bodyPr anchorCtr="0" anchor="t" bIns="0" lIns="0" spcFirstLastPara="1" rIns="0" wrap="square" tIns="0">
            <a:spAutoFit/>
          </a:bodyPr>
          <a:lstStyle/>
          <a:p>
            <a:pPr indent="-285750" lvl="0" marL="457200" marR="0" rtl="0" algn="l">
              <a:lnSpc>
                <a:spcPct val="150000"/>
              </a:lnSpc>
              <a:spcBef>
                <a:spcPts val="0"/>
              </a:spcBef>
              <a:spcAft>
                <a:spcPts val="0"/>
              </a:spcAft>
              <a:buClr>
                <a:srgbClr val="475569"/>
              </a:buClr>
              <a:buSzPts val="900"/>
              <a:buFont typeface="Lato"/>
              <a:buChar char="●"/>
            </a:pPr>
            <a:r>
              <a:rPr lang="en" sz="900">
                <a:solidFill>
                  <a:srgbClr val="475569"/>
                </a:solidFill>
                <a:latin typeface="Lato"/>
                <a:ea typeface="Lato"/>
                <a:cs typeface="Lato"/>
                <a:sym typeface="Lato"/>
              </a:rPr>
              <a:t>Strong frontend + backend collaboration</a:t>
            </a:r>
            <a:endParaRPr sz="900">
              <a:solidFill>
                <a:srgbClr val="475569"/>
              </a:solidFill>
              <a:latin typeface="Lato"/>
              <a:ea typeface="Lato"/>
              <a:cs typeface="Lato"/>
              <a:sym typeface="Lato"/>
            </a:endParaRPr>
          </a:p>
          <a:p>
            <a:pPr indent="-285750" lvl="0" marL="457200" marR="0" rtl="0" algn="l">
              <a:lnSpc>
                <a:spcPct val="150000"/>
              </a:lnSpc>
              <a:spcBef>
                <a:spcPts val="0"/>
              </a:spcBef>
              <a:spcAft>
                <a:spcPts val="0"/>
              </a:spcAft>
              <a:buClr>
                <a:srgbClr val="475569"/>
              </a:buClr>
              <a:buSzPts val="900"/>
              <a:buFont typeface="Lato"/>
              <a:buChar char="●"/>
            </a:pPr>
            <a:r>
              <a:rPr lang="en" sz="900">
                <a:solidFill>
                  <a:srgbClr val="475569"/>
                </a:solidFill>
                <a:latin typeface="Lato"/>
                <a:ea typeface="Lato"/>
                <a:cs typeface="Lato"/>
                <a:sym typeface="Lato"/>
              </a:rPr>
              <a:t>Image upload flow fully functional </a:t>
            </a:r>
            <a:endParaRPr sz="900">
              <a:solidFill>
                <a:srgbClr val="475569"/>
              </a:solidFill>
              <a:latin typeface="Lato"/>
              <a:ea typeface="Lato"/>
              <a:cs typeface="Lato"/>
              <a:sym typeface="Lato"/>
            </a:endParaRPr>
          </a:p>
          <a:p>
            <a:pPr indent="-285750" lvl="0" marL="457200" marR="0" rtl="0" algn="l">
              <a:lnSpc>
                <a:spcPct val="150000"/>
              </a:lnSpc>
              <a:spcBef>
                <a:spcPts val="0"/>
              </a:spcBef>
              <a:spcAft>
                <a:spcPts val="0"/>
              </a:spcAft>
              <a:buClr>
                <a:srgbClr val="475569"/>
              </a:buClr>
              <a:buSzPts val="900"/>
              <a:buFont typeface="Lato"/>
              <a:buChar char="●"/>
            </a:pPr>
            <a:r>
              <a:rPr lang="en" sz="900">
                <a:solidFill>
                  <a:srgbClr val="475569"/>
                </a:solidFill>
                <a:latin typeface="Lato"/>
                <a:ea typeface="Lato"/>
                <a:cs typeface="Lato"/>
                <a:sym typeface="Lato"/>
              </a:rPr>
              <a:t>Good progress toward MVP </a:t>
            </a:r>
            <a:endParaRPr sz="900">
              <a:solidFill>
                <a:srgbClr val="475569"/>
              </a:solidFill>
              <a:latin typeface="Lato"/>
              <a:ea typeface="Lato"/>
              <a:cs typeface="Lato"/>
              <a:sym typeface="Lato"/>
            </a:endParaRPr>
          </a:p>
          <a:p>
            <a:pPr indent="-285750" lvl="0" marL="457200" marR="0" rtl="0" algn="l">
              <a:lnSpc>
                <a:spcPct val="150000"/>
              </a:lnSpc>
              <a:spcBef>
                <a:spcPts val="0"/>
              </a:spcBef>
              <a:spcAft>
                <a:spcPts val="0"/>
              </a:spcAft>
              <a:buClr>
                <a:srgbClr val="475569"/>
              </a:buClr>
              <a:buSzPts val="900"/>
              <a:buFont typeface="Lato"/>
              <a:buChar char="●"/>
            </a:pPr>
            <a:r>
              <a:rPr lang="en" sz="900">
                <a:solidFill>
                  <a:srgbClr val="475569"/>
                </a:solidFill>
                <a:latin typeface="Lato"/>
                <a:ea typeface="Lato"/>
                <a:cs typeface="Lato"/>
                <a:sym typeface="Lato"/>
              </a:rPr>
              <a:t>Issues resolved quickly</a:t>
            </a:r>
            <a:endParaRPr sz="900">
              <a:solidFill>
                <a:srgbClr val="475569"/>
              </a:solidFill>
              <a:latin typeface="Lato"/>
              <a:ea typeface="Lato"/>
              <a:cs typeface="Lato"/>
              <a:sym typeface="Lato"/>
            </a:endParaRPr>
          </a:p>
        </p:txBody>
      </p:sp>
      <p:sp>
        <p:nvSpPr>
          <p:cNvPr id="1304" name="Google Shape;1304;p96"/>
          <p:cNvSpPr txBox="1"/>
          <p:nvPr/>
        </p:nvSpPr>
        <p:spPr>
          <a:xfrm>
            <a:off x="3519525" y="2388597"/>
            <a:ext cx="2210400" cy="169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 sz="1100" u="none" cap="none" strike="noStrike">
                <a:solidFill>
                  <a:srgbClr val="0F172A"/>
                </a:solidFill>
                <a:latin typeface="Poppins"/>
                <a:ea typeface="Poppins"/>
                <a:cs typeface="Poppins"/>
                <a:sym typeface="Poppins"/>
              </a:rPr>
              <a:t>Improvements</a:t>
            </a:r>
            <a:endParaRPr b="0" i="0" sz="1100" u="none" cap="none" strike="noStrike">
              <a:solidFill>
                <a:srgbClr val="000000"/>
              </a:solidFill>
              <a:latin typeface="Arial"/>
              <a:ea typeface="Arial"/>
              <a:cs typeface="Arial"/>
              <a:sym typeface="Arial"/>
            </a:endParaRPr>
          </a:p>
        </p:txBody>
      </p:sp>
      <p:sp>
        <p:nvSpPr>
          <p:cNvPr id="1305" name="Google Shape;1305;p96"/>
          <p:cNvSpPr txBox="1"/>
          <p:nvPr/>
        </p:nvSpPr>
        <p:spPr>
          <a:xfrm>
            <a:off x="3519525" y="2617288"/>
            <a:ext cx="2105100" cy="554100"/>
          </a:xfrm>
          <a:prstGeom prst="rect">
            <a:avLst/>
          </a:prstGeom>
          <a:noFill/>
          <a:ln>
            <a:noFill/>
          </a:ln>
        </p:spPr>
        <p:txBody>
          <a:bodyPr anchorCtr="0" anchor="t" bIns="0" lIns="0" spcFirstLastPara="1" rIns="0" wrap="square" tIns="0">
            <a:spAutoFit/>
          </a:bodyPr>
          <a:lstStyle/>
          <a:p>
            <a:pPr indent="-285750" lvl="0" marL="457200" rtl="0" algn="l">
              <a:lnSpc>
                <a:spcPct val="150000"/>
              </a:lnSpc>
              <a:spcBef>
                <a:spcPts val="0"/>
              </a:spcBef>
              <a:spcAft>
                <a:spcPts val="0"/>
              </a:spcAft>
              <a:buClr>
                <a:srgbClr val="475569"/>
              </a:buClr>
              <a:buSzPts val="900"/>
              <a:buFont typeface="Lato"/>
              <a:buChar char="●"/>
            </a:pPr>
            <a:r>
              <a:rPr lang="en" sz="900">
                <a:solidFill>
                  <a:srgbClr val="475569"/>
                </a:solidFill>
                <a:latin typeface="Lato"/>
                <a:ea typeface="Lato"/>
                <a:cs typeface="Lato"/>
                <a:sym typeface="Lato"/>
              </a:rPr>
              <a:t>PR reviews were sometimes delayed</a:t>
            </a:r>
            <a:endParaRPr sz="900">
              <a:solidFill>
                <a:srgbClr val="475569"/>
              </a:solidFill>
              <a:latin typeface="Lato"/>
              <a:ea typeface="Lato"/>
              <a:cs typeface="Lato"/>
              <a:sym typeface="Lato"/>
            </a:endParaRPr>
          </a:p>
          <a:p>
            <a:pPr indent="0" lvl="0" marL="0" marR="0" rtl="0" algn="l">
              <a:lnSpc>
                <a:spcPct val="150000"/>
              </a:lnSpc>
              <a:spcBef>
                <a:spcPts val="0"/>
              </a:spcBef>
              <a:spcAft>
                <a:spcPts val="0"/>
              </a:spcAft>
              <a:buNone/>
            </a:pPr>
            <a:r>
              <a:t/>
            </a:r>
            <a:endParaRPr sz="900">
              <a:solidFill>
                <a:srgbClr val="475569"/>
              </a:solidFill>
              <a:latin typeface="Lato"/>
              <a:ea typeface="Lato"/>
              <a:cs typeface="Lato"/>
              <a:sym typeface="Lato"/>
            </a:endParaRPr>
          </a:p>
        </p:txBody>
      </p:sp>
      <p:sp>
        <p:nvSpPr>
          <p:cNvPr id="1306" name="Google Shape;1306;p96"/>
          <p:cNvSpPr txBox="1"/>
          <p:nvPr/>
        </p:nvSpPr>
        <p:spPr>
          <a:xfrm>
            <a:off x="6246094" y="2388597"/>
            <a:ext cx="2210400" cy="169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 sz="1100" u="none" cap="none" strike="noStrike">
                <a:solidFill>
                  <a:srgbClr val="0F172A"/>
                </a:solidFill>
                <a:latin typeface="Poppins"/>
                <a:ea typeface="Poppins"/>
                <a:cs typeface="Poppins"/>
                <a:sym typeface="Poppins"/>
              </a:rPr>
              <a:t>Action Items</a:t>
            </a:r>
            <a:endParaRPr b="0" i="0" sz="1100" u="none" cap="none" strike="noStrike">
              <a:solidFill>
                <a:srgbClr val="000000"/>
              </a:solidFill>
              <a:latin typeface="Arial"/>
              <a:ea typeface="Arial"/>
              <a:cs typeface="Arial"/>
              <a:sym typeface="Arial"/>
            </a:endParaRPr>
          </a:p>
        </p:txBody>
      </p:sp>
      <p:sp>
        <p:nvSpPr>
          <p:cNvPr id="1307" name="Google Shape;1307;p96"/>
          <p:cNvSpPr txBox="1"/>
          <p:nvPr/>
        </p:nvSpPr>
        <p:spPr>
          <a:xfrm>
            <a:off x="6246093" y="2617287"/>
            <a:ext cx="2105100" cy="762000"/>
          </a:xfrm>
          <a:prstGeom prst="rect">
            <a:avLst/>
          </a:prstGeom>
          <a:noFill/>
          <a:ln>
            <a:noFill/>
          </a:ln>
        </p:spPr>
        <p:txBody>
          <a:bodyPr anchorCtr="0" anchor="t" bIns="0" lIns="0" spcFirstLastPara="1" rIns="0" wrap="square" tIns="0">
            <a:spAutoFit/>
          </a:bodyPr>
          <a:lstStyle/>
          <a:p>
            <a:pPr indent="-285750" lvl="0" marL="457200" rtl="0" algn="l">
              <a:lnSpc>
                <a:spcPct val="150000"/>
              </a:lnSpc>
              <a:spcBef>
                <a:spcPts val="0"/>
              </a:spcBef>
              <a:spcAft>
                <a:spcPts val="0"/>
              </a:spcAft>
              <a:buClr>
                <a:srgbClr val="475569"/>
              </a:buClr>
              <a:buSzPts val="900"/>
              <a:buFont typeface="Lato"/>
              <a:buChar char="●"/>
            </a:pPr>
            <a:r>
              <a:rPr lang="en" sz="900">
                <a:solidFill>
                  <a:srgbClr val="475569"/>
                </a:solidFill>
                <a:latin typeface="Lato"/>
                <a:ea typeface="Lato"/>
                <a:cs typeface="Lato"/>
                <a:sym typeface="Lato"/>
              </a:rPr>
              <a:t>Define technical approach before implementation</a:t>
            </a:r>
            <a:endParaRPr sz="900">
              <a:solidFill>
                <a:srgbClr val="475569"/>
              </a:solidFill>
              <a:latin typeface="Lato"/>
              <a:ea typeface="Lato"/>
              <a:cs typeface="Lato"/>
              <a:sym typeface="Lato"/>
            </a:endParaRPr>
          </a:p>
          <a:p>
            <a:pPr indent="-285750" lvl="0" marL="457200" rtl="0" algn="l">
              <a:lnSpc>
                <a:spcPct val="150000"/>
              </a:lnSpc>
              <a:spcBef>
                <a:spcPts val="0"/>
              </a:spcBef>
              <a:spcAft>
                <a:spcPts val="0"/>
              </a:spcAft>
              <a:buClr>
                <a:srgbClr val="475569"/>
              </a:buClr>
              <a:buSzPts val="900"/>
              <a:buFont typeface="Lato"/>
              <a:buChar char="●"/>
            </a:pPr>
            <a:r>
              <a:rPr lang="en" sz="900">
                <a:solidFill>
                  <a:srgbClr val="475569"/>
                </a:solidFill>
                <a:latin typeface="Lato"/>
                <a:ea typeface="Lato"/>
                <a:cs typeface="Lato"/>
                <a:sym typeface="Lato"/>
              </a:rPr>
              <a:t>Start early planning for ML integration</a:t>
            </a:r>
            <a:endParaRPr sz="900">
              <a:solidFill>
                <a:srgbClr val="475569"/>
              </a:solidFill>
              <a:latin typeface="Lato"/>
              <a:ea typeface="Lato"/>
              <a:cs typeface="Lato"/>
              <a:sym typeface="Lato"/>
            </a:endParaRPr>
          </a:p>
        </p:txBody>
      </p:sp>
      <p:pic>
        <p:nvPicPr>
          <p:cNvPr descr="image.png" id="1308" name="Google Shape;1308;p96"/>
          <p:cNvPicPr preferRelativeResize="0"/>
          <p:nvPr/>
        </p:nvPicPr>
        <p:blipFill rotWithShape="1">
          <a:blip r:embed="rId6">
            <a:alphaModFix/>
          </a:blip>
          <a:srcRect b="0" l="0" r="0" t="0"/>
          <a:stretch/>
        </p:blipFill>
        <p:spPr>
          <a:xfrm>
            <a:off x="792956" y="2052931"/>
            <a:ext cx="228600" cy="228600"/>
          </a:xfrm>
          <a:prstGeom prst="rect">
            <a:avLst/>
          </a:prstGeom>
          <a:noFill/>
          <a:ln>
            <a:noFill/>
          </a:ln>
        </p:spPr>
      </p:pic>
      <p:pic>
        <p:nvPicPr>
          <p:cNvPr descr="image.png" id="1309" name="Google Shape;1309;p96"/>
          <p:cNvPicPr preferRelativeResize="0"/>
          <p:nvPr/>
        </p:nvPicPr>
        <p:blipFill rotWithShape="1">
          <a:blip r:embed="rId7">
            <a:alphaModFix/>
          </a:blip>
          <a:srcRect b="0" l="0" r="0" t="0"/>
          <a:stretch/>
        </p:blipFill>
        <p:spPr>
          <a:xfrm>
            <a:off x="3519524" y="2052931"/>
            <a:ext cx="228600" cy="228600"/>
          </a:xfrm>
          <a:prstGeom prst="rect">
            <a:avLst/>
          </a:prstGeom>
          <a:noFill/>
          <a:ln>
            <a:noFill/>
          </a:ln>
        </p:spPr>
      </p:pic>
      <p:pic>
        <p:nvPicPr>
          <p:cNvPr descr="image.png" id="1310" name="Google Shape;1310;p96"/>
          <p:cNvPicPr preferRelativeResize="0"/>
          <p:nvPr/>
        </p:nvPicPr>
        <p:blipFill rotWithShape="1">
          <a:blip r:embed="rId8">
            <a:alphaModFix/>
          </a:blip>
          <a:srcRect b="0" l="0" r="0" t="0"/>
          <a:stretch/>
        </p:blipFill>
        <p:spPr>
          <a:xfrm>
            <a:off x="6246093" y="2052931"/>
            <a:ext cx="228600" cy="228600"/>
          </a:xfrm>
          <a:prstGeom prst="rect">
            <a:avLst/>
          </a:prstGeom>
          <a:noFill/>
          <a:ln>
            <a:noFill/>
          </a:ln>
        </p:spPr>
      </p:pic>
      <p:pic>
        <p:nvPicPr>
          <p:cNvPr id="1311" name="Google Shape;1311;p96" title="Minimal Gradient by Slidesgo (2).jpg"/>
          <p:cNvPicPr preferRelativeResize="0"/>
          <p:nvPr>
            <p:ph idx="2" type="pic"/>
          </p:nvPr>
        </p:nvPicPr>
        <p:blipFill rotWithShape="1">
          <a:blip r:embed="rId9">
            <a:alphaModFix/>
          </a:blip>
          <a:srcRect b="19910" l="20913" r="40201" t="0"/>
          <a:stretch/>
        </p:blipFill>
        <p:spPr>
          <a:xfrm>
            <a:off x="8376146" y="4253975"/>
            <a:ext cx="767854" cy="889574"/>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5" name="Shape 1315"/>
        <p:cNvGrpSpPr/>
        <p:nvPr/>
      </p:nvGrpSpPr>
      <p:grpSpPr>
        <a:xfrm>
          <a:off x="0" y="0"/>
          <a:ext cx="0" cy="0"/>
          <a:chOff x="0" y="0"/>
          <a:chExt cx="0" cy="0"/>
        </a:xfrm>
      </p:grpSpPr>
      <p:sp>
        <p:nvSpPr>
          <p:cNvPr id="1316" name="Google Shape;1316;p97"/>
          <p:cNvSpPr txBox="1"/>
          <p:nvPr>
            <p:ph idx="1" type="body"/>
          </p:nvPr>
        </p:nvSpPr>
        <p:spPr>
          <a:xfrm>
            <a:off x="515100" y="943950"/>
            <a:ext cx="4061700" cy="4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lang="en" sz="1700"/>
              <a:t>Sprint Schedule &amp; Key Deliverable</a:t>
            </a:r>
            <a:endParaRPr/>
          </a:p>
        </p:txBody>
      </p:sp>
      <p:sp>
        <p:nvSpPr>
          <p:cNvPr id="1317" name="Google Shape;1317;p97"/>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 Roadmap</a:t>
            </a:r>
            <a:endParaRPr i="1"/>
          </a:p>
        </p:txBody>
      </p:sp>
      <p:pic>
        <p:nvPicPr>
          <p:cNvPr descr="image.png" id="1318" name="Google Shape;1318;p97"/>
          <p:cNvPicPr preferRelativeResize="0"/>
          <p:nvPr/>
        </p:nvPicPr>
        <p:blipFill rotWithShape="1">
          <a:blip r:embed="rId3">
            <a:alphaModFix/>
          </a:blip>
          <a:srcRect b="0" l="0" r="0" t="0"/>
          <a:stretch/>
        </p:blipFill>
        <p:spPr>
          <a:xfrm>
            <a:off x="527425" y="3657843"/>
            <a:ext cx="1760153" cy="371475"/>
          </a:xfrm>
          <a:prstGeom prst="rect">
            <a:avLst/>
          </a:prstGeom>
          <a:noFill/>
          <a:ln>
            <a:noFill/>
          </a:ln>
        </p:spPr>
      </p:pic>
      <p:pic>
        <p:nvPicPr>
          <p:cNvPr descr="image.png" id="1319" name="Google Shape;1319;p97"/>
          <p:cNvPicPr preferRelativeResize="0"/>
          <p:nvPr/>
        </p:nvPicPr>
        <p:blipFill rotWithShape="1">
          <a:blip r:embed="rId4">
            <a:alphaModFix/>
          </a:blip>
          <a:srcRect b="0" l="0" r="0" t="0"/>
          <a:stretch/>
        </p:blipFill>
        <p:spPr>
          <a:xfrm>
            <a:off x="2607707" y="3657843"/>
            <a:ext cx="1760153" cy="371475"/>
          </a:xfrm>
          <a:prstGeom prst="rect">
            <a:avLst/>
          </a:prstGeom>
          <a:noFill/>
          <a:ln>
            <a:noFill/>
          </a:ln>
        </p:spPr>
      </p:pic>
      <p:pic>
        <p:nvPicPr>
          <p:cNvPr descr="image.png" id="1320" name="Google Shape;1320;p97"/>
          <p:cNvPicPr preferRelativeResize="0"/>
          <p:nvPr/>
        </p:nvPicPr>
        <p:blipFill rotWithShape="1">
          <a:blip r:embed="rId4">
            <a:alphaModFix/>
          </a:blip>
          <a:srcRect b="0" l="0" r="0" t="0"/>
          <a:stretch/>
        </p:blipFill>
        <p:spPr>
          <a:xfrm>
            <a:off x="4687989" y="3657843"/>
            <a:ext cx="1760153" cy="371475"/>
          </a:xfrm>
          <a:prstGeom prst="rect">
            <a:avLst/>
          </a:prstGeom>
          <a:noFill/>
          <a:ln>
            <a:noFill/>
          </a:ln>
        </p:spPr>
      </p:pic>
      <p:pic>
        <p:nvPicPr>
          <p:cNvPr descr="image.png" id="1321" name="Google Shape;1321;p97"/>
          <p:cNvPicPr preferRelativeResize="0"/>
          <p:nvPr/>
        </p:nvPicPr>
        <p:blipFill rotWithShape="1">
          <a:blip r:embed="rId5">
            <a:alphaModFix/>
          </a:blip>
          <a:srcRect b="0" l="0" r="0" t="0"/>
          <a:stretch/>
        </p:blipFill>
        <p:spPr>
          <a:xfrm>
            <a:off x="6768272" y="3657843"/>
            <a:ext cx="1760153" cy="371475"/>
          </a:xfrm>
          <a:prstGeom prst="rect">
            <a:avLst/>
          </a:prstGeom>
          <a:noFill/>
          <a:ln>
            <a:noFill/>
          </a:ln>
        </p:spPr>
      </p:pic>
      <p:sp>
        <p:nvSpPr>
          <p:cNvPr id="1322" name="Google Shape;1322;p97"/>
          <p:cNvSpPr txBox="1"/>
          <p:nvPr/>
        </p:nvSpPr>
        <p:spPr>
          <a:xfrm>
            <a:off x="527425" y="2429118"/>
            <a:ext cx="17601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800" u="none" cap="none" strike="noStrike">
                <a:solidFill>
                  <a:schemeClr val="dk1"/>
                </a:solidFill>
                <a:latin typeface="Inter"/>
                <a:ea typeface="Inter"/>
                <a:cs typeface="Inter"/>
                <a:sym typeface="Inter"/>
              </a:rPr>
              <a:t>DEADLINE: FEB 19</a:t>
            </a:r>
            <a:endParaRPr b="0" i="0" sz="1100" u="none" cap="none" strike="noStrike">
              <a:solidFill>
                <a:schemeClr val="dk1"/>
              </a:solidFill>
              <a:latin typeface="Arial"/>
              <a:ea typeface="Arial"/>
              <a:cs typeface="Arial"/>
              <a:sym typeface="Arial"/>
            </a:endParaRPr>
          </a:p>
        </p:txBody>
      </p:sp>
      <p:sp>
        <p:nvSpPr>
          <p:cNvPr id="1323" name="Google Shape;1323;p97"/>
          <p:cNvSpPr txBox="1"/>
          <p:nvPr/>
        </p:nvSpPr>
        <p:spPr>
          <a:xfrm>
            <a:off x="527425" y="2657718"/>
            <a:ext cx="18483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1400" u="none" cap="none" strike="noStrike">
                <a:solidFill>
                  <a:schemeClr val="dk1"/>
                </a:solidFill>
                <a:latin typeface="Inter"/>
                <a:ea typeface="Inter"/>
                <a:cs typeface="Inter"/>
                <a:sym typeface="Inter"/>
              </a:rPr>
              <a:t>Foundation</a:t>
            </a:r>
            <a:endParaRPr b="0" i="0" sz="1100" u="none" cap="none" strike="noStrike">
              <a:solidFill>
                <a:schemeClr val="dk1"/>
              </a:solidFill>
              <a:latin typeface="Arial"/>
              <a:ea typeface="Arial"/>
              <a:cs typeface="Arial"/>
              <a:sym typeface="Arial"/>
            </a:endParaRPr>
          </a:p>
        </p:txBody>
      </p:sp>
      <p:sp>
        <p:nvSpPr>
          <p:cNvPr id="1324" name="Google Shape;1324;p97"/>
          <p:cNvSpPr txBox="1"/>
          <p:nvPr/>
        </p:nvSpPr>
        <p:spPr>
          <a:xfrm>
            <a:off x="2607707" y="2429118"/>
            <a:ext cx="17601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800" u="none" cap="none" strike="noStrike">
                <a:solidFill>
                  <a:schemeClr val="dk1"/>
                </a:solidFill>
                <a:latin typeface="Inter"/>
                <a:ea typeface="Inter"/>
                <a:cs typeface="Inter"/>
                <a:sym typeface="Inter"/>
              </a:rPr>
              <a:t>DEADLINE: MAR 26</a:t>
            </a:r>
            <a:endParaRPr b="0" i="0" sz="1100" u="none" cap="none" strike="noStrike">
              <a:solidFill>
                <a:schemeClr val="dk1"/>
              </a:solidFill>
              <a:latin typeface="Arial"/>
              <a:ea typeface="Arial"/>
              <a:cs typeface="Arial"/>
              <a:sym typeface="Arial"/>
            </a:endParaRPr>
          </a:p>
        </p:txBody>
      </p:sp>
      <p:sp>
        <p:nvSpPr>
          <p:cNvPr id="1325" name="Google Shape;1325;p97"/>
          <p:cNvSpPr txBox="1"/>
          <p:nvPr/>
        </p:nvSpPr>
        <p:spPr>
          <a:xfrm>
            <a:off x="2607707" y="2657718"/>
            <a:ext cx="18483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1400" u="none" cap="none" strike="noStrike">
                <a:solidFill>
                  <a:schemeClr val="dk1"/>
                </a:solidFill>
                <a:latin typeface="Inter"/>
                <a:ea typeface="Inter"/>
                <a:cs typeface="Inter"/>
                <a:sym typeface="Inter"/>
              </a:rPr>
              <a:t>Core Features</a:t>
            </a:r>
            <a:endParaRPr b="0" i="0" sz="1100" u="none" cap="none" strike="noStrike">
              <a:solidFill>
                <a:schemeClr val="dk1"/>
              </a:solidFill>
              <a:latin typeface="Arial"/>
              <a:ea typeface="Arial"/>
              <a:cs typeface="Arial"/>
              <a:sym typeface="Arial"/>
            </a:endParaRPr>
          </a:p>
        </p:txBody>
      </p:sp>
      <p:sp>
        <p:nvSpPr>
          <p:cNvPr id="1326" name="Google Shape;1326;p97"/>
          <p:cNvSpPr txBox="1"/>
          <p:nvPr/>
        </p:nvSpPr>
        <p:spPr>
          <a:xfrm>
            <a:off x="4687989" y="2429118"/>
            <a:ext cx="17601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800" u="none" cap="none" strike="noStrike">
                <a:solidFill>
                  <a:schemeClr val="dk1"/>
                </a:solidFill>
                <a:latin typeface="Inter"/>
                <a:ea typeface="Inter"/>
                <a:cs typeface="Inter"/>
                <a:sym typeface="Inter"/>
              </a:rPr>
              <a:t>DEADLINE: APR 16</a:t>
            </a:r>
            <a:endParaRPr b="0" i="0" sz="1100" u="none" cap="none" strike="noStrike">
              <a:solidFill>
                <a:schemeClr val="dk1"/>
              </a:solidFill>
              <a:latin typeface="Arial"/>
              <a:ea typeface="Arial"/>
              <a:cs typeface="Arial"/>
              <a:sym typeface="Arial"/>
            </a:endParaRPr>
          </a:p>
        </p:txBody>
      </p:sp>
      <p:sp>
        <p:nvSpPr>
          <p:cNvPr id="1327" name="Google Shape;1327;p97"/>
          <p:cNvSpPr txBox="1"/>
          <p:nvPr/>
        </p:nvSpPr>
        <p:spPr>
          <a:xfrm>
            <a:off x="4687989" y="2657718"/>
            <a:ext cx="18483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1400" u="none" cap="none" strike="noStrike">
                <a:solidFill>
                  <a:schemeClr val="dk1"/>
                </a:solidFill>
                <a:latin typeface="Inter"/>
                <a:ea typeface="Inter"/>
                <a:cs typeface="Inter"/>
                <a:sym typeface="Inter"/>
              </a:rPr>
              <a:t>AI Engine</a:t>
            </a:r>
            <a:endParaRPr b="0" i="0" sz="1100" u="none" cap="none" strike="noStrike">
              <a:solidFill>
                <a:schemeClr val="dk1"/>
              </a:solidFill>
              <a:latin typeface="Arial"/>
              <a:ea typeface="Arial"/>
              <a:cs typeface="Arial"/>
              <a:sym typeface="Arial"/>
            </a:endParaRPr>
          </a:p>
        </p:txBody>
      </p:sp>
      <p:sp>
        <p:nvSpPr>
          <p:cNvPr id="1328" name="Google Shape;1328;p97"/>
          <p:cNvSpPr txBox="1"/>
          <p:nvPr/>
        </p:nvSpPr>
        <p:spPr>
          <a:xfrm>
            <a:off x="6768272" y="2429118"/>
            <a:ext cx="17601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800" u="none" cap="none" strike="noStrike">
                <a:solidFill>
                  <a:schemeClr val="dk1"/>
                </a:solidFill>
                <a:latin typeface="Inter"/>
                <a:ea typeface="Inter"/>
                <a:cs typeface="Inter"/>
                <a:sym typeface="Inter"/>
              </a:rPr>
              <a:t>DEADLINE: MAY 14</a:t>
            </a:r>
            <a:endParaRPr b="0" i="0" sz="1100" u="none" cap="none" strike="noStrike">
              <a:solidFill>
                <a:schemeClr val="dk1"/>
              </a:solidFill>
              <a:latin typeface="Arial"/>
              <a:ea typeface="Arial"/>
              <a:cs typeface="Arial"/>
              <a:sym typeface="Arial"/>
            </a:endParaRPr>
          </a:p>
        </p:txBody>
      </p:sp>
      <p:sp>
        <p:nvSpPr>
          <p:cNvPr id="1329" name="Google Shape;1329;p97"/>
          <p:cNvSpPr txBox="1"/>
          <p:nvPr/>
        </p:nvSpPr>
        <p:spPr>
          <a:xfrm>
            <a:off x="6768272" y="2657718"/>
            <a:ext cx="18483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1400" u="none" cap="none" strike="noStrike">
                <a:solidFill>
                  <a:schemeClr val="dk1"/>
                </a:solidFill>
                <a:latin typeface="Inter"/>
                <a:ea typeface="Inter"/>
                <a:cs typeface="Inter"/>
                <a:sym typeface="Inter"/>
              </a:rPr>
              <a:t>Deployment</a:t>
            </a:r>
            <a:endParaRPr b="0" i="0" sz="1100" u="none" cap="none" strike="noStrike">
              <a:solidFill>
                <a:schemeClr val="dk1"/>
              </a:solidFill>
              <a:latin typeface="Arial"/>
              <a:ea typeface="Arial"/>
              <a:cs typeface="Arial"/>
              <a:sym typeface="Arial"/>
            </a:endParaRPr>
          </a:p>
        </p:txBody>
      </p:sp>
      <p:sp>
        <p:nvSpPr>
          <p:cNvPr id="1330" name="Google Shape;1330;p97"/>
          <p:cNvSpPr txBox="1"/>
          <p:nvPr/>
        </p:nvSpPr>
        <p:spPr>
          <a:xfrm>
            <a:off x="544482" y="2936324"/>
            <a:ext cx="16029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900" u="none" cap="none" strike="noStrike">
                <a:solidFill>
                  <a:schemeClr val="dk1"/>
                </a:solidFill>
                <a:latin typeface="Inter"/>
                <a:ea typeface="Inter"/>
                <a:cs typeface="Inter"/>
                <a:sym typeface="Inter"/>
              </a:rPr>
              <a:t>Project Charter &amp; MVP</a:t>
            </a:r>
            <a:endParaRPr b="0" i="0" sz="1100" u="none" cap="none" strike="noStrike">
              <a:solidFill>
                <a:schemeClr val="dk1"/>
              </a:solidFill>
              <a:latin typeface="Arial"/>
              <a:ea typeface="Arial"/>
              <a:cs typeface="Arial"/>
              <a:sym typeface="Arial"/>
            </a:endParaRPr>
          </a:p>
        </p:txBody>
      </p:sp>
      <p:sp>
        <p:nvSpPr>
          <p:cNvPr id="1331" name="Google Shape;1331;p97"/>
          <p:cNvSpPr txBox="1"/>
          <p:nvPr/>
        </p:nvSpPr>
        <p:spPr>
          <a:xfrm>
            <a:off x="544482" y="3157781"/>
            <a:ext cx="16029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900" u="none" cap="none" strike="noStrike">
                <a:solidFill>
                  <a:schemeClr val="dk1"/>
                </a:solidFill>
                <a:latin typeface="Inter"/>
                <a:ea typeface="Inter"/>
                <a:cs typeface="Inter"/>
                <a:sym typeface="Inter"/>
              </a:rPr>
              <a:t>GitHub &amp; Tech Stack Setup</a:t>
            </a:r>
            <a:endParaRPr b="0" i="0" sz="1100" u="none" cap="none" strike="noStrike">
              <a:solidFill>
                <a:schemeClr val="dk1"/>
              </a:solidFill>
              <a:latin typeface="Arial"/>
              <a:ea typeface="Arial"/>
              <a:cs typeface="Arial"/>
              <a:sym typeface="Arial"/>
            </a:endParaRPr>
          </a:p>
        </p:txBody>
      </p:sp>
      <p:sp>
        <p:nvSpPr>
          <p:cNvPr id="1332" name="Google Shape;1332;p97"/>
          <p:cNvSpPr txBox="1"/>
          <p:nvPr/>
        </p:nvSpPr>
        <p:spPr>
          <a:xfrm>
            <a:off x="544482" y="3379237"/>
            <a:ext cx="16029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900" u="none" cap="none" strike="noStrike">
                <a:solidFill>
                  <a:schemeClr val="dk1"/>
                </a:solidFill>
                <a:latin typeface="Inter"/>
                <a:ea typeface="Inter"/>
                <a:cs typeface="Inter"/>
                <a:sym typeface="Inter"/>
              </a:rPr>
              <a:t>Backlog Creation</a:t>
            </a:r>
            <a:endParaRPr b="0" i="0" sz="1100" u="none" cap="none" strike="noStrike">
              <a:solidFill>
                <a:schemeClr val="dk1"/>
              </a:solidFill>
              <a:latin typeface="Arial"/>
              <a:ea typeface="Arial"/>
              <a:cs typeface="Arial"/>
              <a:sym typeface="Arial"/>
            </a:endParaRPr>
          </a:p>
        </p:txBody>
      </p:sp>
      <p:sp>
        <p:nvSpPr>
          <p:cNvPr id="1333" name="Google Shape;1333;p97"/>
          <p:cNvSpPr txBox="1"/>
          <p:nvPr/>
        </p:nvSpPr>
        <p:spPr>
          <a:xfrm>
            <a:off x="527425" y="3772143"/>
            <a:ext cx="17601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800" u="none" cap="none" strike="noStrike">
                <a:solidFill>
                  <a:schemeClr val="dk1"/>
                </a:solidFill>
                <a:latin typeface="Inter"/>
                <a:ea typeface="Inter"/>
                <a:cs typeface="Inter"/>
                <a:sym typeface="Inter"/>
              </a:rPr>
              <a:t>DELIVERABLES:</a:t>
            </a:r>
            <a:endParaRPr b="0" i="0" sz="1100" u="none" cap="none" strike="noStrike">
              <a:solidFill>
                <a:schemeClr val="dk1"/>
              </a:solidFill>
              <a:latin typeface="Arial"/>
              <a:ea typeface="Arial"/>
              <a:cs typeface="Arial"/>
              <a:sym typeface="Arial"/>
            </a:endParaRPr>
          </a:p>
        </p:txBody>
      </p:sp>
      <p:sp>
        <p:nvSpPr>
          <p:cNvPr id="1334" name="Google Shape;1334;p97"/>
          <p:cNvSpPr txBox="1"/>
          <p:nvPr/>
        </p:nvSpPr>
        <p:spPr>
          <a:xfrm>
            <a:off x="527425" y="3915018"/>
            <a:ext cx="17601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800" u="none" cap="none" strike="noStrike">
                <a:solidFill>
                  <a:schemeClr val="dk1"/>
                </a:solidFill>
                <a:latin typeface="Inter SemiBold"/>
                <a:ea typeface="Inter SemiBold"/>
                <a:cs typeface="Inter SemiBold"/>
                <a:sym typeface="Inter SemiBold"/>
              </a:rPr>
              <a:t>Presentation + Wiki + Backlog</a:t>
            </a:r>
            <a:endParaRPr b="0" i="0" sz="1100" u="none" cap="none" strike="noStrike">
              <a:solidFill>
                <a:schemeClr val="dk1"/>
              </a:solidFill>
              <a:latin typeface="Arial"/>
              <a:ea typeface="Arial"/>
              <a:cs typeface="Arial"/>
              <a:sym typeface="Arial"/>
            </a:endParaRPr>
          </a:p>
        </p:txBody>
      </p:sp>
      <p:sp>
        <p:nvSpPr>
          <p:cNvPr id="1335" name="Google Shape;1335;p97"/>
          <p:cNvSpPr txBox="1"/>
          <p:nvPr/>
        </p:nvSpPr>
        <p:spPr>
          <a:xfrm>
            <a:off x="2624763" y="2936324"/>
            <a:ext cx="16029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900" u="none" cap="none" strike="noStrike">
                <a:solidFill>
                  <a:schemeClr val="dk1"/>
                </a:solidFill>
                <a:latin typeface="Inter"/>
                <a:ea typeface="Inter"/>
                <a:cs typeface="Inter"/>
                <a:sym typeface="Inter"/>
              </a:rPr>
              <a:t>User Auth</a:t>
            </a:r>
            <a:endParaRPr b="0" i="0" sz="1100" u="none" cap="none" strike="noStrike">
              <a:solidFill>
                <a:schemeClr val="dk1"/>
              </a:solidFill>
              <a:latin typeface="Arial"/>
              <a:ea typeface="Arial"/>
              <a:cs typeface="Arial"/>
              <a:sym typeface="Arial"/>
            </a:endParaRPr>
          </a:p>
        </p:txBody>
      </p:sp>
      <p:sp>
        <p:nvSpPr>
          <p:cNvPr id="1336" name="Google Shape;1336;p97"/>
          <p:cNvSpPr txBox="1"/>
          <p:nvPr/>
        </p:nvSpPr>
        <p:spPr>
          <a:xfrm>
            <a:off x="2624763" y="3157781"/>
            <a:ext cx="16029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900" u="none" cap="none" strike="noStrike">
                <a:solidFill>
                  <a:schemeClr val="dk1"/>
                </a:solidFill>
                <a:latin typeface="Inter"/>
                <a:ea typeface="Inter"/>
                <a:cs typeface="Inter"/>
                <a:sym typeface="Inter"/>
              </a:rPr>
              <a:t>Image Upload</a:t>
            </a:r>
            <a:endParaRPr b="0" i="0" sz="1100" u="none" cap="none" strike="noStrike">
              <a:solidFill>
                <a:schemeClr val="dk1"/>
              </a:solidFill>
              <a:latin typeface="Arial"/>
              <a:ea typeface="Arial"/>
              <a:cs typeface="Arial"/>
              <a:sym typeface="Arial"/>
            </a:endParaRPr>
          </a:p>
        </p:txBody>
      </p:sp>
      <p:sp>
        <p:nvSpPr>
          <p:cNvPr id="1337" name="Google Shape;1337;p97"/>
          <p:cNvSpPr txBox="1"/>
          <p:nvPr/>
        </p:nvSpPr>
        <p:spPr>
          <a:xfrm>
            <a:off x="2624763" y="3379237"/>
            <a:ext cx="16029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900" u="none" cap="none" strike="noStrike">
                <a:solidFill>
                  <a:schemeClr val="dk1"/>
                </a:solidFill>
                <a:latin typeface="Inter"/>
                <a:ea typeface="Inter"/>
                <a:cs typeface="Inter"/>
                <a:sym typeface="Inter"/>
              </a:rPr>
              <a:t>Image Gallery</a:t>
            </a:r>
            <a:endParaRPr b="0" i="0" sz="1100" u="none" cap="none" strike="noStrike">
              <a:solidFill>
                <a:schemeClr val="dk1"/>
              </a:solidFill>
              <a:latin typeface="Arial"/>
              <a:ea typeface="Arial"/>
              <a:cs typeface="Arial"/>
              <a:sym typeface="Arial"/>
            </a:endParaRPr>
          </a:p>
        </p:txBody>
      </p:sp>
      <p:sp>
        <p:nvSpPr>
          <p:cNvPr id="1338" name="Google Shape;1338;p97"/>
          <p:cNvSpPr txBox="1"/>
          <p:nvPr/>
        </p:nvSpPr>
        <p:spPr>
          <a:xfrm>
            <a:off x="2607707" y="3772143"/>
            <a:ext cx="17601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800" u="none" cap="none" strike="noStrike">
                <a:solidFill>
                  <a:schemeClr val="dk1"/>
                </a:solidFill>
                <a:latin typeface="Inter"/>
                <a:ea typeface="Inter"/>
                <a:cs typeface="Inter"/>
                <a:sym typeface="Inter"/>
              </a:rPr>
              <a:t>DELIVERABLES:</a:t>
            </a:r>
            <a:endParaRPr b="0" i="0" sz="1100" u="none" cap="none" strike="noStrike">
              <a:solidFill>
                <a:schemeClr val="dk1"/>
              </a:solidFill>
              <a:latin typeface="Arial"/>
              <a:ea typeface="Arial"/>
              <a:cs typeface="Arial"/>
              <a:sym typeface="Arial"/>
            </a:endParaRPr>
          </a:p>
        </p:txBody>
      </p:sp>
      <p:sp>
        <p:nvSpPr>
          <p:cNvPr id="1339" name="Google Shape;1339;p97"/>
          <p:cNvSpPr txBox="1"/>
          <p:nvPr/>
        </p:nvSpPr>
        <p:spPr>
          <a:xfrm>
            <a:off x="2607707" y="3915018"/>
            <a:ext cx="17601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800" u="none" cap="none" strike="noStrike">
                <a:solidFill>
                  <a:schemeClr val="dk1"/>
                </a:solidFill>
                <a:latin typeface="Inter SemiBold"/>
                <a:ea typeface="Inter SemiBold"/>
                <a:cs typeface="Inter SemiBold"/>
                <a:sym typeface="Inter SemiBold"/>
              </a:rPr>
              <a:t>Working Demo + Wiki + Tests</a:t>
            </a:r>
            <a:endParaRPr b="0" i="0" sz="1100" u="none" cap="none" strike="noStrike">
              <a:solidFill>
                <a:schemeClr val="dk1"/>
              </a:solidFill>
              <a:latin typeface="Arial"/>
              <a:ea typeface="Arial"/>
              <a:cs typeface="Arial"/>
              <a:sym typeface="Arial"/>
            </a:endParaRPr>
          </a:p>
        </p:txBody>
      </p:sp>
      <p:sp>
        <p:nvSpPr>
          <p:cNvPr id="1340" name="Google Shape;1340;p97"/>
          <p:cNvSpPr txBox="1"/>
          <p:nvPr/>
        </p:nvSpPr>
        <p:spPr>
          <a:xfrm>
            <a:off x="4705046" y="2936324"/>
            <a:ext cx="16029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 sz="900">
                <a:solidFill>
                  <a:schemeClr val="dk1"/>
                </a:solidFill>
                <a:latin typeface="Inter"/>
                <a:ea typeface="Inter"/>
                <a:cs typeface="Inter"/>
                <a:sym typeface="Inter"/>
              </a:rPr>
              <a:t>Model</a:t>
            </a:r>
            <a:r>
              <a:rPr b="0" i="0" lang="en" sz="900" u="none" cap="none" strike="noStrike">
                <a:solidFill>
                  <a:schemeClr val="dk1"/>
                </a:solidFill>
                <a:latin typeface="Inter"/>
                <a:ea typeface="Inter"/>
                <a:cs typeface="Inter"/>
                <a:sym typeface="Inter"/>
              </a:rPr>
              <a:t> Training</a:t>
            </a:r>
            <a:endParaRPr b="0" i="0" sz="1100" u="none" cap="none" strike="noStrike">
              <a:solidFill>
                <a:schemeClr val="dk1"/>
              </a:solidFill>
              <a:latin typeface="Arial"/>
              <a:ea typeface="Arial"/>
              <a:cs typeface="Arial"/>
              <a:sym typeface="Arial"/>
            </a:endParaRPr>
          </a:p>
        </p:txBody>
      </p:sp>
      <p:sp>
        <p:nvSpPr>
          <p:cNvPr id="1341" name="Google Shape;1341;p97"/>
          <p:cNvSpPr txBox="1"/>
          <p:nvPr/>
        </p:nvSpPr>
        <p:spPr>
          <a:xfrm>
            <a:off x="4705046" y="3157781"/>
            <a:ext cx="16029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900" u="none" cap="none" strike="noStrike">
                <a:solidFill>
                  <a:schemeClr val="dk1"/>
                </a:solidFill>
                <a:latin typeface="Inter"/>
                <a:ea typeface="Inter"/>
                <a:cs typeface="Inter"/>
                <a:sym typeface="Inter"/>
              </a:rPr>
              <a:t>Prediction API</a:t>
            </a:r>
            <a:endParaRPr b="0" i="0" sz="1100" u="none" cap="none" strike="noStrike">
              <a:solidFill>
                <a:schemeClr val="dk1"/>
              </a:solidFill>
              <a:latin typeface="Arial"/>
              <a:ea typeface="Arial"/>
              <a:cs typeface="Arial"/>
              <a:sym typeface="Arial"/>
            </a:endParaRPr>
          </a:p>
        </p:txBody>
      </p:sp>
      <p:sp>
        <p:nvSpPr>
          <p:cNvPr id="1342" name="Google Shape;1342;p97"/>
          <p:cNvSpPr txBox="1"/>
          <p:nvPr/>
        </p:nvSpPr>
        <p:spPr>
          <a:xfrm>
            <a:off x="4705046" y="3379237"/>
            <a:ext cx="16029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900" u="none" cap="none" strike="noStrike">
                <a:solidFill>
                  <a:schemeClr val="dk1"/>
                </a:solidFill>
                <a:latin typeface="Inter"/>
                <a:ea typeface="Inter"/>
                <a:cs typeface="Inter"/>
                <a:sym typeface="Inter"/>
              </a:rPr>
              <a:t>KL Grade Results</a:t>
            </a:r>
            <a:endParaRPr b="0" i="0" sz="1100" u="none" cap="none" strike="noStrike">
              <a:solidFill>
                <a:schemeClr val="dk1"/>
              </a:solidFill>
              <a:latin typeface="Arial"/>
              <a:ea typeface="Arial"/>
              <a:cs typeface="Arial"/>
              <a:sym typeface="Arial"/>
            </a:endParaRPr>
          </a:p>
        </p:txBody>
      </p:sp>
      <p:sp>
        <p:nvSpPr>
          <p:cNvPr id="1343" name="Google Shape;1343;p97"/>
          <p:cNvSpPr txBox="1"/>
          <p:nvPr/>
        </p:nvSpPr>
        <p:spPr>
          <a:xfrm>
            <a:off x="4687989" y="3772143"/>
            <a:ext cx="17601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800" u="none" cap="none" strike="noStrike">
                <a:solidFill>
                  <a:schemeClr val="dk1"/>
                </a:solidFill>
                <a:latin typeface="Inter"/>
                <a:ea typeface="Inter"/>
                <a:cs typeface="Inter"/>
                <a:sym typeface="Inter"/>
              </a:rPr>
              <a:t>DELIVERABLES:</a:t>
            </a:r>
            <a:endParaRPr b="0" i="0" sz="1100" u="none" cap="none" strike="noStrike">
              <a:solidFill>
                <a:schemeClr val="dk1"/>
              </a:solidFill>
              <a:latin typeface="Arial"/>
              <a:ea typeface="Arial"/>
              <a:cs typeface="Arial"/>
              <a:sym typeface="Arial"/>
            </a:endParaRPr>
          </a:p>
        </p:txBody>
      </p:sp>
      <p:sp>
        <p:nvSpPr>
          <p:cNvPr id="1344" name="Google Shape;1344;p97"/>
          <p:cNvSpPr txBox="1"/>
          <p:nvPr/>
        </p:nvSpPr>
        <p:spPr>
          <a:xfrm>
            <a:off x="4687989" y="3915018"/>
            <a:ext cx="17601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800" u="none" cap="none" strike="noStrike">
                <a:solidFill>
                  <a:schemeClr val="dk1"/>
                </a:solidFill>
                <a:latin typeface="Inter SemiBold"/>
                <a:ea typeface="Inter SemiBold"/>
                <a:cs typeface="Inter SemiBold"/>
                <a:sym typeface="Inter SemiBold"/>
              </a:rPr>
              <a:t>AI Demo + Draft Paper + Wiki</a:t>
            </a:r>
            <a:endParaRPr b="0" i="0" sz="1100" u="none" cap="none" strike="noStrike">
              <a:solidFill>
                <a:schemeClr val="dk1"/>
              </a:solidFill>
              <a:latin typeface="Arial"/>
              <a:ea typeface="Arial"/>
              <a:cs typeface="Arial"/>
              <a:sym typeface="Arial"/>
            </a:endParaRPr>
          </a:p>
        </p:txBody>
      </p:sp>
      <p:sp>
        <p:nvSpPr>
          <p:cNvPr id="1345" name="Google Shape;1345;p97"/>
          <p:cNvSpPr txBox="1"/>
          <p:nvPr/>
        </p:nvSpPr>
        <p:spPr>
          <a:xfrm>
            <a:off x="6785328" y="2936324"/>
            <a:ext cx="16029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900" u="none" cap="none" strike="noStrike">
                <a:solidFill>
                  <a:schemeClr val="dk1"/>
                </a:solidFill>
                <a:latin typeface="Inter"/>
                <a:ea typeface="Inter"/>
                <a:cs typeface="Inter"/>
                <a:sym typeface="Inter"/>
              </a:rPr>
              <a:t>History &amp; CSV Export</a:t>
            </a:r>
            <a:endParaRPr b="0" i="0" sz="1100" u="none" cap="none" strike="noStrike">
              <a:solidFill>
                <a:schemeClr val="dk1"/>
              </a:solidFill>
              <a:latin typeface="Arial"/>
              <a:ea typeface="Arial"/>
              <a:cs typeface="Arial"/>
              <a:sym typeface="Arial"/>
            </a:endParaRPr>
          </a:p>
        </p:txBody>
      </p:sp>
      <p:sp>
        <p:nvSpPr>
          <p:cNvPr id="1346" name="Google Shape;1346;p97"/>
          <p:cNvSpPr txBox="1"/>
          <p:nvPr/>
        </p:nvSpPr>
        <p:spPr>
          <a:xfrm>
            <a:off x="6785328" y="3157781"/>
            <a:ext cx="16029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900" u="none" cap="none" strike="noStrike">
                <a:solidFill>
                  <a:schemeClr val="dk1"/>
                </a:solidFill>
                <a:latin typeface="Inter"/>
                <a:ea typeface="Inter"/>
                <a:cs typeface="Inter"/>
                <a:sym typeface="Inter"/>
              </a:rPr>
              <a:t>Security &amp; UAT Audit</a:t>
            </a:r>
            <a:endParaRPr b="0" i="0" sz="1100" u="none" cap="none" strike="noStrike">
              <a:solidFill>
                <a:schemeClr val="dk1"/>
              </a:solidFill>
              <a:latin typeface="Arial"/>
              <a:ea typeface="Arial"/>
              <a:cs typeface="Arial"/>
              <a:sym typeface="Arial"/>
            </a:endParaRPr>
          </a:p>
        </p:txBody>
      </p:sp>
      <p:sp>
        <p:nvSpPr>
          <p:cNvPr id="1347" name="Google Shape;1347;p97"/>
          <p:cNvSpPr txBox="1"/>
          <p:nvPr/>
        </p:nvSpPr>
        <p:spPr>
          <a:xfrm>
            <a:off x="6785328" y="3379237"/>
            <a:ext cx="16029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900" u="none" cap="none" strike="noStrike">
                <a:solidFill>
                  <a:schemeClr val="dk1"/>
                </a:solidFill>
                <a:latin typeface="Inter"/>
                <a:ea typeface="Inter"/>
                <a:cs typeface="Inter"/>
                <a:sym typeface="Inter"/>
              </a:rPr>
              <a:t>Production Launch</a:t>
            </a:r>
            <a:endParaRPr b="0" i="0" sz="1100" u="none" cap="none" strike="noStrike">
              <a:solidFill>
                <a:schemeClr val="dk1"/>
              </a:solidFill>
              <a:latin typeface="Arial"/>
              <a:ea typeface="Arial"/>
              <a:cs typeface="Arial"/>
              <a:sym typeface="Arial"/>
            </a:endParaRPr>
          </a:p>
        </p:txBody>
      </p:sp>
      <p:sp>
        <p:nvSpPr>
          <p:cNvPr id="1348" name="Google Shape;1348;p97"/>
          <p:cNvSpPr txBox="1"/>
          <p:nvPr/>
        </p:nvSpPr>
        <p:spPr>
          <a:xfrm>
            <a:off x="6768272" y="3772143"/>
            <a:ext cx="17601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800" u="none" cap="none" strike="noStrike">
                <a:solidFill>
                  <a:schemeClr val="dk1"/>
                </a:solidFill>
                <a:latin typeface="Inter"/>
                <a:ea typeface="Inter"/>
                <a:cs typeface="Inter"/>
                <a:sym typeface="Inter"/>
              </a:rPr>
              <a:t>DELIVERABLES:</a:t>
            </a:r>
            <a:endParaRPr b="0" i="0" sz="1100" u="none" cap="none" strike="noStrike">
              <a:solidFill>
                <a:schemeClr val="dk1"/>
              </a:solidFill>
              <a:latin typeface="Arial"/>
              <a:ea typeface="Arial"/>
              <a:cs typeface="Arial"/>
              <a:sym typeface="Arial"/>
            </a:endParaRPr>
          </a:p>
        </p:txBody>
      </p:sp>
      <p:sp>
        <p:nvSpPr>
          <p:cNvPr id="1349" name="Google Shape;1349;p97"/>
          <p:cNvSpPr txBox="1"/>
          <p:nvPr/>
        </p:nvSpPr>
        <p:spPr>
          <a:xfrm>
            <a:off x="6768272" y="3915018"/>
            <a:ext cx="17601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800" u="none" cap="none" strike="noStrike">
                <a:solidFill>
                  <a:schemeClr val="dk1"/>
                </a:solidFill>
                <a:latin typeface="Inter SemiBold"/>
                <a:ea typeface="Inter SemiBold"/>
                <a:cs typeface="Inter SemiBold"/>
                <a:sym typeface="Inter SemiBold"/>
              </a:rPr>
              <a:t>Final MVP + Full Documentation</a:t>
            </a:r>
            <a:endParaRPr b="0" i="0" sz="1100" u="none" cap="none" strike="noStrike">
              <a:solidFill>
                <a:schemeClr val="dk1"/>
              </a:solidFill>
              <a:latin typeface="Arial"/>
              <a:ea typeface="Arial"/>
              <a:cs typeface="Arial"/>
              <a:sym typeface="Arial"/>
            </a:endParaRPr>
          </a:p>
        </p:txBody>
      </p:sp>
      <p:sp>
        <p:nvSpPr>
          <p:cNvPr id="1350" name="Google Shape;1350;p97"/>
          <p:cNvSpPr/>
          <p:nvPr/>
        </p:nvSpPr>
        <p:spPr>
          <a:xfrm>
            <a:off x="544463" y="1748135"/>
            <a:ext cx="875700" cy="609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 sz="3300">
                <a:solidFill>
                  <a:schemeClr val="dk1"/>
                </a:solidFill>
                <a:latin typeface="Viaoda Libre"/>
                <a:ea typeface="Viaoda Libre"/>
                <a:cs typeface="Viaoda Libre"/>
                <a:sym typeface="Viaoda Libre"/>
              </a:rPr>
              <a:t>0</a:t>
            </a:r>
            <a:endParaRPr i="1" sz="3300">
              <a:solidFill>
                <a:schemeClr val="dk1"/>
              </a:solidFill>
              <a:latin typeface="Viaoda Libre"/>
              <a:ea typeface="Viaoda Libre"/>
              <a:cs typeface="Viaoda Libre"/>
              <a:sym typeface="Viaoda Libre"/>
            </a:endParaRPr>
          </a:p>
        </p:txBody>
      </p:sp>
      <p:sp>
        <p:nvSpPr>
          <p:cNvPr id="1351" name="Google Shape;1351;p97"/>
          <p:cNvSpPr/>
          <p:nvPr/>
        </p:nvSpPr>
        <p:spPr>
          <a:xfrm>
            <a:off x="2740338" y="1748135"/>
            <a:ext cx="875700" cy="609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 sz="3300">
                <a:solidFill>
                  <a:schemeClr val="dk1"/>
                </a:solidFill>
                <a:latin typeface="Viaoda Libre"/>
                <a:ea typeface="Viaoda Libre"/>
                <a:cs typeface="Viaoda Libre"/>
                <a:sym typeface="Viaoda Libre"/>
              </a:rPr>
              <a:t>1</a:t>
            </a:r>
            <a:endParaRPr i="1" sz="3300">
              <a:solidFill>
                <a:schemeClr val="dk1"/>
              </a:solidFill>
              <a:latin typeface="Viaoda Libre"/>
              <a:ea typeface="Viaoda Libre"/>
              <a:cs typeface="Viaoda Libre"/>
              <a:sym typeface="Viaoda Libre"/>
            </a:endParaRPr>
          </a:p>
        </p:txBody>
      </p:sp>
      <p:sp>
        <p:nvSpPr>
          <p:cNvPr id="1352" name="Google Shape;1352;p97"/>
          <p:cNvSpPr/>
          <p:nvPr/>
        </p:nvSpPr>
        <p:spPr>
          <a:xfrm>
            <a:off x="4762038" y="1754585"/>
            <a:ext cx="875700" cy="609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 sz="3300">
                <a:solidFill>
                  <a:schemeClr val="dk1"/>
                </a:solidFill>
                <a:latin typeface="Viaoda Libre"/>
                <a:ea typeface="Viaoda Libre"/>
                <a:cs typeface="Viaoda Libre"/>
                <a:sym typeface="Viaoda Libre"/>
              </a:rPr>
              <a:t>2</a:t>
            </a:r>
            <a:endParaRPr i="1" sz="3300">
              <a:solidFill>
                <a:schemeClr val="dk1"/>
              </a:solidFill>
              <a:latin typeface="Viaoda Libre"/>
              <a:ea typeface="Viaoda Libre"/>
              <a:cs typeface="Viaoda Libre"/>
              <a:sym typeface="Viaoda Libre"/>
            </a:endParaRPr>
          </a:p>
        </p:txBody>
      </p:sp>
      <p:sp>
        <p:nvSpPr>
          <p:cNvPr id="1353" name="Google Shape;1353;p97"/>
          <p:cNvSpPr/>
          <p:nvPr/>
        </p:nvSpPr>
        <p:spPr>
          <a:xfrm>
            <a:off x="6934688" y="1754585"/>
            <a:ext cx="875700" cy="609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 sz="3300">
                <a:solidFill>
                  <a:schemeClr val="dk1"/>
                </a:solidFill>
                <a:latin typeface="Viaoda Libre"/>
                <a:ea typeface="Viaoda Libre"/>
                <a:cs typeface="Viaoda Libre"/>
                <a:sym typeface="Viaoda Libre"/>
              </a:rPr>
              <a:t>3</a:t>
            </a:r>
            <a:endParaRPr i="1" sz="3300">
              <a:solidFill>
                <a:schemeClr val="dk1"/>
              </a:solidFill>
              <a:latin typeface="Viaoda Libre"/>
              <a:ea typeface="Viaoda Libre"/>
              <a:cs typeface="Viaoda Libre"/>
              <a:sym typeface="Viaoda Libre"/>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7" name="Shape 1357"/>
        <p:cNvGrpSpPr/>
        <p:nvPr/>
      </p:nvGrpSpPr>
      <p:grpSpPr>
        <a:xfrm>
          <a:off x="0" y="0"/>
          <a:ext cx="0" cy="0"/>
          <a:chOff x="0" y="0"/>
          <a:chExt cx="0" cy="0"/>
        </a:xfrm>
      </p:grpSpPr>
      <p:sp>
        <p:nvSpPr>
          <p:cNvPr id="1358" name="Google Shape;1358;p98"/>
          <p:cNvSpPr/>
          <p:nvPr/>
        </p:nvSpPr>
        <p:spPr>
          <a:xfrm>
            <a:off x="941825" y="91450"/>
            <a:ext cx="7653600" cy="82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300"/>
              <a:buFont typeface="Arial"/>
              <a:buNone/>
            </a:pPr>
            <a:r>
              <a:t/>
            </a:r>
            <a:endParaRPr b="1" sz="3300">
              <a:solidFill>
                <a:schemeClr val="dk1"/>
              </a:solidFill>
              <a:latin typeface="Inter"/>
              <a:ea typeface="Inter"/>
              <a:cs typeface="Inter"/>
              <a:sym typeface="Inter"/>
            </a:endParaRPr>
          </a:p>
          <a:p>
            <a:pPr indent="0" lvl="0" marL="0" rtl="0" algn="l">
              <a:spcBef>
                <a:spcPts val="0"/>
              </a:spcBef>
              <a:spcAft>
                <a:spcPts val="0"/>
              </a:spcAft>
              <a:buClr>
                <a:schemeClr val="dk1"/>
              </a:buClr>
              <a:buSzPts val="3300"/>
              <a:buFont typeface="Arial"/>
              <a:buNone/>
            </a:pPr>
            <a:r>
              <a:rPr b="1" lang="en" sz="3300">
                <a:solidFill>
                  <a:schemeClr val="dk1"/>
                </a:solidFill>
                <a:latin typeface="Inter"/>
                <a:ea typeface="Inter"/>
                <a:cs typeface="Inter"/>
                <a:sym typeface="Inter"/>
              </a:rPr>
              <a:t>SPRINT 2 - USER STORIES</a:t>
            </a:r>
            <a:endParaRPr sz="3300">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3300"/>
              <a:buFont typeface="Arial"/>
              <a:buNone/>
            </a:pPr>
            <a:r>
              <a:t/>
            </a:r>
            <a:endParaRPr b="1" sz="3300">
              <a:solidFill>
                <a:schemeClr val="dk1"/>
              </a:solidFill>
              <a:latin typeface="Inter"/>
              <a:ea typeface="Inter"/>
              <a:cs typeface="Inter"/>
              <a:sym typeface="Inter"/>
            </a:endParaRPr>
          </a:p>
        </p:txBody>
      </p:sp>
      <p:sp>
        <p:nvSpPr>
          <p:cNvPr id="1359" name="Google Shape;1359;p98"/>
          <p:cNvSpPr/>
          <p:nvPr/>
        </p:nvSpPr>
        <p:spPr>
          <a:xfrm>
            <a:off x="228600" y="1097280"/>
            <a:ext cx="658500" cy="329100"/>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98"/>
          <p:cNvSpPr/>
          <p:nvPr/>
        </p:nvSpPr>
        <p:spPr>
          <a:xfrm>
            <a:off x="283464" y="1133856"/>
            <a:ext cx="548700" cy="25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US_ID</a:t>
            </a:r>
            <a:endParaRPr b="0" i="0" sz="1100" u="none" cap="none" strike="noStrike">
              <a:solidFill>
                <a:srgbClr val="000000"/>
              </a:solidFill>
              <a:latin typeface="Arial"/>
              <a:ea typeface="Arial"/>
              <a:cs typeface="Arial"/>
              <a:sym typeface="Arial"/>
            </a:endParaRPr>
          </a:p>
        </p:txBody>
      </p:sp>
      <p:sp>
        <p:nvSpPr>
          <p:cNvPr id="1361" name="Google Shape;1361;p98"/>
          <p:cNvSpPr/>
          <p:nvPr/>
        </p:nvSpPr>
        <p:spPr>
          <a:xfrm>
            <a:off x="886968" y="1097280"/>
            <a:ext cx="2194500" cy="329100"/>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98"/>
          <p:cNvSpPr/>
          <p:nvPr/>
        </p:nvSpPr>
        <p:spPr>
          <a:xfrm>
            <a:off x="941832" y="1133856"/>
            <a:ext cx="2084700" cy="25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User Stories</a:t>
            </a:r>
            <a:endParaRPr b="0" i="0" sz="1100" u="none" cap="none" strike="noStrike">
              <a:solidFill>
                <a:srgbClr val="000000"/>
              </a:solidFill>
              <a:latin typeface="Arial"/>
              <a:ea typeface="Arial"/>
              <a:cs typeface="Arial"/>
              <a:sym typeface="Arial"/>
            </a:endParaRPr>
          </a:p>
        </p:txBody>
      </p:sp>
      <p:sp>
        <p:nvSpPr>
          <p:cNvPr id="1363" name="Google Shape;1363;p98"/>
          <p:cNvSpPr/>
          <p:nvPr/>
        </p:nvSpPr>
        <p:spPr>
          <a:xfrm>
            <a:off x="3081528" y="1097280"/>
            <a:ext cx="3822300" cy="329100"/>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98"/>
          <p:cNvSpPr/>
          <p:nvPr/>
        </p:nvSpPr>
        <p:spPr>
          <a:xfrm>
            <a:off x="3136392" y="1133856"/>
            <a:ext cx="3712500" cy="25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Acceptance Criteria</a:t>
            </a:r>
            <a:endParaRPr b="0" i="0" sz="1100" u="none" cap="none" strike="noStrike">
              <a:solidFill>
                <a:srgbClr val="000000"/>
              </a:solidFill>
              <a:latin typeface="Arial"/>
              <a:ea typeface="Arial"/>
              <a:cs typeface="Arial"/>
              <a:sym typeface="Arial"/>
            </a:endParaRPr>
          </a:p>
        </p:txBody>
      </p:sp>
      <p:sp>
        <p:nvSpPr>
          <p:cNvPr id="1365" name="Google Shape;1365;p98"/>
          <p:cNvSpPr/>
          <p:nvPr/>
        </p:nvSpPr>
        <p:spPr>
          <a:xfrm>
            <a:off x="6903720" y="1097280"/>
            <a:ext cx="1170300" cy="329100"/>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98"/>
          <p:cNvSpPr/>
          <p:nvPr/>
        </p:nvSpPr>
        <p:spPr>
          <a:xfrm>
            <a:off x="6958584" y="1133856"/>
            <a:ext cx="1060800" cy="25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Feature</a:t>
            </a:r>
            <a:endParaRPr b="0" i="0" sz="1100" u="none" cap="none" strike="noStrike">
              <a:solidFill>
                <a:srgbClr val="000000"/>
              </a:solidFill>
              <a:latin typeface="Arial"/>
              <a:ea typeface="Arial"/>
              <a:cs typeface="Arial"/>
              <a:sym typeface="Arial"/>
            </a:endParaRPr>
          </a:p>
        </p:txBody>
      </p:sp>
      <p:sp>
        <p:nvSpPr>
          <p:cNvPr id="1367" name="Google Shape;1367;p98"/>
          <p:cNvSpPr/>
          <p:nvPr/>
        </p:nvSpPr>
        <p:spPr>
          <a:xfrm>
            <a:off x="8074152" y="1097280"/>
            <a:ext cx="658500" cy="329100"/>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98"/>
          <p:cNvSpPr/>
          <p:nvPr/>
        </p:nvSpPr>
        <p:spPr>
          <a:xfrm>
            <a:off x="8129016" y="1133856"/>
            <a:ext cx="548700" cy="25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Story Points</a:t>
            </a:r>
            <a:endParaRPr b="0" i="0" sz="1100" u="none" cap="none" strike="noStrike">
              <a:solidFill>
                <a:srgbClr val="000000"/>
              </a:solidFill>
              <a:latin typeface="Arial"/>
              <a:ea typeface="Arial"/>
              <a:cs typeface="Arial"/>
              <a:sym typeface="Arial"/>
            </a:endParaRPr>
          </a:p>
        </p:txBody>
      </p:sp>
      <p:sp>
        <p:nvSpPr>
          <p:cNvPr id="1369" name="Google Shape;1369;p98"/>
          <p:cNvSpPr/>
          <p:nvPr/>
        </p:nvSpPr>
        <p:spPr>
          <a:xfrm>
            <a:off x="228600" y="1426464"/>
            <a:ext cx="658500" cy="9144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98"/>
          <p:cNvSpPr/>
          <p:nvPr/>
        </p:nvSpPr>
        <p:spPr>
          <a:xfrm>
            <a:off x="283464" y="1463040"/>
            <a:ext cx="548700" cy="841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000"/>
              <a:buFont typeface="Arial"/>
              <a:buNone/>
            </a:pPr>
            <a:r>
              <a:rPr b="1" lang="en" sz="1000">
                <a:solidFill>
                  <a:srgbClr val="2C2C2C"/>
                </a:solidFill>
                <a:latin typeface="Calibri"/>
                <a:ea typeface="Calibri"/>
                <a:cs typeface="Calibri"/>
                <a:sym typeface="Calibri"/>
              </a:rPr>
              <a:t>US_09</a:t>
            </a:r>
            <a:endParaRPr sz="1000">
              <a:solidFill>
                <a:schemeClr val="dk1"/>
              </a:solidFill>
            </a:endParaRPr>
          </a:p>
          <a:p>
            <a:pPr indent="0" lvl="0" marL="0" marR="0" rtl="0" algn="l">
              <a:lnSpc>
                <a:spcPct val="100000"/>
              </a:lnSpc>
              <a:spcBef>
                <a:spcPts val="0"/>
              </a:spcBef>
              <a:spcAft>
                <a:spcPts val="0"/>
              </a:spcAft>
              <a:buClr>
                <a:srgbClr val="000000"/>
              </a:buClr>
              <a:buSzPts val="1000"/>
              <a:buFont typeface="Arial"/>
              <a:buNone/>
            </a:pPr>
            <a:r>
              <a:t/>
            </a:r>
            <a:endParaRPr sz="1000"/>
          </a:p>
        </p:txBody>
      </p:sp>
      <p:sp>
        <p:nvSpPr>
          <p:cNvPr id="1371" name="Google Shape;1371;p98"/>
          <p:cNvSpPr/>
          <p:nvPr/>
        </p:nvSpPr>
        <p:spPr>
          <a:xfrm>
            <a:off x="886968" y="1426464"/>
            <a:ext cx="2194500" cy="9144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98"/>
          <p:cNvSpPr/>
          <p:nvPr/>
        </p:nvSpPr>
        <p:spPr>
          <a:xfrm>
            <a:off x="941832" y="1463040"/>
            <a:ext cx="2084700" cy="841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900"/>
              <a:buFont typeface="Arial"/>
              <a:buNone/>
            </a:pPr>
            <a:r>
              <a:rPr lang="en" sz="900">
                <a:solidFill>
                  <a:srgbClr val="2C2C2C"/>
                </a:solidFill>
                <a:latin typeface="Calibri"/>
                <a:ea typeface="Calibri"/>
                <a:cs typeface="Calibri"/>
                <a:sym typeface="Calibri"/>
              </a:rPr>
              <a:t>As an individual user, I want to receive a brief description of the diagnosed condition so that I can understand the issue I am facing.</a:t>
            </a:r>
            <a:endParaRPr sz="900">
              <a:solidFill>
                <a:schemeClr val="dk1"/>
              </a:solidFill>
            </a:endParaRPr>
          </a:p>
          <a:p>
            <a:pPr indent="0" lvl="0" marL="0" marR="0" rtl="0" algn="l">
              <a:lnSpc>
                <a:spcPct val="100000"/>
              </a:lnSpc>
              <a:spcBef>
                <a:spcPts val="0"/>
              </a:spcBef>
              <a:spcAft>
                <a:spcPts val="0"/>
              </a:spcAft>
              <a:buClr>
                <a:srgbClr val="000000"/>
              </a:buClr>
              <a:buSzPts val="900"/>
              <a:buFont typeface="Arial"/>
              <a:buNone/>
            </a:pPr>
            <a:r>
              <a:t/>
            </a:r>
            <a:endParaRPr sz="900"/>
          </a:p>
        </p:txBody>
      </p:sp>
      <p:sp>
        <p:nvSpPr>
          <p:cNvPr id="1373" name="Google Shape;1373;p98"/>
          <p:cNvSpPr/>
          <p:nvPr/>
        </p:nvSpPr>
        <p:spPr>
          <a:xfrm>
            <a:off x="3081528" y="1426464"/>
            <a:ext cx="3822300" cy="9144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98"/>
          <p:cNvSpPr/>
          <p:nvPr/>
        </p:nvSpPr>
        <p:spPr>
          <a:xfrm>
            <a:off x="3136392" y="1463040"/>
            <a:ext cx="3712500" cy="841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900"/>
              <a:buFont typeface="Arial"/>
              <a:buNone/>
            </a:pPr>
            <a:r>
              <a:rPr lang="en" sz="900">
                <a:solidFill>
                  <a:srgbClr val="2C2C2C"/>
                </a:solidFill>
                <a:latin typeface="Calibri"/>
                <a:ea typeface="Calibri"/>
                <a:cs typeface="Calibri"/>
                <a:sym typeface="Calibri"/>
              </a:rPr>
              <a:t>After receiving the diagnosis, the user is provided with a brief description of the diagnosed condition.</a:t>
            </a:r>
            <a:endParaRPr sz="900">
              <a:solidFill>
                <a:schemeClr val="dk1"/>
              </a:solidFill>
            </a:endParaRPr>
          </a:p>
          <a:p>
            <a:pPr indent="0" lvl="0" marL="0" rtl="0" algn="l">
              <a:spcBef>
                <a:spcPts val="0"/>
              </a:spcBef>
              <a:spcAft>
                <a:spcPts val="0"/>
              </a:spcAft>
              <a:buClr>
                <a:schemeClr val="dk1"/>
              </a:buClr>
              <a:buSzPts val="900"/>
              <a:buFont typeface="Arial"/>
              <a:buNone/>
            </a:pPr>
            <a:r>
              <a:rPr lang="en" sz="900">
                <a:solidFill>
                  <a:srgbClr val="2C2C2C"/>
                </a:solidFill>
                <a:latin typeface="Calibri"/>
                <a:ea typeface="Calibri"/>
                <a:cs typeface="Calibri"/>
                <a:sym typeface="Calibri"/>
              </a:rPr>
              <a:t>The description is written in clear, understandable language.</a:t>
            </a:r>
            <a:endParaRPr sz="900">
              <a:solidFill>
                <a:schemeClr val="dk1"/>
              </a:solidFill>
            </a:endParaRPr>
          </a:p>
          <a:p>
            <a:pPr indent="0" lvl="0" marL="0" rtl="0" algn="l">
              <a:spcBef>
                <a:spcPts val="0"/>
              </a:spcBef>
              <a:spcAft>
                <a:spcPts val="0"/>
              </a:spcAft>
              <a:buClr>
                <a:schemeClr val="dk1"/>
              </a:buClr>
              <a:buSzPts val="900"/>
              <a:buFont typeface="Arial"/>
              <a:buNone/>
            </a:pPr>
            <a:r>
              <a:rPr lang="en" sz="900">
                <a:solidFill>
                  <a:srgbClr val="2C2C2C"/>
                </a:solidFill>
                <a:latin typeface="Calibri"/>
                <a:ea typeface="Calibri"/>
                <a:cs typeface="Calibri"/>
                <a:sym typeface="Calibri"/>
              </a:rPr>
              <a:t>The description includes common symptoms and causes.</a:t>
            </a:r>
            <a:endParaRPr sz="900">
              <a:solidFill>
                <a:schemeClr val="dk1"/>
              </a:solidFill>
            </a:endParaRPr>
          </a:p>
          <a:p>
            <a:pPr indent="0" lvl="0" marL="0" marR="0" rtl="0" algn="l">
              <a:lnSpc>
                <a:spcPct val="100000"/>
              </a:lnSpc>
              <a:spcBef>
                <a:spcPts val="0"/>
              </a:spcBef>
              <a:spcAft>
                <a:spcPts val="0"/>
              </a:spcAft>
              <a:buClr>
                <a:srgbClr val="000000"/>
              </a:buClr>
              <a:buSzPts val="900"/>
              <a:buFont typeface="Arial"/>
              <a:buNone/>
            </a:pPr>
            <a:r>
              <a:t/>
            </a:r>
            <a:endParaRPr sz="900"/>
          </a:p>
        </p:txBody>
      </p:sp>
      <p:sp>
        <p:nvSpPr>
          <p:cNvPr id="1375" name="Google Shape;1375;p98"/>
          <p:cNvSpPr/>
          <p:nvPr/>
        </p:nvSpPr>
        <p:spPr>
          <a:xfrm>
            <a:off x="6903720" y="1426464"/>
            <a:ext cx="1170300" cy="9144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98"/>
          <p:cNvSpPr/>
          <p:nvPr/>
        </p:nvSpPr>
        <p:spPr>
          <a:xfrm>
            <a:off x="6958584" y="1463040"/>
            <a:ext cx="1060800" cy="841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900"/>
              <a:buFont typeface="Arial"/>
              <a:buNone/>
            </a:pPr>
            <a:r>
              <a:rPr lang="en" sz="900">
                <a:solidFill>
                  <a:srgbClr val="2C2C2C"/>
                </a:solidFill>
                <a:latin typeface="Calibri"/>
                <a:ea typeface="Calibri"/>
                <a:cs typeface="Calibri"/>
                <a:sym typeface="Calibri"/>
              </a:rPr>
              <a:t>AI Model Integration</a:t>
            </a:r>
            <a:endParaRPr sz="900">
              <a:solidFill>
                <a:schemeClr val="dk1"/>
              </a:solidFill>
            </a:endParaRPr>
          </a:p>
          <a:p>
            <a:pPr indent="0" lvl="0" marL="0" marR="0" rtl="0" algn="l">
              <a:lnSpc>
                <a:spcPct val="100000"/>
              </a:lnSpc>
              <a:spcBef>
                <a:spcPts val="0"/>
              </a:spcBef>
              <a:spcAft>
                <a:spcPts val="0"/>
              </a:spcAft>
              <a:buClr>
                <a:srgbClr val="000000"/>
              </a:buClr>
              <a:buSzPts val="900"/>
              <a:buFont typeface="Arial"/>
              <a:buNone/>
            </a:pPr>
            <a:r>
              <a:t/>
            </a:r>
            <a:endParaRPr sz="900"/>
          </a:p>
        </p:txBody>
      </p:sp>
      <p:sp>
        <p:nvSpPr>
          <p:cNvPr id="1377" name="Google Shape;1377;p98"/>
          <p:cNvSpPr/>
          <p:nvPr/>
        </p:nvSpPr>
        <p:spPr>
          <a:xfrm>
            <a:off x="8074152" y="1426464"/>
            <a:ext cx="658500" cy="9144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98"/>
          <p:cNvSpPr/>
          <p:nvPr/>
        </p:nvSpPr>
        <p:spPr>
          <a:xfrm>
            <a:off x="8129016" y="1463040"/>
            <a:ext cx="548700" cy="841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lang="en" sz="1200"/>
              <a:t>2</a:t>
            </a:r>
            <a:endParaRPr b="0" i="0" sz="1200" u="none" cap="none" strike="noStrike">
              <a:solidFill>
                <a:srgbClr val="000000"/>
              </a:solidFill>
              <a:latin typeface="Arial"/>
              <a:ea typeface="Arial"/>
              <a:cs typeface="Arial"/>
              <a:sym typeface="Arial"/>
            </a:endParaRPr>
          </a:p>
        </p:txBody>
      </p:sp>
      <p:sp>
        <p:nvSpPr>
          <p:cNvPr id="1379" name="Google Shape;1379;p98"/>
          <p:cNvSpPr/>
          <p:nvPr/>
        </p:nvSpPr>
        <p:spPr>
          <a:xfrm>
            <a:off x="228600" y="2340864"/>
            <a:ext cx="658500" cy="822900"/>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98"/>
          <p:cNvSpPr/>
          <p:nvPr/>
        </p:nvSpPr>
        <p:spPr>
          <a:xfrm>
            <a:off x="283464" y="2377440"/>
            <a:ext cx="548700" cy="74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000"/>
              <a:buFont typeface="Arial"/>
              <a:buNone/>
            </a:pPr>
            <a:r>
              <a:rPr b="1" lang="en" sz="1000">
                <a:solidFill>
                  <a:srgbClr val="2C2C2C"/>
                </a:solidFill>
                <a:latin typeface="Calibri"/>
                <a:ea typeface="Calibri"/>
                <a:cs typeface="Calibri"/>
                <a:sym typeface="Calibri"/>
              </a:rPr>
              <a:t>US_02</a:t>
            </a:r>
            <a:endParaRPr b="0" i="0" sz="1000" u="none" cap="none" strike="noStrike">
              <a:solidFill>
                <a:srgbClr val="000000"/>
              </a:solidFill>
              <a:latin typeface="Arial"/>
              <a:ea typeface="Arial"/>
              <a:cs typeface="Arial"/>
              <a:sym typeface="Arial"/>
            </a:endParaRPr>
          </a:p>
        </p:txBody>
      </p:sp>
      <p:sp>
        <p:nvSpPr>
          <p:cNvPr id="1381" name="Google Shape;1381;p98"/>
          <p:cNvSpPr/>
          <p:nvPr/>
        </p:nvSpPr>
        <p:spPr>
          <a:xfrm>
            <a:off x="886968" y="2340864"/>
            <a:ext cx="2194500" cy="822900"/>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98"/>
          <p:cNvSpPr/>
          <p:nvPr/>
        </p:nvSpPr>
        <p:spPr>
          <a:xfrm>
            <a:off x="941832" y="2377440"/>
            <a:ext cx="2084700" cy="74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900"/>
              <a:buFont typeface="Arial"/>
              <a:buNone/>
            </a:pPr>
            <a:r>
              <a:rPr lang="en" sz="900">
                <a:solidFill>
                  <a:srgbClr val="2C2C2C"/>
                </a:solidFill>
                <a:latin typeface="Calibri"/>
                <a:ea typeface="Calibri"/>
                <a:cs typeface="Calibri"/>
                <a:sym typeface="Calibri"/>
              </a:rPr>
              <a:t>As a research coordinator, I want to upload multiple X-ray images at once so that I can analyze datasets efficiently.</a:t>
            </a:r>
            <a:endParaRPr b="0" i="0" sz="900" u="none" cap="none" strike="noStrike">
              <a:solidFill>
                <a:srgbClr val="000000"/>
              </a:solidFill>
              <a:latin typeface="Arial"/>
              <a:ea typeface="Arial"/>
              <a:cs typeface="Arial"/>
              <a:sym typeface="Arial"/>
            </a:endParaRPr>
          </a:p>
        </p:txBody>
      </p:sp>
      <p:sp>
        <p:nvSpPr>
          <p:cNvPr id="1383" name="Google Shape;1383;p98"/>
          <p:cNvSpPr/>
          <p:nvPr/>
        </p:nvSpPr>
        <p:spPr>
          <a:xfrm>
            <a:off x="3081528" y="2340864"/>
            <a:ext cx="3822300" cy="822900"/>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98"/>
          <p:cNvSpPr/>
          <p:nvPr/>
        </p:nvSpPr>
        <p:spPr>
          <a:xfrm>
            <a:off x="3136392" y="2377440"/>
            <a:ext cx="3712500" cy="74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900"/>
              <a:buFont typeface="Arial"/>
              <a:buNone/>
            </a:pPr>
            <a:r>
              <a:rPr lang="en" sz="900">
                <a:solidFill>
                  <a:srgbClr val="2C2C2C"/>
                </a:solidFill>
                <a:latin typeface="Calibri"/>
                <a:ea typeface="Calibri"/>
                <a:cs typeface="Calibri"/>
                <a:sym typeface="Calibri"/>
              </a:rPr>
              <a:t>The patient can upload multiple images (up to 3) to one case.</a:t>
            </a:r>
            <a:endParaRPr sz="900">
              <a:solidFill>
                <a:schemeClr val="dk1"/>
              </a:solidFill>
            </a:endParaRPr>
          </a:p>
          <a:p>
            <a:pPr indent="0" lvl="0" marL="0" rtl="0" algn="l">
              <a:spcBef>
                <a:spcPts val="0"/>
              </a:spcBef>
              <a:spcAft>
                <a:spcPts val="0"/>
              </a:spcAft>
              <a:buClr>
                <a:schemeClr val="dk1"/>
              </a:buClr>
              <a:buSzPts val="900"/>
              <a:buFont typeface="Arial"/>
              <a:buNone/>
            </a:pPr>
            <a:r>
              <a:rPr lang="en" sz="900">
                <a:solidFill>
                  <a:srgbClr val="2C2C2C"/>
                </a:solidFill>
                <a:latin typeface="Calibri"/>
                <a:ea typeface="Calibri"/>
                <a:cs typeface="Calibri"/>
                <a:sym typeface="Calibri"/>
              </a:rPr>
              <a:t>The system accepts multiple images in specified formats (JPEG, JPG, PNG).</a:t>
            </a:r>
            <a:endParaRPr sz="900">
              <a:solidFill>
                <a:schemeClr val="dk1"/>
              </a:solidFill>
            </a:endParaRPr>
          </a:p>
          <a:p>
            <a:pPr indent="0" lvl="0" marL="0" rtl="0" algn="l">
              <a:spcBef>
                <a:spcPts val="0"/>
              </a:spcBef>
              <a:spcAft>
                <a:spcPts val="0"/>
              </a:spcAft>
              <a:buClr>
                <a:schemeClr val="dk1"/>
              </a:buClr>
              <a:buSzPts val="900"/>
              <a:buFont typeface="Arial"/>
              <a:buNone/>
            </a:pPr>
            <a:r>
              <a:rPr lang="en" sz="900">
                <a:solidFill>
                  <a:srgbClr val="2C2C2C"/>
                </a:solidFill>
                <a:latin typeface="Calibri"/>
                <a:ea typeface="Calibri"/>
                <a:cs typeface="Calibri"/>
                <a:sym typeface="Calibri"/>
              </a:rPr>
              <a:t>All uploaded images are associated with the same patient case.</a:t>
            </a:r>
            <a:endParaRPr sz="900">
              <a:solidFill>
                <a:schemeClr val="dk1"/>
              </a:solidFill>
            </a:endParaRPr>
          </a:p>
          <a:p>
            <a:pPr indent="0" lvl="0" marL="0" rtl="0" algn="l">
              <a:spcBef>
                <a:spcPts val="0"/>
              </a:spcBef>
              <a:spcAft>
                <a:spcPts val="0"/>
              </a:spcAft>
              <a:buClr>
                <a:schemeClr val="dk1"/>
              </a:buClr>
              <a:buSzPts val="900"/>
              <a:buFont typeface="Arial"/>
              <a:buNone/>
            </a:pPr>
            <a:r>
              <a:rPr lang="en" sz="900">
                <a:solidFill>
                  <a:srgbClr val="2C2C2C"/>
                </a:solidFill>
                <a:latin typeface="Calibri"/>
                <a:ea typeface="Calibri"/>
                <a:cs typeface="Calibri"/>
                <a:sym typeface="Calibri"/>
              </a:rPr>
              <a:t>The patient receives a confirmation message after uploading each image.</a:t>
            </a:r>
            <a:endParaRPr sz="900">
              <a:solidFill>
                <a:schemeClr val="dk1"/>
              </a:solidFill>
            </a:endParaRPr>
          </a:p>
          <a:p>
            <a:pPr indent="0" lvl="0" marL="0" rtl="0" algn="l">
              <a:spcBef>
                <a:spcPts val="0"/>
              </a:spcBef>
              <a:spcAft>
                <a:spcPts val="0"/>
              </a:spcAft>
              <a:buClr>
                <a:schemeClr val="dk1"/>
              </a:buClr>
              <a:buSzPts val="900"/>
              <a:buFont typeface="Arial"/>
              <a:buNone/>
            </a:pPr>
            <a:r>
              <a:rPr lang="en" sz="900">
                <a:solidFill>
                  <a:srgbClr val="2C2C2C"/>
                </a:solidFill>
                <a:latin typeface="Calibri"/>
                <a:ea typeface="Calibri"/>
                <a:cs typeface="Calibri"/>
                <a:sym typeface="Calibri"/>
              </a:rPr>
              <a:t>The system displays a preview of all uploaded images for review before analysis.</a:t>
            </a:r>
            <a:endParaRPr sz="900">
              <a:solidFill>
                <a:schemeClr val="dk1"/>
              </a:solidFill>
            </a:endParaRPr>
          </a:p>
          <a:p>
            <a:pPr indent="0" lvl="0" marL="0" marR="0" rtl="0" algn="l">
              <a:lnSpc>
                <a:spcPct val="100000"/>
              </a:lnSpc>
              <a:spcBef>
                <a:spcPts val="0"/>
              </a:spcBef>
              <a:spcAft>
                <a:spcPts val="0"/>
              </a:spcAft>
              <a:buClr>
                <a:srgbClr val="000000"/>
              </a:buClr>
              <a:buSzPts val="900"/>
              <a:buFont typeface="Arial"/>
              <a:buNone/>
            </a:pPr>
            <a:r>
              <a:t/>
            </a:r>
            <a:endParaRPr sz="900"/>
          </a:p>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1385" name="Google Shape;1385;p98"/>
          <p:cNvSpPr/>
          <p:nvPr/>
        </p:nvSpPr>
        <p:spPr>
          <a:xfrm>
            <a:off x="6903720" y="2340864"/>
            <a:ext cx="1170300" cy="822900"/>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98"/>
          <p:cNvSpPr/>
          <p:nvPr/>
        </p:nvSpPr>
        <p:spPr>
          <a:xfrm>
            <a:off x="6958584" y="2377440"/>
            <a:ext cx="1060800" cy="74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900"/>
              <a:buFont typeface="Arial"/>
              <a:buNone/>
            </a:pPr>
            <a:r>
              <a:rPr lang="en" sz="900">
                <a:solidFill>
                  <a:srgbClr val="2C2C2C"/>
                </a:solidFill>
                <a:latin typeface="Calibri"/>
                <a:ea typeface="Calibri"/>
                <a:cs typeface="Calibri"/>
                <a:sym typeface="Calibri"/>
              </a:rPr>
              <a:t>Image Upload</a:t>
            </a:r>
            <a:endParaRPr sz="900">
              <a:solidFill>
                <a:schemeClr val="dk1"/>
              </a:solidFill>
            </a:endParaRPr>
          </a:p>
          <a:p>
            <a:pPr indent="0" lvl="0" marL="0" marR="0" rtl="0" algn="ctr">
              <a:lnSpc>
                <a:spcPct val="100000"/>
              </a:lnSpc>
              <a:spcBef>
                <a:spcPts val="0"/>
              </a:spcBef>
              <a:spcAft>
                <a:spcPts val="0"/>
              </a:spcAft>
              <a:buClr>
                <a:srgbClr val="000000"/>
              </a:buClr>
              <a:buSzPts val="900"/>
              <a:buFont typeface="Arial"/>
              <a:buNone/>
            </a:pPr>
            <a:r>
              <a:t/>
            </a:r>
            <a:endParaRPr sz="900"/>
          </a:p>
        </p:txBody>
      </p:sp>
      <p:sp>
        <p:nvSpPr>
          <p:cNvPr id="1387" name="Google Shape;1387;p98"/>
          <p:cNvSpPr/>
          <p:nvPr/>
        </p:nvSpPr>
        <p:spPr>
          <a:xfrm>
            <a:off x="8074152" y="2340864"/>
            <a:ext cx="658500" cy="822900"/>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98"/>
          <p:cNvSpPr/>
          <p:nvPr/>
        </p:nvSpPr>
        <p:spPr>
          <a:xfrm>
            <a:off x="8129016" y="2377440"/>
            <a:ext cx="548700" cy="749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lang="en" sz="1200"/>
              <a:t>8</a:t>
            </a:r>
            <a:endParaRPr b="0" i="0" sz="1200" u="none" cap="none" strike="noStrike">
              <a:solidFill>
                <a:srgbClr val="000000"/>
              </a:solidFill>
              <a:latin typeface="Arial"/>
              <a:ea typeface="Arial"/>
              <a:cs typeface="Arial"/>
              <a:sym typeface="Arial"/>
            </a:endParaRPr>
          </a:p>
        </p:txBody>
      </p:sp>
      <p:sp>
        <p:nvSpPr>
          <p:cNvPr id="1389" name="Google Shape;1389;p98"/>
          <p:cNvSpPr/>
          <p:nvPr/>
        </p:nvSpPr>
        <p:spPr>
          <a:xfrm>
            <a:off x="228600" y="3163824"/>
            <a:ext cx="658500" cy="8046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98"/>
          <p:cNvSpPr/>
          <p:nvPr/>
        </p:nvSpPr>
        <p:spPr>
          <a:xfrm>
            <a:off x="283464" y="3200400"/>
            <a:ext cx="548700" cy="731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000"/>
              <a:buFont typeface="Arial"/>
              <a:buNone/>
            </a:pPr>
            <a:r>
              <a:rPr b="1" lang="en" sz="1000">
                <a:solidFill>
                  <a:srgbClr val="2C2C2C"/>
                </a:solidFill>
                <a:latin typeface="Calibri"/>
                <a:ea typeface="Calibri"/>
                <a:cs typeface="Calibri"/>
                <a:sym typeface="Calibri"/>
              </a:rPr>
              <a:t>US_08</a:t>
            </a:r>
            <a:endParaRPr b="0" i="0" sz="1000" u="none" cap="none" strike="noStrike">
              <a:solidFill>
                <a:srgbClr val="000000"/>
              </a:solidFill>
              <a:latin typeface="Arial"/>
              <a:ea typeface="Arial"/>
              <a:cs typeface="Arial"/>
              <a:sym typeface="Arial"/>
            </a:endParaRPr>
          </a:p>
        </p:txBody>
      </p:sp>
      <p:sp>
        <p:nvSpPr>
          <p:cNvPr id="1391" name="Google Shape;1391;p98"/>
          <p:cNvSpPr/>
          <p:nvPr/>
        </p:nvSpPr>
        <p:spPr>
          <a:xfrm>
            <a:off x="886968" y="3163824"/>
            <a:ext cx="2194500" cy="8046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98"/>
          <p:cNvSpPr/>
          <p:nvPr/>
        </p:nvSpPr>
        <p:spPr>
          <a:xfrm>
            <a:off x="941832" y="3200400"/>
            <a:ext cx="2084700" cy="731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900"/>
              <a:buFont typeface="Arial"/>
              <a:buNone/>
            </a:pPr>
            <a:r>
              <a:rPr lang="en" sz="900">
                <a:solidFill>
                  <a:srgbClr val="2C2C2C"/>
                </a:solidFill>
                <a:latin typeface="Calibri"/>
                <a:ea typeface="Calibri"/>
                <a:cs typeface="Calibri"/>
                <a:sym typeface="Calibri"/>
              </a:rPr>
              <a:t>As an individual user, I want to receive the most accurate possible diagnosis so that I can trust the assessment provided.</a:t>
            </a:r>
            <a:endParaRPr sz="900">
              <a:solidFill>
                <a:schemeClr val="dk1"/>
              </a:solidFill>
            </a:endParaRPr>
          </a:p>
          <a:p>
            <a:pPr indent="0" lvl="0" marL="0" marR="0" rtl="0" algn="l">
              <a:lnSpc>
                <a:spcPct val="100000"/>
              </a:lnSpc>
              <a:spcBef>
                <a:spcPts val="0"/>
              </a:spcBef>
              <a:spcAft>
                <a:spcPts val="0"/>
              </a:spcAft>
              <a:buClr>
                <a:srgbClr val="000000"/>
              </a:buClr>
              <a:buSzPts val="900"/>
              <a:buFont typeface="Arial"/>
              <a:buNone/>
            </a:pPr>
            <a:r>
              <a:t/>
            </a:r>
            <a:endParaRPr sz="900"/>
          </a:p>
        </p:txBody>
      </p:sp>
      <p:sp>
        <p:nvSpPr>
          <p:cNvPr id="1393" name="Google Shape;1393;p98"/>
          <p:cNvSpPr/>
          <p:nvPr/>
        </p:nvSpPr>
        <p:spPr>
          <a:xfrm>
            <a:off x="3081528" y="3163824"/>
            <a:ext cx="3822300" cy="8046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98"/>
          <p:cNvSpPr/>
          <p:nvPr/>
        </p:nvSpPr>
        <p:spPr>
          <a:xfrm>
            <a:off x="3136392" y="3200400"/>
            <a:ext cx="3712500" cy="731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900"/>
              <a:buFont typeface="Arial"/>
              <a:buNone/>
            </a:pPr>
            <a:r>
              <a:rPr lang="en" sz="900">
                <a:solidFill>
                  <a:srgbClr val="2C2C2C"/>
                </a:solidFill>
                <a:latin typeface="Calibri"/>
                <a:ea typeface="Calibri"/>
                <a:cs typeface="Calibri"/>
                <a:sym typeface="Calibri"/>
              </a:rPr>
              <a:t>The system continuously improves the model and algorithms for better diagnostic results.</a:t>
            </a:r>
            <a:endParaRPr sz="900">
              <a:solidFill>
                <a:schemeClr val="dk1"/>
              </a:solidFill>
            </a:endParaRPr>
          </a:p>
          <a:p>
            <a:pPr indent="0" lvl="0" marL="0" rtl="0" algn="l">
              <a:spcBef>
                <a:spcPts val="0"/>
              </a:spcBef>
              <a:spcAft>
                <a:spcPts val="0"/>
              </a:spcAft>
              <a:buClr>
                <a:schemeClr val="dk1"/>
              </a:buClr>
              <a:buSzPts val="900"/>
              <a:buFont typeface="Arial"/>
              <a:buNone/>
            </a:pPr>
            <a:r>
              <a:rPr lang="en" sz="900">
                <a:solidFill>
                  <a:srgbClr val="2C2C2C"/>
                </a:solidFill>
                <a:latin typeface="Calibri"/>
                <a:ea typeface="Calibri"/>
                <a:cs typeface="Calibri"/>
                <a:sym typeface="Calibri"/>
              </a:rPr>
              <a:t>The diagnosis accuracy is optimised based on model refinements and external validation.</a:t>
            </a:r>
            <a:endParaRPr sz="900">
              <a:solidFill>
                <a:schemeClr val="dk1"/>
              </a:solidFill>
            </a:endParaRPr>
          </a:p>
          <a:p>
            <a:pPr indent="0" lvl="0" marL="0" rtl="0" algn="l">
              <a:spcBef>
                <a:spcPts val="0"/>
              </a:spcBef>
              <a:spcAft>
                <a:spcPts val="0"/>
              </a:spcAft>
              <a:buClr>
                <a:schemeClr val="dk1"/>
              </a:buClr>
              <a:buSzPts val="900"/>
              <a:buFont typeface="Arial"/>
              <a:buNone/>
            </a:pPr>
            <a:r>
              <a:rPr lang="en" sz="900">
                <a:solidFill>
                  <a:srgbClr val="2C2C2C"/>
                </a:solidFill>
                <a:latin typeface="Calibri"/>
                <a:ea typeface="Calibri"/>
                <a:cs typeface="Calibri"/>
                <a:sym typeface="Calibri"/>
              </a:rPr>
              <a:t>The confidence level of the diagnosis should be high (e.g., 95%).</a:t>
            </a:r>
            <a:endParaRPr sz="900">
              <a:solidFill>
                <a:schemeClr val="dk1"/>
              </a:solidFill>
            </a:endParaRPr>
          </a:p>
          <a:p>
            <a:pPr indent="0" lvl="0" marL="0" marR="0" rtl="0" algn="l">
              <a:lnSpc>
                <a:spcPct val="100000"/>
              </a:lnSpc>
              <a:spcBef>
                <a:spcPts val="0"/>
              </a:spcBef>
              <a:spcAft>
                <a:spcPts val="0"/>
              </a:spcAft>
              <a:buClr>
                <a:srgbClr val="000000"/>
              </a:buClr>
              <a:buSzPts val="900"/>
              <a:buFont typeface="Arial"/>
              <a:buNone/>
            </a:pPr>
            <a:r>
              <a:t/>
            </a:r>
            <a:endParaRPr sz="900"/>
          </a:p>
        </p:txBody>
      </p:sp>
      <p:sp>
        <p:nvSpPr>
          <p:cNvPr id="1395" name="Google Shape;1395;p98"/>
          <p:cNvSpPr/>
          <p:nvPr/>
        </p:nvSpPr>
        <p:spPr>
          <a:xfrm>
            <a:off x="6903720" y="3163824"/>
            <a:ext cx="1170300" cy="8046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98"/>
          <p:cNvSpPr/>
          <p:nvPr/>
        </p:nvSpPr>
        <p:spPr>
          <a:xfrm>
            <a:off x="6958584" y="3200400"/>
            <a:ext cx="1060800" cy="731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900"/>
              <a:buFont typeface="Arial"/>
              <a:buNone/>
            </a:pPr>
            <a:r>
              <a:rPr lang="en" sz="900">
                <a:solidFill>
                  <a:srgbClr val="2C2C2C"/>
                </a:solidFill>
                <a:latin typeface="Calibri"/>
                <a:ea typeface="Calibri"/>
                <a:cs typeface="Calibri"/>
                <a:sym typeface="Calibri"/>
              </a:rPr>
              <a:t>AI Model Integration</a:t>
            </a:r>
            <a:endParaRPr sz="900">
              <a:solidFill>
                <a:schemeClr val="dk1"/>
              </a:solidFill>
            </a:endParaRPr>
          </a:p>
          <a:p>
            <a:pPr indent="0" lvl="0" marL="0" marR="0" rtl="0" algn="ctr">
              <a:lnSpc>
                <a:spcPct val="100000"/>
              </a:lnSpc>
              <a:spcBef>
                <a:spcPts val="0"/>
              </a:spcBef>
              <a:spcAft>
                <a:spcPts val="0"/>
              </a:spcAft>
              <a:buClr>
                <a:srgbClr val="000000"/>
              </a:buClr>
              <a:buSzPts val="900"/>
              <a:buFont typeface="Arial"/>
              <a:buNone/>
            </a:pPr>
            <a:r>
              <a:t/>
            </a:r>
            <a:endParaRPr sz="900"/>
          </a:p>
        </p:txBody>
      </p:sp>
      <p:sp>
        <p:nvSpPr>
          <p:cNvPr id="1397" name="Google Shape;1397;p98"/>
          <p:cNvSpPr/>
          <p:nvPr/>
        </p:nvSpPr>
        <p:spPr>
          <a:xfrm>
            <a:off x="8074152" y="3163824"/>
            <a:ext cx="658500" cy="804600"/>
          </a:xfrm>
          <a:prstGeom prst="rect">
            <a:avLst/>
          </a:prstGeom>
          <a:solidFill>
            <a:srgbClr val="FFFFFF"/>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98"/>
          <p:cNvSpPr/>
          <p:nvPr/>
        </p:nvSpPr>
        <p:spPr>
          <a:xfrm>
            <a:off x="8129016" y="3200400"/>
            <a:ext cx="548700" cy="731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lang="en" sz="1200"/>
              <a:t>11</a:t>
            </a:r>
            <a:endParaRPr b="0" i="0" sz="1200" u="none" cap="none" strike="noStrike">
              <a:solidFill>
                <a:srgbClr val="000000"/>
              </a:solidFill>
              <a:latin typeface="Arial"/>
              <a:ea typeface="Arial"/>
              <a:cs typeface="Arial"/>
              <a:sym typeface="Arial"/>
            </a:endParaRPr>
          </a:p>
        </p:txBody>
      </p:sp>
      <p:sp>
        <p:nvSpPr>
          <p:cNvPr id="1399" name="Google Shape;1399;p98"/>
          <p:cNvSpPr/>
          <p:nvPr/>
        </p:nvSpPr>
        <p:spPr>
          <a:xfrm>
            <a:off x="228600" y="3968496"/>
            <a:ext cx="658500" cy="804600"/>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98"/>
          <p:cNvSpPr/>
          <p:nvPr/>
        </p:nvSpPr>
        <p:spPr>
          <a:xfrm>
            <a:off x="283464" y="4005072"/>
            <a:ext cx="548700" cy="731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000"/>
              <a:buFont typeface="Arial"/>
              <a:buNone/>
            </a:pPr>
            <a:r>
              <a:rPr b="1" lang="en" sz="1000">
                <a:solidFill>
                  <a:srgbClr val="2C2C2C"/>
                </a:solidFill>
                <a:latin typeface="Calibri"/>
                <a:ea typeface="Calibri"/>
                <a:cs typeface="Calibri"/>
                <a:sym typeface="Calibri"/>
              </a:rPr>
              <a:t>US_10</a:t>
            </a:r>
            <a:endParaRPr b="0" i="0" sz="1000" u="none" cap="none" strike="noStrike">
              <a:solidFill>
                <a:srgbClr val="000000"/>
              </a:solidFill>
              <a:latin typeface="Arial"/>
              <a:ea typeface="Arial"/>
              <a:cs typeface="Arial"/>
              <a:sym typeface="Arial"/>
            </a:endParaRPr>
          </a:p>
        </p:txBody>
      </p:sp>
      <p:sp>
        <p:nvSpPr>
          <p:cNvPr id="1401" name="Google Shape;1401;p98"/>
          <p:cNvSpPr/>
          <p:nvPr/>
        </p:nvSpPr>
        <p:spPr>
          <a:xfrm>
            <a:off x="886968" y="3968496"/>
            <a:ext cx="2194500" cy="804600"/>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98"/>
          <p:cNvSpPr/>
          <p:nvPr/>
        </p:nvSpPr>
        <p:spPr>
          <a:xfrm>
            <a:off x="941832" y="4005072"/>
            <a:ext cx="2084700" cy="731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900"/>
              <a:buFont typeface="Arial"/>
              <a:buNone/>
            </a:pPr>
            <a:r>
              <a:rPr lang="en" sz="900">
                <a:solidFill>
                  <a:srgbClr val="2C2C2C"/>
                </a:solidFill>
                <a:latin typeface="Calibri"/>
                <a:ea typeface="Calibri"/>
                <a:cs typeface="Calibri"/>
                <a:sym typeface="Calibri"/>
              </a:rPr>
              <a:t>As an individual user, I want to receive treatment recommendations so that I can take action towards treating my knee condition.</a:t>
            </a:r>
            <a:endParaRPr b="0" i="0" sz="900" u="none" cap="none" strike="noStrike">
              <a:solidFill>
                <a:srgbClr val="000000"/>
              </a:solidFill>
              <a:latin typeface="Arial"/>
              <a:ea typeface="Arial"/>
              <a:cs typeface="Arial"/>
              <a:sym typeface="Arial"/>
            </a:endParaRPr>
          </a:p>
        </p:txBody>
      </p:sp>
      <p:sp>
        <p:nvSpPr>
          <p:cNvPr id="1403" name="Google Shape;1403;p98"/>
          <p:cNvSpPr/>
          <p:nvPr/>
        </p:nvSpPr>
        <p:spPr>
          <a:xfrm>
            <a:off x="3081528" y="3968496"/>
            <a:ext cx="3822300" cy="804600"/>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98"/>
          <p:cNvSpPr/>
          <p:nvPr/>
        </p:nvSpPr>
        <p:spPr>
          <a:xfrm>
            <a:off x="3136392" y="4005072"/>
            <a:ext cx="3712500" cy="731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900"/>
              <a:buFont typeface="Arial"/>
              <a:buNone/>
            </a:pPr>
            <a:r>
              <a:rPr lang="en" sz="900">
                <a:solidFill>
                  <a:srgbClr val="2C2C2C"/>
                </a:solidFill>
                <a:latin typeface="Calibri"/>
                <a:ea typeface="Calibri"/>
                <a:cs typeface="Calibri"/>
                <a:sym typeface="Calibri"/>
              </a:rPr>
              <a:t>After receiving the diagnosis, the user is provided with treatment recommendations.</a:t>
            </a:r>
            <a:endParaRPr sz="900">
              <a:solidFill>
                <a:schemeClr val="dk1"/>
              </a:solidFill>
            </a:endParaRPr>
          </a:p>
          <a:p>
            <a:pPr indent="0" lvl="0" marL="0" rtl="0" algn="l">
              <a:spcBef>
                <a:spcPts val="0"/>
              </a:spcBef>
              <a:spcAft>
                <a:spcPts val="0"/>
              </a:spcAft>
              <a:buClr>
                <a:schemeClr val="dk1"/>
              </a:buClr>
              <a:buSzPts val="900"/>
              <a:buFont typeface="Arial"/>
              <a:buNone/>
            </a:pPr>
            <a:r>
              <a:rPr lang="en" sz="900">
                <a:solidFill>
                  <a:srgbClr val="2C2C2C"/>
                </a:solidFill>
                <a:latin typeface="Calibri"/>
                <a:ea typeface="Calibri"/>
                <a:cs typeface="Calibri"/>
                <a:sym typeface="Calibri"/>
              </a:rPr>
              <a:t>The description is written in clear, understandable language.</a:t>
            </a:r>
            <a:endParaRPr sz="900">
              <a:solidFill>
                <a:schemeClr val="dk1"/>
              </a:solidFill>
            </a:endParaRPr>
          </a:p>
          <a:p>
            <a:pPr indent="0" lvl="0" marL="0" rtl="0" algn="l">
              <a:spcBef>
                <a:spcPts val="0"/>
              </a:spcBef>
              <a:spcAft>
                <a:spcPts val="0"/>
              </a:spcAft>
              <a:buClr>
                <a:schemeClr val="dk1"/>
              </a:buClr>
              <a:buSzPts val="900"/>
              <a:buFont typeface="Arial"/>
              <a:buNone/>
            </a:pPr>
            <a:r>
              <a:rPr lang="en" sz="900">
                <a:solidFill>
                  <a:srgbClr val="2C2C2C"/>
                </a:solidFill>
                <a:latin typeface="Calibri"/>
                <a:ea typeface="Calibri"/>
                <a:cs typeface="Calibri"/>
                <a:sym typeface="Calibri"/>
              </a:rPr>
              <a:t>The description includes common symptoms and causes of the condition.</a:t>
            </a:r>
            <a:endParaRPr sz="900">
              <a:solidFill>
                <a:schemeClr val="dk1"/>
              </a:solidFill>
            </a:endParaRPr>
          </a:p>
          <a:p>
            <a:pPr indent="0" lvl="0" marL="0" marR="0" rtl="0" algn="l">
              <a:lnSpc>
                <a:spcPct val="100000"/>
              </a:lnSpc>
              <a:spcBef>
                <a:spcPts val="0"/>
              </a:spcBef>
              <a:spcAft>
                <a:spcPts val="0"/>
              </a:spcAft>
              <a:buClr>
                <a:srgbClr val="000000"/>
              </a:buClr>
              <a:buSzPts val="900"/>
              <a:buFont typeface="Arial"/>
              <a:buNone/>
            </a:pPr>
            <a:r>
              <a:t/>
            </a:r>
            <a:endParaRPr sz="900"/>
          </a:p>
        </p:txBody>
      </p:sp>
      <p:sp>
        <p:nvSpPr>
          <p:cNvPr id="1405" name="Google Shape;1405;p98"/>
          <p:cNvSpPr/>
          <p:nvPr/>
        </p:nvSpPr>
        <p:spPr>
          <a:xfrm>
            <a:off x="6903720" y="3968496"/>
            <a:ext cx="1170300" cy="804600"/>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98"/>
          <p:cNvSpPr/>
          <p:nvPr/>
        </p:nvSpPr>
        <p:spPr>
          <a:xfrm>
            <a:off x="6958584" y="4005072"/>
            <a:ext cx="1060800" cy="731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900"/>
              <a:buFont typeface="Arial"/>
              <a:buNone/>
            </a:pPr>
            <a:r>
              <a:rPr lang="en" sz="900">
                <a:solidFill>
                  <a:srgbClr val="2C2C2C"/>
                </a:solidFill>
                <a:latin typeface="Calibri"/>
                <a:ea typeface="Calibri"/>
                <a:cs typeface="Calibri"/>
                <a:sym typeface="Calibri"/>
              </a:rPr>
              <a:t>AI Model Integration</a:t>
            </a:r>
            <a:endParaRPr sz="900">
              <a:solidFill>
                <a:schemeClr val="dk1"/>
              </a:solidFill>
            </a:endParaRPr>
          </a:p>
          <a:p>
            <a:pPr indent="0" lvl="0" marL="0" marR="0" rtl="0" algn="ctr">
              <a:lnSpc>
                <a:spcPct val="100000"/>
              </a:lnSpc>
              <a:spcBef>
                <a:spcPts val="0"/>
              </a:spcBef>
              <a:spcAft>
                <a:spcPts val="0"/>
              </a:spcAft>
              <a:buClr>
                <a:srgbClr val="000000"/>
              </a:buClr>
              <a:buSzPts val="900"/>
              <a:buFont typeface="Arial"/>
              <a:buNone/>
            </a:pPr>
            <a:r>
              <a:t/>
            </a:r>
            <a:endParaRPr sz="900"/>
          </a:p>
        </p:txBody>
      </p:sp>
      <p:sp>
        <p:nvSpPr>
          <p:cNvPr id="1407" name="Google Shape;1407;p98"/>
          <p:cNvSpPr/>
          <p:nvPr/>
        </p:nvSpPr>
        <p:spPr>
          <a:xfrm>
            <a:off x="8074152" y="3968496"/>
            <a:ext cx="658500" cy="804600"/>
          </a:xfrm>
          <a:prstGeom prst="rect">
            <a:avLst/>
          </a:prstGeom>
          <a:solidFill>
            <a:srgbClr val="FAF5F0"/>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98"/>
          <p:cNvSpPr/>
          <p:nvPr/>
        </p:nvSpPr>
        <p:spPr>
          <a:xfrm>
            <a:off x="8129016" y="4005072"/>
            <a:ext cx="548700" cy="731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lang="en" sz="1200"/>
              <a:t>3</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2" name="Shape 1412"/>
        <p:cNvGrpSpPr/>
        <p:nvPr/>
      </p:nvGrpSpPr>
      <p:grpSpPr>
        <a:xfrm>
          <a:off x="0" y="0"/>
          <a:ext cx="0" cy="0"/>
          <a:chOff x="0" y="0"/>
          <a:chExt cx="0" cy="0"/>
        </a:xfrm>
      </p:grpSpPr>
      <p:sp>
        <p:nvSpPr>
          <p:cNvPr id="1413" name="Google Shape;1413;p99"/>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 - APIs - Login API </a:t>
            </a:r>
            <a:endParaRPr/>
          </a:p>
        </p:txBody>
      </p:sp>
      <p:pic>
        <p:nvPicPr>
          <p:cNvPr id="1414" name="Google Shape;1414;p99"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pic>
        <p:nvPicPr>
          <p:cNvPr id="1415" name="Google Shape;1415;p99" title="Screenshot 2026-03-21 at 9.09.25 PM.png"/>
          <p:cNvPicPr preferRelativeResize="0"/>
          <p:nvPr/>
        </p:nvPicPr>
        <p:blipFill>
          <a:blip r:embed="rId4">
            <a:alphaModFix/>
          </a:blip>
          <a:stretch>
            <a:fillRect/>
          </a:stretch>
        </p:blipFill>
        <p:spPr>
          <a:xfrm>
            <a:off x="1833000" y="1023775"/>
            <a:ext cx="5478001" cy="3779333"/>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9" name="Shape 1419"/>
        <p:cNvGrpSpPr/>
        <p:nvPr/>
      </p:nvGrpSpPr>
      <p:grpSpPr>
        <a:xfrm>
          <a:off x="0" y="0"/>
          <a:ext cx="0" cy="0"/>
          <a:chOff x="0" y="0"/>
          <a:chExt cx="0" cy="0"/>
        </a:xfrm>
      </p:grpSpPr>
      <p:sp>
        <p:nvSpPr>
          <p:cNvPr id="1420" name="Google Shape;1420;p100"/>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 - APIs - Upload Image API </a:t>
            </a:r>
            <a:endParaRPr/>
          </a:p>
        </p:txBody>
      </p:sp>
      <p:pic>
        <p:nvPicPr>
          <p:cNvPr id="1421" name="Google Shape;1421;p100"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pic>
        <p:nvPicPr>
          <p:cNvPr id="1422" name="Google Shape;1422;p100" title="Screenshot 2026-03-21 at 9.11.25 PM.png"/>
          <p:cNvPicPr preferRelativeResize="0"/>
          <p:nvPr/>
        </p:nvPicPr>
        <p:blipFill>
          <a:blip r:embed="rId4">
            <a:alphaModFix/>
          </a:blip>
          <a:stretch>
            <a:fillRect/>
          </a:stretch>
        </p:blipFill>
        <p:spPr>
          <a:xfrm>
            <a:off x="2507913" y="1016575"/>
            <a:ext cx="4128187" cy="3981675"/>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6" name="Shape 1426"/>
        <p:cNvGrpSpPr/>
        <p:nvPr/>
      </p:nvGrpSpPr>
      <p:grpSpPr>
        <a:xfrm>
          <a:off x="0" y="0"/>
          <a:ext cx="0" cy="0"/>
          <a:chOff x="0" y="0"/>
          <a:chExt cx="0" cy="0"/>
        </a:xfrm>
      </p:grpSpPr>
      <p:sp>
        <p:nvSpPr>
          <p:cNvPr id="1427" name="Google Shape;1427;p101"/>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 - APIs - Get Images API </a:t>
            </a:r>
            <a:endParaRPr/>
          </a:p>
        </p:txBody>
      </p:sp>
      <p:pic>
        <p:nvPicPr>
          <p:cNvPr id="1428" name="Google Shape;1428;p101"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pic>
        <p:nvPicPr>
          <p:cNvPr id="1429" name="Google Shape;1429;p101" title="Screenshot 2026-03-21 at 9.14.14 PM.png"/>
          <p:cNvPicPr preferRelativeResize="0"/>
          <p:nvPr/>
        </p:nvPicPr>
        <p:blipFill>
          <a:blip r:embed="rId4">
            <a:alphaModFix/>
          </a:blip>
          <a:stretch>
            <a:fillRect/>
          </a:stretch>
        </p:blipFill>
        <p:spPr>
          <a:xfrm>
            <a:off x="2400300" y="1009425"/>
            <a:ext cx="4343400" cy="3362325"/>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3" name="Shape 1433"/>
        <p:cNvGrpSpPr/>
        <p:nvPr/>
      </p:nvGrpSpPr>
      <p:grpSpPr>
        <a:xfrm>
          <a:off x="0" y="0"/>
          <a:ext cx="0" cy="0"/>
          <a:chOff x="0" y="0"/>
          <a:chExt cx="0" cy="0"/>
        </a:xfrm>
      </p:grpSpPr>
      <p:sp>
        <p:nvSpPr>
          <p:cNvPr id="1434" name="Google Shape;1434;p102"/>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 Demo - Application Screenshots</a:t>
            </a:r>
            <a:endParaRPr/>
          </a:p>
        </p:txBody>
      </p:sp>
      <p:pic>
        <p:nvPicPr>
          <p:cNvPr id="1435" name="Google Shape;1435;p102"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pic>
        <p:nvPicPr>
          <p:cNvPr id="1436" name="Google Shape;1436;p102" title="Screenshot 2026-03-21 at 9.23.57 PM.png"/>
          <p:cNvPicPr preferRelativeResize="0"/>
          <p:nvPr/>
        </p:nvPicPr>
        <p:blipFill>
          <a:blip r:embed="rId4">
            <a:alphaModFix/>
          </a:blip>
          <a:stretch>
            <a:fillRect/>
          </a:stretch>
        </p:blipFill>
        <p:spPr>
          <a:xfrm>
            <a:off x="1388000" y="1215477"/>
            <a:ext cx="6368000" cy="3153275"/>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0" name="Shape 1440"/>
        <p:cNvGrpSpPr/>
        <p:nvPr/>
      </p:nvGrpSpPr>
      <p:grpSpPr>
        <a:xfrm>
          <a:off x="0" y="0"/>
          <a:ext cx="0" cy="0"/>
          <a:chOff x="0" y="0"/>
          <a:chExt cx="0" cy="0"/>
        </a:xfrm>
      </p:grpSpPr>
      <p:sp>
        <p:nvSpPr>
          <p:cNvPr id="1441" name="Google Shape;1441;p103"/>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 Demo - Application Screenshots</a:t>
            </a:r>
            <a:endParaRPr/>
          </a:p>
        </p:txBody>
      </p:sp>
      <p:pic>
        <p:nvPicPr>
          <p:cNvPr id="1442" name="Google Shape;1442;p103"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pic>
        <p:nvPicPr>
          <p:cNvPr id="1443" name="Google Shape;1443;p103" title="Screenshot 2026-03-21 at 9.26.13 PM.png"/>
          <p:cNvPicPr preferRelativeResize="0"/>
          <p:nvPr/>
        </p:nvPicPr>
        <p:blipFill>
          <a:blip r:embed="rId4">
            <a:alphaModFix/>
          </a:blip>
          <a:stretch>
            <a:fillRect/>
          </a:stretch>
        </p:blipFill>
        <p:spPr>
          <a:xfrm>
            <a:off x="1833000" y="1030950"/>
            <a:ext cx="5477999" cy="3712065"/>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7" name="Shape 1447"/>
        <p:cNvGrpSpPr/>
        <p:nvPr/>
      </p:nvGrpSpPr>
      <p:grpSpPr>
        <a:xfrm>
          <a:off x="0" y="0"/>
          <a:ext cx="0" cy="0"/>
          <a:chOff x="0" y="0"/>
          <a:chExt cx="0" cy="0"/>
        </a:xfrm>
      </p:grpSpPr>
      <p:sp>
        <p:nvSpPr>
          <p:cNvPr id="1448" name="Google Shape;1448;p104"/>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 Demo - Application Screenshots</a:t>
            </a:r>
            <a:endParaRPr/>
          </a:p>
        </p:txBody>
      </p:sp>
      <p:pic>
        <p:nvPicPr>
          <p:cNvPr id="1449" name="Google Shape;1449;p104"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pic>
        <p:nvPicPr>
          <p:cNvPr id="1450" name="Google Shape;1450;p104" title="Screenshot 2026-03-21 at 9.28.43 PM.png"/>
          <p:cNvPicPr preferRelativeResize="0"/>
          <p:nvPr/>
        </p:nvPicPr>
        <p:blipFill>
          <a:blip r:embed="rId4">
            <a:alphaModFix/>
          </a:blip>
          <a:stretch>
            <a:fillRect/>
          </a:stretch>
        </p:blipFill>
        <p:spPr>
          <a:xfrm>
            <a:off x="2415263" y="1016600"/>
            <a:ext cx="4313482" cy="3981676"/>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4" name="Shape 1454"/>
        <p:cNvGrpSpPr/>
        <p:nvPr/>
      </p:nvGrpSpPr>
      <p:grpSpPr>
        <a:xfrm>
          <a:off x="0" y="0"/>
          <a:ext cx="0" cy="0"/>
          <a:chOff x="0" y="0"/>
          <a:chExt cx="0" cy="0"/>
        </a:xfrm>
      </p:grpSpPr>
      <p:sp>
        <p:nvSpPr>
          <p:cNvPr id="1455" name="Google Shape;1455;p105"/>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 Demo - Application Screenshots</a:t>
            </a:r>
            <a:endParaRPr/>
          </a:p>
        </p:txBody>
      </p:sp>
      <p:pic>
        <p:nvPicPr>
          <p:cNvPr id="1456" name="Google Shape;1456;p105"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pic>
        <p:nvPicPr>
          <p:cNvPr id="1457" name="Google Shape;1457;p105" title="Screenshot 2026-03-21 at 9.29.30 PM.png"/>
          <p:cNvPicPr preferRelativeResize="0"/>
          <p:nvPr/>
        </p:nvPicPr>
        <p:blipFill>
          <a:blip r:embed="rId4">
            <a:alphaModFix/>
          </a:blip>
          <a:stretch>
            <a:fillRect/>
          </a:stretch>
        </p:blipFill>
        <p:spPr>
          <a:xfrm>
            <a:off x="2048763" y="1009425"/>
            <a:ext cx="5046475" cy="3981674"/>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1" name="Shape 1461"/>
        <p:cNvGrpSpPr/>
        <p:nvPr/>
      </p:nvGrpSpPr>
      <p:grpSpPr>
        <a:xfrm>
          <a:off x="0" y="0"/>
          <a:ext cx="0" cy="0"/>
          <a:chOff x="0" y="0"/>
          <a:chExt cx="0" cy="0"/>
        </a:xfrm>
      </p:grpSpPr>
      <p:sp>
        <p:nvSpPr>
          <p:cNvPr id="1462" name="Google Shape;1462;p106"/>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Wiki Page Link</a:t>
            </a:r>
            <a:endParaRPr i="1"/>
          </a:p>
        </p:txBody>
      </p:sp>
      <p:sp>
        <p:nvSpPr>
          <p:cNvPr id="1463" name="Google Shape;1463;p106"/>
          <p:cNvSpPr txBox="1"/>
          <p:nvPr/>
        </p:nvSpPr>
        <p:spPr>
          <a:xfrm>
            <a:off x="736650" y="2049675"/>
            <a:ext cx="76707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u="sng">
                <a:solidFill>
                  <a:schemeClr val="hlink"/>
                </a:solidFill>
                <a:hlinkClick r:id="rId3"/>
              </a:rPr>
              <a:t>https://github.com/htmw/STARLABS/wiki#kneevision</a:t>
            </a:r>
            <a:endParaRPr sz="2500"/>
          </a:p>
        </p:txBody>
      </p:sp>
      <p:pic>
        <p:nvPicPr>
          <p:cNvPr id="1464" name="Google Shape;1464;p106" title="Minimal Gradient by Slidesgo (2).jpg"/>
          <p:cNvPicPr preferRelativeResize="0"/>
          <p:nvPr>
            <p:ph idx="2" type="pic"/>
          </p:nvPr>
        </p:nvPicPr>
        <p:blipFill rotWithShape="1">
          <a:blip r:embed="rId4">
            <a:alphaModFix/>
          </a:blip>
          <a:srcRect b="19910" l="20913" r="40201" t="0"/>
          <a:stretch/>
        </p:blipFill>
        <p:spPr>
          <a:xfrm>
            <a:off x="6925060" y="2572875"/>
            <a:ext cx="2218939" cy="2570675"/>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8" name="Shape 1468"/>
        <p:cNvGrpSpPr/>
        <p:nvPr/>
      </p:nvGrpSpPr>
      <p:grpSpPr>
        <a:xfrm>
          <a:off x="0" y="0"/>
          <a:ext cx="0" cy="0"/>
          <a:chOff x="0" y="0"/>
          <a:chExt cx="0" cy="0"/>
        </a:xfrm>
      </p:grpSpPr>
      <p:sp>
        <p:nvSpPr>
          <p:cNvPr id="1469" name="Google Shape;1469;p107"/>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Live Application Demo</a:t>
            </a:r>
            <a:endParaRPr/>
          </a:p>
        </p:txBody>
      </p:sp>
      <p:pic>
        <p:nvPicPr>
          <p:cNvPr id="1470" name="Google Shape;1470;p107"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pic>
        <p:nvPicPr>
          <p:cNvPr id="1471" name="Google Shape;1471;p107" title="Screenshot 2026-02-16 at 9.46.18 PM.png"/>
          <p:cNvPicPr preferRelativeResize="0"/>
          <p:nvPr/>
        </p:nvPicPr>
        <p:blipFill>
          <a:blip r:embed="rId4">
            <a:alphaModFix/>
          </a:blip>
          <a:stretch>
            <a:fillRect/>
          </a:stretch>
        </p:blipFill>
        <p:spPr>
          <a:xfrm>
            <a:off x="3276600" y="1419225"/>
            <a:ext cx="2590800" cy="2305050"/>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5" name="Shape 1475"/>
        <p:cNvGrpSpPr/>
        <p:nvPr/>
      </p:nvGrpSpPr>
      <p:grpSpPr>
        <a:xfrm>
          <a:off x="0" y="0"/>
          <a:ext cx="0" cy="0"/>
          <a:chOff x="0" y="0"/>
          <a:chExt cx="0" cy="0"/>
        </a:xfrm>
      </p:grpSpPr>
      <p:sp>
        <p:nvSpPr>
          <p:cNvPr id="1476" name="Google Shape;1476;p108"/>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AI Disclosure</a:t>
            </a:r>
            <a:endParaRPr/>
          </a:p>
        </p:txBody>
      </p:sp>
      <p:pic>
        <p:nvPicPr>
          <p:cNvPr id="1477" name="Google Shape;1477;p108"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sp>
        <p:nvSpPr>
          <p:cNvPr id="1478" name="Google Shape;1478;p108"/>
          <p:cNvSpPr txBox="1"/>
          <p:nvPr/>
        </p:nvSpPr>
        <p:spPr>
          <a:xfrm>
            <a:off x="644250" y="1197975"/>
            <a:ext cx="6350100" cy="25551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
              <a:t>Assisted in generating initial user stories and backlog items</a:t>
            </a:r>
            <a:br>
              <a:rPr lang="en"/>
            </a:br>
            <a:endParaRPr/>
          </a:p>
          <a:p>
            <a:pPr indent="-317500" lvl="0" marL="457200" rtl="0" algn="l">
              <a:spcBef>
                <a:spcPts val="0"/>
              </a:spcBef>
              <a:spcAft>
                <a:spcPts val="0"/>
              </a:spcAft>
              <a:buSzPts val="1400"/>
              <a:buChar char="●"/>
            </a:pPr>
            <a:r>
              <a:rPr lang="en"/>
              <a:t>Helped draft test cases and testing scenarios</a:t>
            </a:r>
            <a:br>
              <a:rPr lang="en"/>
            </a:br>
            <a:endParaRPr/>
          </a:p>
          <a:p>
            <a:pPr indent="-317500" lvl="0" marL="457200" rtl="0" algn="l">
              <a:spcBef>
                <a:spcPts val="0"/>
              </a:spcBef>
              <a:spcAft>
                <a:spcPts val="0"/>
              </a:spcAft>
              <a:buSzPts val="1400"/>
              <a:buChar char="●"/>
            </a:pPr>
            <a:r>
              <a:rPr lang="en"/>
              <a:t>Supported development of specific backend API routes (authentication, image upload, and database integration) and frontend components (forms, state handling, and API calls)</a:t>
            </a:r>
            <a:br>
              <a:rPr lang="en"/>
            </a:br>
            <a:endParaRPr/>
          </a:p>
          <a:p>
            <a:pPr indent="-317500" lvl="0" marL="457200" rtl="0" algn="l">
              <a:spcBef>
                <a:spcPts val="0"/>
              </a:spcBef>
              <a:spcAft>
                <a:spcPts val="0"/>
              </a:spcAft>
              <a:buSzPts val="1400"/>
              <a:buChar char="●"/>
            </a:pPr>
            <a:r>
              <a:rPr lang="en"/>
              <a:t>Provided guidance for debugging and resolving errors</a:t>
            </a:r>
            <a:br>
              <a:rPr lang="en"/>
            </a:br>
            <a:endParaRPr/>
          </a:p>
          <a:p>
            <a:pPr indent="-317500" lvl="0" marL="457200" rtl="0" algn="l">
              <a:spcBef>
                <a:spcPts val="0"/>
              </a:spcBef>
              <a:spcAft>
                <a:spcPts val="0"/>
              </a:spcAft>
              <a:buSzPts val="1400"/>
              <a:buChar char="●"/>
            </a:pPr>
            <a:r>
              <a:rPr lang="en"/>
              <a:t>Assisted with structuring documentation and project artifacts</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82" name="Shape 1482"/>
        <p:cNvGrpSpPr/>
        <p:nvPr/>
      </p:nvGrpSpPr>
      <p:grpSpPr>
        <a:xfrm>
          <a:off x="0" y="0"/>
          <a:ext cx="0" cy="0"/>
          <a:chOff x="0" y="0"/>
          <a:chExt cx="0" cy="0"/>
        </a:xfrm>
      </p:grpSpPr>
      <p:sp>
        <p:nvSpPr>
          <p:cNvPr id="1483" name="Google Shape;1483;p109"/>
          <p:cNvSpPr txBox="1"/>
          <p:nvPr>
            <p:ph type="title"/>
          </p:nvPr>
        </p:nvSpPr>
        <p:spPr>
          <a:xfrm flipH="1">
            <a:off x="2731811" y="2068640"/>
            <a:ext cx="3680400" cy="10062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t>THANK YOU</a:t>
            </a:r>
            <a:endParaRPr i="1"/>
          </a:p>
        </p:txBody>
      </p:sp>
      <p:sp>
        <p:nvSpPr>
          <p:cNvPr id="1484" name="Google Shape;1484;p109"/>
          <p:cNvSpPr txBox="1"/>
          <p:nvPr>
            <p:ph type="title"/>
          </p:nvPr>
        </p:nvSpPr>
        <p:spPr>
          <a:xfrm flipH="1">
            <a:off x="4277397" y="4009100"/>
            <a:ext cx="4676700" cy="10062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i="1" lang="en" sz="2400">
                <a:latin typeface="Albert Sans Light"/>
                <a:ea typeface="Albert Sans Light"/>
                <a:cs typeface="Albert Sans Light"/>
                <a:sym typeface="Albert Sans Light"/>
              </a:rPr>
              <a:t>Team S.T.A.R Labs</a:t>
            </a:r>
            <a:endParaRPr i="1" sz="2400">
              <a:latin typeface="Albert Sans Light"/>
              <a:ea typeface="Albert Sans Light"/>
              <a:cs typeface="Albert Sans Light"/>
              <a:sym typeface="Albert Sans Light"/>
            </a:endParaRPr>
          </a:p>
        </p:txBody>
      </p:sp>
    </p:spTree>
  </p:cSld>
  <p:clrMapOvr>
    <a:masterClrMapping/>
  </p:clrMapOvr>
</p:sld>
</file>

<file path=ppt/theme/theme1.xml><?xml version="1.0" encoding="utf-8"?>
<a:theme xmlns:a="http://schemas.openxmlformats.org/drawingml/2006/main" xmlns:r="http://schemas.openxmlformats.org/officeDocument/2006/relationships" name="Minimal Gradient by Slidesgo">
  <a:themeElements>
    <a:clrScheme name="Simple Light">
      <a:dk1>
        <a:srgbClr val="000000"/>
      </a:dk1>
      <a:lt1>
        <a:srgbClr val="FFFBF8"/>
      </a:lt1>
      <a:dk2>
        <a:srgbClr val="000000"/>
      </a:dk2>
      <a:lt2>
        <a:srgbClr val="000000"/>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Minimal Gradient by Slidesgo">
  <a:themeElements>
    <a:clrScheme name="Simple Light">
      <a:dk1>
        <a:srgbClr val="000000"/>
      </a:dk1>
      <a:lt1>
        <a:srgbClr val="FFFBF8"/>
      </a:lt1>
      <a:dk2>
        <a:srgbClr val="000000"/>
      </a:dk2>
      <a:lt2>
        <a:srgbClr val="000000"/>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