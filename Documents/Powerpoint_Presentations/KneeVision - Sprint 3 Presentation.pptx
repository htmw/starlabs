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4" r:id="rId4"/>
    <p:sldMasterId id="2147483715" r:id="rId5"/>
    <p:sldMasterId id="214748371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Lst>
  <p:sldSz cy="5143500" cx="9144000"/>
  <p:notesSz cx="6858000" cy="9144000"/>
  <p:embeddedFontLst>
    <p:embeddedFont>
      <p:font typeface="Raleway"/>
      <p:regular r:id="rId86"/>
      <p:bold r:id="rId87"/>
      <p:italic r:id="rId88"/>
      <p:boldItalic r:id="rId89"/>
    </p:embeddedFont>
    <p:embeddedFont>
      <p:font typeface="Inter SemiBold"/>
      <p:regular r:id="rId90"/>
      <p:bold r:id="rId91"/>
      <p:italic r:id="rId92"/>
      <p:boldItalic r:id="rId93"/>
    </p:embeddedFont>
    <p:embeddedFont>
      <p:font typeface="Poppins"/>
      <p:regular r:id="rId94"/>
      <p:bold r:id="rId95"/>
      <p:italic r:id="rId96"/>
      <p:boldItalic r:id="rId97"/>
    </p:embeddedFont>
    <p:embeddedFont>
      <p:font typeface="Inter"/>
      <p:regular r:id="rId98"/>
      <p:bold r:id="rId99"/>
      <p:italic r:id="rId100"/>
      <p:boldItalic r:id="rId101"/>
    </p:embeddedFont>
    <p:embeddedFont>
      <p:font typeface="Lato"/>
      <p:regular r:id="rId102"/>
      <p:bold r:id="rId103"/>
      <p:italic r:id="rId104"/>
      <p:boldItalic r:id="rId105"/>
    </p:embeddedFont>
    <p:embeddedFont>
      <p:font typeface="Albert Sans Light"/>
      <p:regular r:id="rId106"/>
      <p:bold r:id="rId107"/>
      <p:italic r:id="rId108"/>
      <p:boldItalic r:id="rId109"/>
    </p:embeddedFont>
    <p:embeddedFont>
      <p:font typeface="Albert Sans"/>
      <p:regular r:id="rId110"/>
      <p:bold r:id="rId111"/>
      <p:italic r:id="rId112"/>
      <p:boldItalic r:id="rId113"/>
    </p:embeddedFont>
    <p:embeddedFont>
      <p:font typeface="Viaoda Libre"/>
      <p:regular r:id="rId1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426C5D5-1E48-49AA-8CC8-1E12B9A1C2AD}">
  <a:tblStyle styleId="{0426C5D5-1E48-49AA-8CC8-1E12B9A1C2AD}" styleName="Table_0">
    <a:wholeTbl>
      <a:tcTxStyle b="off" i="off">
        <a:font>
          <a:latin typeface="Arial"/>
          <a:ea typeface="Arial"/>
          <a:cs typeface="Arial"/>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lastCol>
    <a:firstCol>
      <a:tcTxStyle b="on" i="off"/>
    </a:firstCol>
    <a:lastRow>
      <a:tcTxStyle b="on" i="off"/>
      <a:tcStyle>
        <a:tcBdr>
          <a:top>
            <a:ln cap="flat" cmpd="sng" w="50800">
              <a:solidFill>
                <a:srgbClr val="000000"/>
              </a:solidFill>
              <a:prstDash val="solid"/>
              <a:round/>
              <a:headEnd len="sm" w="sm" type="none"/>
              <a:tailEnd len="sm" w="sm" type="none"/>
            </a:ln>
          </a:top>
        </a:tcBdr>
        <a:fill>
          <a:solidFill>
            <a:srgbClr val="E6E6E6"/>
          </a:solidFill>
        </a:fill>
      </a:tcStyle>
    </a:lastRow>
    <a:seCell>
      <a:tcTxStyle/>
    </a:seCell>
    <a:swCell>
      <a:tcTxStyle/>
    </a:swCell>
    <a:firstRow>
      <a:tcTxStyle b="on" i="off">
        <a:font>
          <a:latin typeface="Arial"/>
          <a:ea typeface="Arial"/>
          <a:cs typeface="Arial"/>
        </a:font>
        <a:srgbClr val="FFFFFF"/>
      </a:tcTxStyle>
      <a:tcStyle>
        <a:fill>
          <a:solidFill>
            <a:srgbClr val="000000"/>
          </a:solidFill>
        </a:fill>
      </a:tcStyle>
    </a:firstRow>
    <a:neCell>
      <a:tcTxStyle/>
    </a:neCell>
    <a:nwCell>
      <a:tcTxStyle/>
    </a:nwCell>
  </a:tblStyle>
  <a:tblStyle styleId="{A7100D7C-081D-4764-8173-9F4D3C5EC5DE}"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font" Target="fonts/AlbertSansLight-bold.fntdata"/><Relationship Id="rId106" Type="http://schemas.openxmlformats.org/officeDocument/2006/relationships/font" Target="fonts/AlbertSansLight-regular.fntdata"/><Relationship Id="rId105" Type="http://schemas.openxmlformats.org/officeDocument/2006/relationships/font" Target="fonts/Lato-boldItalic.fntdata"/><Relationship Id="rId104" Type="http://schemas.openxmlformats.org/officeDocument/2006/relationships/font" Target="fonts/Lato-italic.fntdata"/><Relationship Id="rId109" Type="http://schemas.openxmlformats.org/officeDocument/2006/relationships/font" Target="fonts/AlbertSansLight-boldItalic.fntdata"/><Relationship Id="rId108" Type="http://schemas.openxmlformats.org/officeDocument/2006/relationships/font" Target="fonts/AlbertSansLight-italic.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font" Target="fonts/Lato-bold.fntdata"/><Relationship Id="rId102" Type="http://schemas.openxmlformats.org/officeDocument/2006/relationships/font" Target="fonts/Lato-regular.fntdata"/><Relationship Id="rId101" Type="http://schemas.openxmlformats.org/officeDocument/2006/relationships/font" Target="fonts/Inter-boldItalic.fntdata"/><Relationship Id="rId100" Type="http://schemas.openxmlformats.org/officeDocument/2006/relationships/font" Target="fonts/Inter-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font" Target="fonts/Poppins-bold.fntdata"/><Relationship Id="rId94" Type="http://schemas.openxmlformats.org/officeDocument/2006/relationships/font" Target="fonts/Poppins-regular.fntdata"/><Relationship Id="rId97" Type="http://schemas.openxmlformats.org/officeDocument/2006/relationships/font" Target="fonts/Poppins-boldItalic.fntdata"/><Relationship Id="rId96" Type="http://schemas.openxmlformats.org/officeDocument/2006/relationships/font" Target="fonts/Poppins-italic.fntdata"/><Relationship Id="rId11" Type="http://schemas.openxmlformats.org/officeDocument/2006/relationships/slide" Target="slides/slide4.xml"/><Relationship Id="rId99" Type="http://schemas.openxmlformats.org/officeDocument/2006/relationships/font" Target="fonts/Inter-bold.fntdata"/><Relationship Id="rId10" Type="http://schemas.openxmlformats.org/officeDocument/2006/relationships/slide" Target="slides/slide3.xml"/><Relationship Id="rId98" Type="http://schemas.openxmlformats.org/officeDocument/2006/relationships/font" Target="fonts/Inter-regular.fntdata"/><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font" Target="fonts/InterSemiBold-bold.fntdata"/><Relationship Id="rId90" Type="http://schemas.openxmlformats.org/officeDocument/2006/relationships/font" Target="fonts/InterSemiBold-regular.fntdata"/><Relationship Id="rId93" Type="http://schemas.openxmlformats.org/officeDocument/2006/relationships/font" Target="fonts/InterSemiBold-boldItalic.fntdata"/><Relationship Id="rId92" Type="http://schemas.openxmlformats.org/officeDocument/2006/relationships/font" Target="fonts/InterSemiBold-italic.fntdata"/><Relationship Id="rId15" Type="http://schemas.openxmlformats.org/officeDocument/2006/relationships/slide" Target="slides/slide8.xml"/><Relationship Id="rId110" Type="http://schemas.openxmlformats.org/officeDocument/2006/relationships/font" Target="fonts/AlbertSans-regular.fntdata"/><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font" Target="fonts/ViaodaLibre-regular.fntdata"/><Relationship Id="rId18" Type="http://schemas.openxmlformats.org/officeDocument/2006/relationships/slide" Target="slides/slide11.xml"/><Relationship Id="rId113" Type="http://schemas.openxmlformats.org/officeDocument/2006/relationships/font" Target="fonts/AlbertSans-boldItalic.fntdata"/><Relationship Id="rId112" Type="http://schemas.openxmlformats.org/officeDocument/2006/relationships/font" Target="fonts/AlbertSans-italic.fntdata"/><Relationship Id="rId111" Type="http://schemas.openxmlformats.org/officeDocument/2006/relationships/font" Target="fonts/AlbertSans-bold.fntdata"/><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font" Target="fonts/Raleway-regular.fntdata"/><Relationship Id="rId85" Type="http://schemas.openxmlformats.org/officeDocument/2006/relationships/slide" Target="slides/slide78.xml"/><Relationship Id="rId88" Type="http://schemas.openxmlformats.org/officeDocument/2006/relationships/font" Target="fonts/Raleway-italic.fntdata"/><Relationship Id="rId87" Type="http://schemas.openxmlformats.org/officeDocument/2006/relationships/font" Target="fonts/Raleway-bold.fntdata"/><Relationship Id="rId89" Type="http://schemas.openxmlformats.org/officeDocument/2006/relationships/font" Target="fonts/Raleway-boldItalic.fntdata"/><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62ff4209b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62ff4209b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421486c3c2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421486c3c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c902e1d24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c902e1d24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9620fdce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9620fdce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421486c3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421486c3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c902e1d245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c902e1d245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96485c2ca8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96485c2ca8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c902e1d245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c902e1d245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c902e1d245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c902e1d245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c902e1d245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c902e1d245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c902e1d245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c902e1d245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c902e1d245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c902e1d245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c902e1d245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c902e1d245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9620fdce9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9620fdce9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c902e1d245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c902e1d245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9652f510fd_3_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2" name="Google Shape;522;g39652f510fd_3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9652f510fd_3_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6" name="Google Shape;576;g39652f510fd_3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9652f510fd_3_1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2" name="Google Shape;602;g39652f510fd_3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9652f510fd_3_2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0" name="Google Shape;640;g39652f510fd_3_2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9620fdce9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9620fdce9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974a5fe0b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974a5fe0b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974a5fe0b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3974a5fe0b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974807be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974807be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974a5fe0ba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974a5fe0ba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974a5fe0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974a5fe0b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9620fdce9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39620fdce9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9620fdce9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39620fdce9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9620fdce9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39620fdce9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9620fdce9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9620fdce9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9620fdce96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39620fdce96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9620fdce96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39620fdce96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972da22a9f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3972da22a9f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dfe96acdd7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3dfe96acdd7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dfe96acdd7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3dfe96acdd7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966204d178_3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4" name="Google Shape;774;g3966204d178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3966204d178_3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2" name="Google Shape;812;g3966204d178_3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3966204d178_3_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7" name="Google Shape;867;g3966204d178_3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dfe96acdd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3" name="Google Shape;923;g3dfe96acdd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39740cf6ca9_2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8" name="Google Shape;978;g39740cf6ca9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SL  start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9740cf6ca9_2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5" name="Google Shape;985;g39740cf6ca9_2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SL  start</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3d5fbe89192_1_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3" name="Google Shape;993;g3d5fbe89192_1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d5fbe89192_1_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0" name="Google Shape;1000;g3d5fbe89192_1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3d5fbe89192_1_1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7" name="Google Shape;1007;g3d5fbe89192_1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d5fbe89192_1_1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5" name="Google Shape;1015;g3d5fbe89192_1_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3d5fbe89192_1_1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2" name="Google Shape;1022;g3d5fbe89192_1_1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d5fbe89192_1_1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9" name="Google Shape;1029;g3d5fbe89192_1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d5fbe89192_1_1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6" name="Google Shape;1036;g3d5fbe89192_1_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3d5fbe89192_1_1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3" name="Google Shape;1043;g3d5fbe89192_1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d5fbe89192_1_1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0" name="Google Shape;1050;g3d5fbe89192_1_1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3a8567ff72f_2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7" name="Google Shape;1057;g3a8567ff72f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9620fdce9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39620fdce9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9620fdce96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4" name="Google Shape;1074;g39620fdce9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3dfe96acdd7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g3dfe96acdd7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39620fdce96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2" name="Google Shape;1092;g39620fdce96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39620fdce96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39620fdce96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c902e1d245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0" name="Google Shape;1110;g3c902e1d245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g3c902e1d245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8" name="Google Shape;1128;g3c902e1d245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396485c2ca8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0" name="Google Shape;1170;g396485c2ca8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3dfe96acdd7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7" name="Google Shape;1177;g3dfe96acdd7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96485c2ca8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4" name="Google Shape;1184;g396485c2ca8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972da22a9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3972da22a9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39620fdce9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8" name="Google Shape;1198;g39620fdce9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g396485c2ca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5" name="Google Shape;1205;g396485c2ca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396485c2ca8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2" name="Google Shape;1212;g396485c2ca8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96485c2ca8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9" name="Google Shape;1219;g396485c2ca8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9740cf6ca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6" name="Google Shape;1226;g39740cf6ca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g3a858074f7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3" name="Google Shape;1233;g3a858074f7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39740cf6ca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0" name="Google Shape;1240;g39740cf6ca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g3a858074f7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7" name="Google Shape;1247;g3a858074f7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g3a858074f7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4" name="Google Shape;1254;g3a858074f7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a858074f76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1" name="Google Shape;1261;g3a858074f7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g3a858074f7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8" name="Google Shape;1268;g3a858074f7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g3a858074f7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5" name="Google Shape;1275;g3a858074f7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39620fdce96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2" name="Google Shape;1282;g39620fdce96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39620fdce96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g39620fdce96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g3d1ebd1a4e8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6" name="Google Shape;1296;g3d1ebd1a4e8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1" name="Shape 1301"/>
        <p:cNvGrpSpPr/>
        <p:nvPr/>
      </p:nvGrpSpPr>
      <p:grpSpPr>
        <a:xfrm>
          <a:off x="0" y="0"/>
          <a:ext cx="0" cy="0"/>
          <a:chOff x="0" y="0"/>
          <a:chExt cx="0" cy="0"/>
        </a:xfrm>
      </p:grpSpPr>
      <p:sp>
        <p:nvSpPr>
          <p:cNvPr id="1302" name="Google Shape;1302;g3c902e1d245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3" name="Google Shape;1303;g3c902e1d245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g3c902e1d245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0" name="Google Shape;1310;g3c902e1d245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idx="1" type="subTitle"/>
          </p:nvPr>
        </p:nvSpPr>
        <p:spPr>
          <a:xfrm flipH="1">
            <a:off x="457200" y="4391750"/>
            <a:ext cx="4215600" cy="3840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0" name="Google Shape;10;p2"/>
          <p:cNvSpPr txBox="1"/>
          <p:nvPr>
            <p:ph type="ctrTitle"/>
          </p:nvPr>
        </p:nvSpPr>
        <p:spPr>
          <a:xfrm flipH="1" rot="130">
            <a:off x="457525" y="368058"/>
            <a:ext cx="7931100" cy="2430600"/>
          </a:xfrm>
          <a:prstGeom prst="rect">
            <a:avLst/>
          </a:prstGeom>
          <a:noFill/>
        </p:spPr>
        <p:txBody>
          <a:bodyPr anchorCtr="0" anchor="t" bIns="91425" lIns="91425" spcFirstLastPara="1" rIns="91425" wrap="square" tIns="91425">
            <a:noAutofit/>
          </a:bodyPr>
          <a:lstStyle>
            <a:lvl1pPr lvl="0">
              <a:spcBef>
                <a:spcPts val="0"/>
              </a:spcBef>
              <a:spcAft>
                <a:spcPts val="0"/>
              </a:spcAft>
              <a:buClr>
                <a:srgbClr val="191919"/>
              </a:buClr>
              <a:buSzPts val="5200"/>
              <a:buNone/>
              <a:defRPr sz="7500">
                <a:latin typeface="Viaoda Libre"/>
                <a:ea typeface="Viaoda Libre"/>
                <a:cs typeface="Viaoda Libre"/>
                <a:sym typeface="Viaoda Libr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pic>
        <p:nvPicPr>
          <p:cNvPr id="11" name="Google Shape;11;p2" title="grad.png"/>
          <p:cNvPicPr preferRelativeResize="0"/>
          <p:nvPr/>
        </p:nvPicPr>
        <p:blipFill rotWithShape="1">
          <a:blip r:embed="rId2">
            <a:alphaModFix amt="64000"/>
          </a:blip>
          <a:srcRect b="8156" l="11022" r="13739" t="0"/>
          <a:stretch/>
        </p:blipFill>
        <p:spPr>
          <a:xfrm>
            <a:off x="3834475" y="1266252"/>
            <a:ext cx="6626048" cy="577770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2" name="Shape 12"/>
        <p:cNvGrpSpPr/>
        <p:nvPr/>
      </p:nvGrpSpPr>
      <p:grpSpPr>
        <a:xfrm>
          <a:off x="0" y="0"/>
          <a:ext cx="0" cy="0"/>
          <a:chOff x="0" y="0"/>
          <a:chExt cx="0" cy="0"/>
        </a:xfrm>
      </p:grpSpPr>
      <p:sp>
        <p:nvSpPr>
          <p:cNvPr id="13" name="Google Shape;13;p3"/>
          <p:cNvSpPr txBox="1"/>
          <p:nvPr>
            <p:ph type="title"/>
          </p:nvPr>
        </p:nvSpPr>
        <p:spPr>
          <a:xfrm flipH="1">
            <a:off x="2478600" y="1790900"/>
            <a:ext cx="6208200" cy="29121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3600"/>
              <a:buNone/>
              <a:defRPr b="0"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 name="Google Shape;14;p3"/>
          <p:cNvSpPr txBox="1"/>
          <p:nvPr>
            <p:ph hasCustomPrompt="1" idx="2" type="title"/>
          </p:nvPr>
        </p:nvSpPr>
        <p:spPr>
          <a:xfrm>
            <a:off x="457200" y="440450"/>
            <a:ext cx="1295100" cy="763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6000"/>
              <a:buNone/>
              <a:defRPr b="0" i="1" sz="6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pic>
        <p:nvPicPr>
          <p:cNvPr id="15" name="Google Shape;15;p3" title="grad.png"/>
          <p:cNvPicPr preferRelativeResize="0"/>
          <p:nvPr/>
        </p:nvPicPr>
        <p:blipFill rotWithShape="1">
          <a:blip r:embed="rId2">
            <a:alphaModFix amt="64000"/>
          </a:blip>
          <a:srcRect b="8156" l="11022" r="13739" t="0"/>
          <a:stretch/>
        </p:blipFill>
        <p:spPr>
          <a:xfrm rot="8601403">
            <a:off x="2378586" y="-4229028"/>
            <a:ext cx="8776077" cy="765245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idx="1" type="body"/>
          </p:nvPr>
        </p:nvSpPr>
        <p:spPr>
          <a:xfrm>
            <a:off x="457200" y="1221475"/>
            <a:ext cx="8233800" cy="1301700"/>
          </a:xfrm>
          <a:prstGeom prst="rect">
            <a:avLst/>
          </a:prstGeom>
        </p:spPr>
        <p:txBody>
          <a:bodyPr anchorCtr="0" anchor="t" bIns="91425" lIns="91425" spcFirstLastPara="1" rIns="91425" wrap="square" tIns="91425">
            <a:noAutofit/>
          </a:bodyPr>
          <a:lstStyle>
            <a:lvl1pPr indent="-304800" lvl="0" marL="457200" rtl="0">
              <a:lnSpc>
                <a:spcPct val="115000"/>
              </a:lnSpc>
              <a:spcBef>
                <a:spcPts val="0"/>
              </a:spcBef>
              <a:spcAft>
                <a:spcPts val="0"/>
              </a:spcAft>
              <a:buClr>
                <a:schemeClr val="dk2"/>
              </a:buClr>
              <a:buSzPts val="1200"/>
              <a:buFont typeface="Darker Grotesque SemiBold"/>
              <a:buChar char="●"/>
              <a:defRPr sz="1200"/>
            </a:lvl1pPr>
            <a:lvl2pPr indent="-304800" lvl="1" marL="914400" rtl="0">
              <a:lnSpc>
                <a:spcPct val="115000"/>
              </a:lnSpc>
              <a:spcBef>
                <a:spcPts val="0"/>
              </a:spcBef>
              <a:spcAft>
                <a:spcPts val="0"/>
              </a:spcAft>
              <a:buClr>
                <a:srgbClr val="364F27"/>
              </a:buClr>
              <a:buSzPts val="1200"/>
              <a:buFont typeface="Darker Grotesque SemiBold"/>
              <a:buChar char="○"/>
              <a:defRPr/>
            </a:lvl2pPr>
            <a:lvl3pPr indent="-304800" lvl="2" marL="1371600" rtl="0">
              <a:lnSpc>
                <a:spcPct val="115000"/>
              </a:lnSpc>
              <a:spcBef>
                <a:spcPts val="0"/>
              </a:spcBef>
              <a:spcAft>
                <a:spcPts val="0"/>
              </a:spcAft>
              <a:buClr>
                <a:srgbClr val="364F27"/>
              </a:buClr>
              <a:buSzPts val="1200"/>
              <a:buFont typeface="Darker Grotesque SemiBold"/>
              <a:buChar char="■"/>
              <a:defRPr/>
            </a:lvl3pPr>
            <a:lvl4pPr indent="-304800" lvl="3" marL="1828800" rtl="0">
              <a:lnSpc>
                <a:spcPct val="115000"/>
              </a:lnSpc>
              <a:spcBef>
                <a:spcPts val="0"/>
              </a:spcBef>
              <a:spcAft>
                <a:spcPts val="0"/>
              </a:spcAft>
              <a:buClr>
                <a:srgbClr val="364F27"/>
              </a:buClr>
              <a:buSzPts val="1200"/>
              <a:buFont typeface="Darker Grotesque SemiBold"/>
              <a:buChar char="●"/>
              <a:defRPr/>
            </a:lvl4pPr>
            <a:lvl5pPr indent="-304800" lvl="4" marL="2286000" rtl="0">
              <a:lnSpc>
                <a:spcPct val="115000"/>
              </a:lnSpc>
              <a:spcBef>
                <a:spcPts val="0"/>
              </a:spcBef>
              <a:spcAft>
                <a:spcPts val="0"/>
              </a:spcAft>
              <a:buClr>
                <a:srgbClr val="364F27"/>
              </a:buClr>
              <a:buSzPts val="1200"/>
              <a:buFont typeface="Darker Grotesque SemiBold"/>
              <a:buChar char="○"/>
              <a:defRPr/>
            </a:lvl5pPr>
            <a:lvl6pPr indent="-304800" lvl="5" marL="2743200" rtl="0">
              <a:lnSpc>
                <a:spcPct val="115000"/>
              </a:lnSpc>
              <a:spcBef>
                <a:spcPts val="0"/>
              </a:spcBef>
              <a:spcAft>
                <a:spcPts val="0"/>
              </a:spcAft>
              <a:buClr>
                <a:srgbClr val="364F27"/>
              </a:buClr>
              <a:buSzPts val="1200"/>
              <a:buFont typeface="Darker Grotesque SemiBold"/>
              <a:buChar char="■"/>
              <a:defRPr/>
            </a:lvl6pPr>
            <a:lvl7pPr indent="-304800" lvl="6" marL="3200400" rtl="0">
              <a:lnSpc>
                <a:spcPct val="115000"/>
              </a:lnSpc>
              <a:spcBef>
                <a:spcPts val="0"/>
              </a:spcBef>
              <a:spcAft>
                <a:spcPts val="0"/>
              </a:spcAft>
              <a:buClr>
                <a:srgbClr val="364F27"/>
              </a:buClr>
              <a:buSzPts val="1200"/>
              <a:buFont typeface="Darker Grotesque SemiBold"/>
              <a:buChar char="●"/>
              <a:defRPr/>
            </a:lvl7pPr>
            <a:lvl8pPr indent="-304800" lvl="7" marL="3657600" rtl="0">
              <a:lnSpc>
                <a:spcPct val="115000"/>
              </a:lnSpc>
              <a:spcBef>
                <a:spcPts val="0"/>
              </a:spcBef>
              <a:spcAft>
                <a:spcPts val="0"/>
              </a:spcAft>
              <a:buClr>
                <a:srgbClr val="364F27"/>
              </a:buClr>
              <a:buSzPts val="1200"/>
              <a:buFont typeface="Darker Grotesque SemiBold"/>
              <a:buChar char="○"/>
              <a:defRPr/>
            </a:lvl8pPr>
            <a:lvl9pPr indent="-304800" lvl="8" marL="4114800" rtl="0">
              <a:lnSpc>
                <a:spcPct val="115000"/>
              </a:lnSpc>
              <a:spcBef>
                <a:spcPts val="0"/>
              </a:spcBef>
              <a:spcAft>
                <a:spcPts val="0"/>
              </a:spcAft>
              <a:buClr>
                <a:srgbClr val="364F27"/>
              </a:buClr>
              <a:buSzPts val="1200"/>
              <a:buFont typeface="Darker Grotesque SemiBold"/>
              <a:buChar char="■"/>
              <a:defRPr/>
            </a:lvl9pPr>
          </a:lstStyle>
          <a:p/>
        </p:txBody>
      </p:sp>
      <p:sp>
        <p:nvSpPr>
          <p:cNvPr id="18" name="Google Shape;18;p4"/>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5"/>
          <p:cNvSpPr txBox="1"/>
          <p:nvPr>
            <p:ph idx="1" type="subTitle"/>
          </p:nvPr>
        </p:nvSpPr>
        <p:spPr>
          <a:xfrm>
            <a:off x="2026950" y="3196950"/>
            <a:ext cx="5090100" cy="425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1" name="Google Shape;21;p5"/>
          <p:cNvSpPr txBox="1"/>
          <p:nvPr>
            <p:ph idx="2" type="subTitle"/>
          </p:nvPr>
        </p:nvSpPr>
        <p:spPr>
          <a:xfrm>
            <a:off x="2026950" y="1359575"/>
            <a:ext cx="5090100" cy="425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2" name="Google Shape;22;p5"/>
          <p:cNvSpPr txBox="1"/>
          <p:nvPr>
            <p:ph idx="3" type="subTitle"/>
          </p:nvPr>
        </p:nvSpPr>
        <p:spPr>
          <a:xfrm>
            <a:off x="2026950" y="3546450"/>
            <a:ext cx="5090100" cy="83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 name="Google Shape;23;p5"/>
          <p:cNvSpPr txBox="1"/>
          <p:nvPr>
            <p:ph idx="4" type="subTitle"/>
          </p:nvPr>
        </p:nvSpPr>
        <p:spPr>
          <a:xfrm>
            <a:off x="2026950" y="1709075"/>
            <a:ext cx="5090100" cy="83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 name="Google Shape;24;p5"/>
          <p:cNvSpPr txBox="1"/>
          <p:nvPr>
            <p:ph type="title"/>
          </p:nvPr>
        </p:nvSpPr>
        <p:spPr>
          <a:xfrm>
            <a:off x="457200" y="212325"/>
            <a:ext cx="82296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pic>
        <p:nvPicPr>
          <p:cNvPr id="25" name="Google Shape;25;p5" title="grad.png"/>
          <p:cNvPicPr preferRelativeResize="0"/>
          <p:nvPr/>
        </p:nvPicPr>
        <p:blipFill rotWithShape="1">
          <a:blip r:embed="rId2">
            <a:alphaModFix amt="64000"/>
          </a:blip>
          <a:srcRect b="8156" l="11022" r="13739" t="0"/>
          <a:stretch/>
        </p:blipFill>
        <p:spPr>
          <a:xfrm rot="2199912">
            <a:off x="-3751676" y="-381272"/>
            <a:ext cx="6626045" cy="5777703"/>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pic>
        <p:nvPicPr>
          <p:cNvPr id="27" name="Google Shape;27;p6" title="grad.png"/>
          <p:cNvPicPr preferRelativeResize="0"/>
          <p:nvPr/>
        </p:nvPicPr>
        <p:blipFill rotWithShape="1">
          <a:blip r:embed="rId2">
            <a:alphaModFix amt="64000"/>
          </a:blip>
          <a:srcRect b="8156" l="11022" r="13739" t="0"/>
          <a:stretch/>
        </p:blipFill>
        <p:spPr>
          <a:xfrm rot="-5810095">
            <a:off x="-1681503" y="-1718043"/>
            <a:ext cx="4467740" cy="3895735"/>
          </a:xfrm>
          <a:prstGeom prst="rect">
            <a:avLst/>
          </a:prstGeom>
          <a:noFill/>
          <a:ln>
            <a:noFill/>
          </a:ln>
        </p:spPr>
      </p:pic>
      <p:sp>
        <p:nvSpPr>
          <p:cNvPr id="28" name="Google Shape;28;p6"/>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idx="1" type="body"/>
          </p:nvPr>
        </p:nvSpPr>
        <p:spPr>
          <a:xfrm>
            <a:off x="4053700" y="1704950"/>
            <a:ext cx="4512900" cy="28368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DM Sans"/>
              <a:buChar char="●"/>
              <a:defRPr sz="1400"/>
            </a:lvl1pPr>
            <a:lvl2pPr indent="-317500" lvl="1" marL="914400" rtl="0">
              <a:lnSpc>
                <a:spcPct val="115000"/>
              </a:lnSpc>
              <a:spcBef>
                <a:spcPts val="0"/>
              </a:spcBef>
              <a:spcAft>
                <a:spcPts val="0"/>
              </a:spcAft>
              <a:buSzPts val="1400"/>
              <a:buFont typeface="DM Sans"/>
              <a:buChar char="○"/>
              <a:defRPr/>
            </a:lvl2pPr>
            <a:lvl3pPr indent="-317500" lvl="2" marL="1371600" rtl="0">
              <a:lnSpc>
                <a:spcPct val="115000"/>
              </a:lnSpc>
              <a:spcBef>
                <a:spcPts val="0"/>
              </a:spcBef>
              <a:spcAft>
                <a:spcPts val="0"/>
              </a:spcAft>
              <a:buSzPts val="1400"/>
              <a:buFont typeface="DM Sans"/>
              <a:buChar char="■"/>
              <a:defRPr/>
            </a:lvl3pPr>
            <a:lvl4pPr indent="-317500" lvl="3" marL="1828800" rtl="0">
              <a:lnSpc>
                <a:spcPct val="115000"/>
              </a:lnSpc>
              <a:spcBef>
                <a:spcPts val="0"/>
              </a:spcBef>
              <a:spcAft>
                <a:spcPts val="0"/>
              </a:spcAft>
              <a:buSzPts val="1400"/>
              <a:buFont typeface="DM Sans"/>
              <a:buChar char="●"/>
              <a:defRPr/>
            </a:lvl4pPr>
            <a:lvl5pPr indent="-317500" lvl="4" marL="2286000" rtl="0">
              <a:lnSpc>
                <a:spcPct val="115000"/>
              </a:lnSpc>
              <a:spcBef>
                <a:spcPts val="0"/>
              </a:spcBef>
              <a:spcAft>
                <a:spcPts val="0"/>
              </a:spcAft>
              <a:buSzPts val="1400"/>
              <a:buFont typeface="DM Sans"/>
              <a:buChar char="○"/>
              <a:defRPr/>
            </a:lvl5pPr>
            <a:lvl6pPr indent="-317500" lvl="5" marL="2743200" rtl="0">
              <a:lnSpc>
                <a:spcPct val="115000"/>
              </a:lnSpc>
              <a:spcBef>
                <a:spcPts val="0"/>
              </a:spcBef>
              <a:spcAft>
                <a:spcPts val="0"/>
              </a:spcAft>
              <a:buSzPts val="1400"/>
              <a:buFont typeface="DM Sans"/>
              <a:buChar char="■"/>
              <a:defRPr/>
            </a:lvl6pPr>
            <a:lvl7pPr indent="-317500" lvl="6" marL="3200400" rtl="0">
              <a:lnSpc>
                <a:spcPct val="115000"/>
              </a:lnSpc>
              <a:spcBef>
                <a:spcPts val="0"/>
              </a:spcBef>
              <a:spcAft>
                <a:spcPts val="0"/>
              </a:spcAft>
              <a:buSzPts val="1400"/>
              <a:buFont typeface="DM Sans"/>
              <a:buChar char="●"/>
              <a:defRPr/>
            </a:lvl7pPr>
            <a:lvl8pPr indent="-317500" lvl="7" marL="3657600" rtl="0">
              <a:lnSpc>
                <a:spcPct val="115000"/>
              </a:lnSpc>
              <a:spcBef>
                <a:spcPts val="0"/>
              </a:spcBef>
              <a:spcAft>
                <a:spcPts val="0"/>
              </a:spcAft>
              <a:buSzPts val="1400"/>
              <a:buFont typeface="DM Sans"/>
              <a:buChar char="○"/>
              <a:defRPr/>
            </a:lvl8pPr>
            <a:lvl9pPr indent="-317500" lvl="8" marL="4114800" rtl="0">
              <a:lnSpc>
                <a:spcPct val="115000"/>
              </a:lnSpc>
              <a:spcBef>
                <a:spcPts val="0"/>
              </a:spcBef>
              <a:spcAft>
                <a:spcPts val="0"/>
              </a:spcAft>
              <a:buSzPts val="1400"/>
              <a:buFont typeface="DM Sans"/>
              <a:buChar char="■"/>
              <a:defRPr/>
            </a:lvl9pPr>
          </a:lstStyle>
          <a:p/>
        </p:txBody>
      </p:sp>
      <p:sp>
        <p:nvSpPr>
          <p:cNvPr id="31" name="Google Shape;31;p7"/>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1388100" y="1307100"/>
            <a:ext cx="6367800" cy="2529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9"/>
          <p:cNvSpPr txBox="1"/>
          <p:nvPr>
            <p:ph idx="1" type="subTitle"/>
          </p:nvPr>
        </p:nvSpPr>
        <p:spPr>
          <a:xfrm>
            <a:off x="720064" y="15801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6" name="Google Shape;36;p9"/>
          <p:cNvSpPr txBox="1"/>
          <p:nvPr>
            <p:ph idx="2" type="subTitle"/>
          </p:nvPr>
        </p:nvSpPr>
        <p:spPr>
          <a:xfrm>
            <a:off x="4826936" y="15801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7" name="Google Shape;37;p9"/>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8" name="Shape 38"/>
        <p:cNvGrpSpPr/>
        <p:nvPr/>
      </p:nvGrpSpPr>
      <p:grpSpPr>
        <a:xfrm>
          <a:off x="0" y="0"/>
          <a:ext cx="0" cy="0"/>
          <a:chOff x="0" y="0"/>
          <a:chExt cx="0" cy="0"/>
        </a:xfrm>
      </p:grpSpPr>
      <p:sp>
        <p:nvSpPr>
          <p:cNvPr id="39" name="Google Shape;39;p10"/>
          <p:cNvSpPr/>
          <p:nvPr>
            <p:ph idx="2" type="pic"/>
          </p:nvPr>
        </p:nvSpPr>
        <p:spPr>
          <a:xfrm>
            <a:off x="0" y="2"/>
            <a:ext cx="9144000" cy="5143500"/>
          </a:xfrm>
          <a:prstGeom prst="rect">
            <a:avLst/>
          </a:prstGeom>
          <a:noFill/>
          <a:ln>
            <a:noFill/>
          </a:ln>
        </p:spPr>
      </p:sp>
      <p:sp>
        <p:nvSpPr>
          <p:cNvPr id="40" name="Google Shape;40;p10"/>
          <p:cNvSpPr txBox="1"/>
          <p:nvPr>
            <p:ph type="title"/>
          </p:nvPr>
        </p:nvSpPr>
        <p:spPr>
          <a:xfrm>
            <a:off x="468950" y="370700"/>
            <a:ext cx="2841900" cy="734100"/>
          </a:xfrm>
          <a:prstGeom prst="rect">
            <a:avLst/>
          </a:prstGeom>
          <a:solidFill>
            <a:schemeClr val="lt1"/>
          </a:solidFill>
          <a:ln>
            <a:noFill/>
          </a:ln>
        </p:spPr>
        <p:txBody>
          <a:bodyPr anchorCtr="0" anchor="t" bIns="91425" lIns="91425" spcFirstLastPara="1" rIns="91425" wrap="square" tIns="91425">
            <a:noAutofit/>
          </a:bodyPr>
          <a:lstStyle>
            <a:lvl1pPr lvl="0" rtl="0">
              <a:spcBef>
                <a:spcPts val="0"/>
              </a:spcBef>
              <a:spcAft>
                <a:spcPts val="0"/>
              </a:spcAft>
              <a:buSzPts val="3500"/>
              <a:buNone/>
              <a:defRPr sz="19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84000" y="1952850"/>
            <a:ext cx="4454700" cy="7995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a:r>
              <a:t>xx%</a:t>
            </a:r>
          </a:p>
        </p:txBody>
      </p:sp>
      <p:sp>
        <p:nvSpPr>
          <p:cNvPr id="43" name="Google Shape;43;p11"/>
          <p:cNvSpPr txBox="1"/>
          <p:nvPr>
            <p:ph idx="1" type="subTitle"/>
          </p:nvPr>
        </p:nvSpPr>
        <p:spPr>
          <a:xfrm>
            <a:off x="1284000" y="2816250"/>
            <a:ext cx="4454700" cy="37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4" name="Shape 4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_1">
    <p:spTree>
      <p:nvGrpSpPr>
        <p:cNvPr id="45" name="Shape 45"/>
        <p:cNvGrpSpPr/>
        <p:nvPr/>
      </p:nvGrpSpPr>
      <p:grpSpPr>
        <a:xfrm>
          <a:off x="0" y="0"/>
          <a:ext cx="0" cy="0"/>
          <a:chOff x="0" y="0"/>
          <a:chExt cx="0" cy="0"/>
        </a:xfrm>
      </p:grpSpPr>
      <p:sp>
        <p:nvSpPr>
          <p:cNvPr id="46" name="Google Shape;46;p13"/>
          <p:cNvSpPr txBox="1"/>
          <p:nvPr>
            <p:ph hasCustomPrompt="1" type="title"/>
          </p:nvPr>
        </p:nvSpPr>
        <p:spPr>
          <a:xfrm>
            <a:off x="2576538" y="1292813"/>
            <a:ext cx="677700" cy="4038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i="1"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7" name="Google Shape;47;p13"/>
          <p:cNvSpPr txBox="1"/>
          <p:nvPr>
            <p:ph idx="1" type="subTitle"/>
          </p:nvPr>
        </p:nvSpPr>
        <p:spPr>
          <a:xfrm>
            <a:off x="3214064" y="1288025"/>
            <a:ext cx="33534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8" name="Google Shape;48;p13"/>
          <p:cNvSpPr txBox="1"/>
          <p:nvPr>
            <p:ph hasCustomPrompt="1" idx="2" type="title"/>
          </p:nvPr>
        </p:nvSpPr>
        <p:spPr>
          <a:xfrm>
            <a:off x="2576538" y="2187738"/>
            <a:ext cx="677700" cy="4038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i="1"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9" name="Google Shape;49;p13"/>
          <p:cNvSpPr txBox="1"/>
          <p:nvPr>
            <p:ph idx="3" type="subTitle"/>
          </p:nvPr>
        </p:nvSpPr>
        <p:spPr>
          <a:xfrm>
            <a:off x="3214064" y="2152675"/>
            <a:ext cx="33534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0" name="Google Shape;50;p13"/>
          <p:cNvSpPr txBox="1"/>
          <p:nvPr>
            <p:ph hasCustomPrompt="1" idx="4" type="title"/>
          </p:nvPr>
        </p:nvSpPr>
        <p:spPr>
          <a:xfrm>
            <a:off x="2576538" y="3082675"/>
            <a:ext cx="677700" cy="4038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i="1"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1" name="Google Shape;51;p13"/>
          <p:cNvSpPr txBox="1"/>
          <p:nvPr>
            <p:ph idx="5" type="subTitle"/>
          </p:nvPr>
        </p:nvSpPr>
        <p:spPr>
          <a:xfrm>
            <a:off x="3214064" y="3077888"/>
            <a:ext cx="33534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2" name="Google Shape;52;p13"/>
          <p:cNvSpPr txBox="1"/>
          <p:nvPr>
            <p:ph hasCustomPrompt="1" idx="6" type="title"/>
          </p:nvPr>
        </p:nvSpPr>
        <p:spPr>
          <a:xfrm>
            <a:off x="2576538" y="3937813"/>
            <a:ext cx="677700" cy="4038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i="1"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3" name="Google Shape;53;p13"/>
          <p:cNvSpPr txBox="1"/>
          <p:nvPr>
            <p:ph idx="7" type="subTitle"/>
          </p:nvPr>
        </p:nvSpPr>
        <p:spPr>
          <a:xfrm>
            <a:off x="3214064" y="3933025"/>
            <a:ext cx="33534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4" name="Google Shape;54;p13"/>
          <p:cNvSpPr txBox="1"/>
          <p:nvPr>
            <p:ph idx="8"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pic>
        <p:nvPicPr>
          <p:cNvPr id="55" name="Google Shape;55;p13" title="grad.png"/>
          <p:cNvPicPr preferRelativeResize="0"/>
          <p:nvPr/>
        </p:nvPicPr>
        <p:blipFill rotWithShape="1">
          <a:blip r:embed="rId2">
            <a:alphaModFix amt="64000"/>
          </a:blip>
          <a:srcRect b="8156" l="11022" r="13739" t="0"/>
          <a:stretch/>
        </p:blipFill>
        <p:spPr>
          <a:xfrm rot="10523439">
            <a:off x="6530752" y="569101"/>
            <a:ext cx="6626046" cy="577770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56" name="Shape 56"/>
        <p:cNvGrpSpPr/>
        <p:nvPr/>
      </p:nvGrpSpPr>
      <p:grpSpPr>
        <a:xfrm>
          <a:off x="0" y="0"/>
          <a:ext cx="0" cy="0"/>
          <a:chOff x="0" y="0"/>
          <a:chExt cx="0" cy="0"/>
        </a:xfrm>
      </p:grpSpPr>
      <p:sp>
        <p:nvSpPr>
          <p:cNvPr id="57" name="Google Shape;57;p14"/>
          <p:cNvSpPr txBox="1"/>
          <p:nvPr>
            <p:ph idx="1" type="subTitle"/>
          </p:nvPr>
        </p:nvSpPr>
        <p:spPr>
          <a:xfrm>
            <a:off x="925650" y="1248050"/>
            <a:ext cx="7292700" cy="188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8" name="Google Shape;58;p14"/>
          <p:cNvSpPr txBox="1"/>
          <p:nvPr>
            <p:ph type="title"/>
          </p:nvPr>
        </p:nvSpPr>
        <p:spPr>
          <a:xfrm>
            <a:off x="457200" y="3445725"/>
            <a:ext cx="8113800" cy="12750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pic>
        <p:nvPicPr>
          <p:cNvPr id="59" name="Google Shape;59;p14" title="grad.png"/>
          <p:cNvPicPr preferRelativeResize="0"/>
          <p:nvPr/>
        </p:nvPicPr>
        <p:blipFill rotWithShape="1">
          <a:blip r:embed="rId2">
            <a:alphaModFix amt="64000"/>
          </a:blip>
          <a:srcRect b="8156" l="11022" r="13739" t="0"/>
          <a:stretch/>
        </p:blipFill>
        <p:spPr>
          <a:xfrm rot="-2081560">
            <a:off x="3620825" y="2570478"/>
            <a:ext cx="6626048" cy="57777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_1">
    <p:spTree>
      <p:nvGrpSpPr>
        <p:cNvPr id="60" name="Shape 60"/>
        <p:cNvGrpSpPr/>
        <p:nvPr/>
      </p:nvGrpSpPr>
      <p:grpSpPr>
        <a:xfrm>
          <a:off x="0" y="0"/>
          <a:ext cx="0" cy="0"/>
          <a:chOff x="0" y="0"/>
          <a:chExt cx="0" cy="0"/>
        </a:xfrm>
      </p:grpSpPr>
      <p:sp>
        <p:nvSpPr>
          <p:cNvPr id="61" name="Google Shape;61;p15"/>
          <p:cNvSpPr txBox="1"/>
          <p:nvPr>
            <p:ph idx="1" type="body"/>
          </p:nvPr>
        </p:nvSpPr>
        <p:spPr>
          <a:xfrm>
            <a:off x="845200" y="1199375"/>
            <a:ext cx="4620300" cy="21003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2"/>
              </a:buClr>
              <a:buSzPts val="1400"/>
              <a:buFont typeface="DM Sans"/>
              <a:buChar char="●"/>
              <a:defRPr sz="1400"/>
            </a:lvl1pPr>
            <a:lvl2pPr indent="-317500" lvl="1" marL="914400">
              <a:lnSpc>
                <a:spcPct val="115000"/>
              </a:lnSpc>
              <a:spcBef>
                <a:spcPts val="0"/>
              </a:spcBef>
              <a:spcAft>
                <a:spcPts val="0"/>
              </a:spcAft>
              <a:buSzPts val="1400"/>
              <a:buFont typeface="DM Sans"/>
              <a:buChar char="○"/>
              <a:defRPr/>
            </a:lvl2pPr>
            <a:lvl3pPr indent="-317500" lvl="2" marL="1371600">
              <a:lnSpc>
                <a:spcPct val="115000"/>
              </a:lnSpc>
              <a:spcBef>
                <a:spcPts val="0"/>
              </a:spcBef>
              <a:spcAft>
                <a:spcPts val="0"/>
              </a:spcAft>
              <a:buSzPts val="1400"/>
              <a:buFont typeface="DM Sans"/>
              <a:buChar char="■"/>
              <a:defRPr/>
            </a:lvl3pPr>
            <a:lvl4pPr indent="-317500" lvl="3" marL="1828800">
              <a:lnSpc>
                <a:spcPct val="115000"/>
              </a:lnSpc>
              <a:spcBef>
                <a:spcPts val="0"/>
              </a:spcBef>
              <a:spcAft>
                <a:spcPts val="0"/>
              </a:spcAft>
              <a:buSzPts val="1400"/>
              <a:buFont typeface="DM Sans"/>
              <a:buChar char="●"/>
              <a:defRPr/>
            </a:lvl4pPr>
            <a:lvl5pPr indent="-317500" lvl="4" marL="2286000">
              <a:lnSpc>
                <a:spcPct val="115000"/>
              </a:lnSpc>
              <a:spcBef>
                <a:spcPts val="0"/>
              </a:spcBef>
              <a:spcAft>
                <a:spcPts val="0"/>
              </a:spcAft>
              <a:buSzPts val="1400"/>
              <a:buFont typeface="DM Sans"/>
              <a:buChar char="○"/>
              <a:defRPr/>
            </a:lvl5pPr>
            <a:lvl6pPr indent="-317500" lvl="5" marL="2743200">
              <a:lnSpc>
                <a:spcPct val="115000"/>
              </a:lnSpc>
              <a:spcBef>
                <a:spcPts val="0"/>
              </a:spcBef>
              <a:spcAft>
                <a:spcPts val="0"/>
              </a:spcAft>
              <a:buSzPts val="1400"/>
              <a:buFont typeface="DM Sans"/>
              <a:buChar char="■"/>
              <a:defRPr/>
            </a:lvl6pPr>
            <a:lvl7pPr indent="-317500" lvl="6" marL="3200400">
              <a:lnSpc>
                <a:spcPct val="115000"/>
              </a:lnSpc>
              <a:spcBef>
                <a:spcPts val="0"/>
              </a:spcBef>
              <a:spcAft>
                <a:spcPts val="0"/>
              </a:spcAft>
              <a:buSzPts val="1400"/>
              <a:buFont typeface="DM Sans"/>
              <a:buChar char="●"/>
              <a:defRPr/>
            </a:lvl7pPr>
            <a:lvl8pPr indent="-317500" lvl="7" marL="3657600">
              <a:lnSpc>
                <a:spcPct val="115000"/>
              </a:lnSpc>
              <a:spcBef>
                <a:spcPts val="0"/>
              </a:spcBef>
              <a:spcAft>
                <a:spcPts val="0"/>
              </a:spcAft>
              <a:buSzPts val="1400"/>
              <a:buFont typeface="DM Sans"/>
              <a:buChar char="○"/>
              <a:defRPr/>
            </a:lvl8pPr>
            <a:lvl9pPr indent="-317500" lvl="8" marL="4114800">
              <a:lnSpc>
                <a:spcPct val="115000"/>
              </a:lnSpc>
              <a:spcBef>
                <a:spcPts val="0"/>
              </a:spcBef>
              <a:spcAft>
                <a:spcPts val="0"/>
              </a:spcAft>
              <a:buSzPts val="1400"/>
              <a:buFont typeface="DM Sans"/>
              <a:buChar char="■"/>
              <a:defRPr/>
            </a:lvl9pPr>
          </a:lstStyle>
          <a:p/>
        </p:txBody>
      </p:sp>
      <p:sp>
        <p:nvSpPr>
          <p:cNvPr id="62" name="Google Shape;62;p15"/>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pic>
        <p:nvPicPr>
          <p:cNvPr id="63" name="Google Shape;63;p15" title="grad.png"/>
          <p:cNvPicPr preferRelativeResize="0"/>
          <p:nvPr/>
        </p:nvPicPr>
        <p:blipFill rotWithShape="1">
          <a:blip r:embed="rId2">
            <a:alphaModFix amt="64000"/>
          </a:blip>
          <a:srcRect b="8156" l="11022" r="13739" t="0"/>
          <a:stretch/>
        </p:blipFill>
        <p:spPr>
          <a:xfrm rot="3072118">
            <a:off x="-2614977" y="-1976735"/>
            <a:ext cx="4433905" cy="3866221"/>
          </a:xfrm>
          <a:prstGeom prst="rect">
            <a:avLst/>
          </a:prstGeom>
          <a:noFill/>
          <a:ln>
            <a:noFill/>
          </a:ln>
        </p:spPr>
      </p:pic>
      <p:sp>
        <p:nvSpPr>
          <p:cNvPr id="64" name="Google Shape;64;p15"/>
          <p:cNvSpPr/>
          <p:nvPr>
            <p:ph idx="2" type="pic"/>
          </p:nvPr>
        </p:nvSpPr>
        <p:spPr>
          <a:xfrm>
            <a:off x="5782800" y="1249550"/>
            <a:ext cx="3361200" cy="38940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65" name="Shape 65"/>
        <p:cNvGrpSpPr/>
        <p:nvPr/>
      </p:nvGrpSpPr>
      <p:grpSpPr>
        <a:xfrm>
          <a:off x="0" y="0"/>
          <a:ext cx="0" cy="0"/>
          <a:chOff x="0" y="0"/>
          <a:chExt cx="0" cy="0"/>
        </a:xfrm>
      </p:grpSpPr>
      <p:pic>
        <p:nvPicPr>
          <p:cNvPr id="66" name="Google Shape;66;p16" title="grad.png"/>
          <p:cNvPicPr preferRelativeResize="0"/>
          <p:nvPr/>
        </p:nvPicPr>
        <p:blipFill rotWithShape="1">
          <a:blip r:embed="rId2">
            <a:alphaModFix amt="64000"/>
          </a:blip>
          <a:srcRect b="8156" l="11022" r="13739" t="0"/>
          <a:stretch/>
        </p:blipFill>
        <p:spPr>
          <a:xfrm rot="-8424634">
            <a:off x="172170" y="-2061694"/>
            <a:ext cx="4599704" cy="4010789"/>
          </a:xfrm>
          <a:prstGeom prst="rect">
            <a:avLst/>
          </a:prstGeom>
          <a:noFill/>
          <a:ln>
            <a:noFill/>
          </a:ln>
        </p:spPr>
      </p:pic>
      <p:sp>
        <p:nvSpPr>
          <p:cNvPr id="67" name="Google Shape;67;p16"/>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68" name="Shape 68"/>
        <p:cNvGrpSpPr/>
        <p:nvPr/>
      </p:nvGrpSpPr>
      <p:grpSpPr>
        <a:xfrm>
          <a:off x="0" y="0"/>
          <a:ext cx="0" cy="0"/>
          <a:chOff x="0" y="0"/>
          <a:chExt cx="0" cy="0"/>
        </a:xfrm>
      </p:grpSpPr>
      <p:pic>
        <p:nvPicPr>
          <p:cNvPr id="69" name="Google Shape;69;p17" title="grad.png"/>
          <p:cNvPicPr preferRelativeResize="0"/>
          <p:nvPr/>
        </p:nvPicPr>
        <p:blipFill rotWithShape="1">
          <a:blip r:embed="rId2">
            <a:alphaModFix amt="64000"/>
          </a:blip>
          <a:srcRect b="8156" l="11022" r="13739" t="0"/>
          <a:stretch/>
        </p:blipFill>
        <p:spPr>
          <a:xfrm rot="4050186">
            <a:off x="7011650" y="-2139285"/>
            <a:ext cx="6626046" cy="5777703"/>
          </a:xfrm>
          <a:prstGeom prst="rect">
            <a:avLst/>
          </a:prstGeom>
          <a:noFill/>
          <a:ln>
            <a:noFill/>
          </a:ln>
        </p:spPr>
      </p:pic>
      <p:sp>
        <p:nvSpPr>
          <p:cNvPr id="70" name="Google Shape;70;p17"/>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71" name="Shape 71"/>
        <p:cNvGrpSpPr/>
        <p:nvPr/>
      </p:nvGrpSpPr>
      <p:grpSpPr>
        <a:xfrm>
          <a:off x="0" y="0"/>
          <a:ext cx="0" cy="0"/>
          <a:chOff x="0" y="0"/>
          <a:chExt cx="0" cy="0"/>
        </a:xfrm>
      </p:grpSpPr>
      <p:sp>
        <p:nvSpPr>
          <p:cNvPr id="72" name="Google Shape;72;p18"/>
          <p:cNvSpPr txBox="1"/>
          <p:nvPr>
            <p:ph idx="1" type="subTitle"/>
          </p:nvPr>
        </p:nvSpPr>
        <p:spPr>
          <a:xfrm>
            <a:off x="2535450" y="1623725"/>
            <a:ext cx="41310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3" name="Google Shape;73;p18"/>
          <p:cNvSpPr txBox="1"/>
          <p:nvPr>
            <p:ph idx="2" type="subTitle"/>
          </p:nvPr>
        </p:nvSpPr>
        <p:spPr>
          <a:xfrm>
            <a:off x="2535450" y="2833200"/>
            <a:ext cx="41310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4" name="Google Shape;74;p18"/>
          <p:cNvSpPr txBox="1"/>
          <p:nvPr>
            <p:ph idx="3" type="subTitle"/>
          </p:nvPr>
        </p:nvSpPr>
        <p:spPr>
          <a:xfrm>
            <a:off x="2535450" y="4044525"/>
            <a:ext cx="41310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5" name="Google Shape;75;p18"/>
          <p:cNvSpPr txBox="1"/>
          <p:nvPr>
            <p:ph idx="4" type="subTitle"/>
          </p:nvPr>
        </p:nvSpPr>
        <p:spPr>
          <a:xfrm>
            <a:off x="2535450" y="1302750"/>
            <a:ext cx="41310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6" name="Google Shape;76;p18"/>
          <p:cNvSpPr txBox="1"/>
          <p:nvPr>
            <p:ph idx="5" type="subTitle"/>
          </p:nvPr>
        </p:nvSpPr>
        <p:spPr>
          <a:xfrm>
            <a:off x="2535450" y="3723550"/>
            <a:ext cx="41310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7" name="Google Shape;77;p18"/>
          <p:cNvSpPr txBox="1"/>
          <p:nvPr>
            <p:ph idx="6" type="subTitle"/>
          </p:nvPr>
        </p:nvSpPr>
        <p:spPr>
          <a:xfrm>
            <a:off x="2535450" y="2513150"/>
            <a:ext cx="41310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8" name="Google Shape;78;p18"/>
          <p:cNvSpPr txBox="1"/>
          <p:nvPr>
            <p:ph type="title"/>
          </p:nvPr>
        </p:nvSpPr>
        <p:spPr>
          <a:xfrm>
            <a:off x="486150" y="212325"/>
            <a:ext cx="81717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pic>
        <p:nvPicPr>
          <p:cNvPr id="79" name="Google Shape;79;p18" title="grad.png"/>
          <p:cNvPicPr preferRelativeResize="0"/>
          <p:nvPr/>
        </p:nvPicPr>
        <p:blipFill rotWithShape="1">
          <a:blip r:embed="rId2">
            <a:alphaModFix amt="64000"/>
          </a:blip>
          <a:srcRect b="8156" l="11022" r="13739" t="0"/>
          <a:stretch/>
        </p:blipFill>
        <p:spPr>
          <a:xfrm rot="4361546">
            <a:off x="5069624" y="2708649"/>
            <a:ext cx="6626049" cy="57777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80" name="Shape 80"/>
        <p:cNvGrpSpPr/>
        <p:nvPr/>
      </p:nvGrpSpPr>
      <p:grpSpPr>
        <a:xfrm>
          <a:off x="0" y="0"/>
          <a:ext cx="0" cy="0"/>
          <a:chOff x="0" y="0"/>
          <a:chExt cx="0" cy="0"/>
        </a:xfrm>
      </p:grpSpPr>
      <p:sp>
        <p:nvSpPr>
          <p:cNvPr id="81" name="Google Shape;81;p19"/>
          <p:cNvSpPr txBox="1"/>
          <p:nvPr>
            <p:ph idx="1" type="subTitle"/>
          </p:nvPr>
        </p:nvSpPr>
        <p:spPr>
          <a:xfrm>
            <a:off x="1388993" y="1626476"/>
            <a:ext cx="27723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 name="Google Shape;82;p19"/>
          <p:cNvSpPr txBox="1"/>
          <p:nvPr>
            <p:ph idx="2" type="subTitle"/>
          </p:nvPr>
        </p:nvSpPr>
        <p:spPr>
          <a:xfrm>
            <a:off x="4982696" y="1626476"/>
            <a:ext cx="27723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 name="Google Shape;83;p19"/>
          <p:cNvSpPr txBox="1"/>
          <p:nvPr>
            <p:ph idx="3" type="subTitle"/>
          </p:nvPr>
        </p:nvSpPr>
        <p:spPr>
          <a:xfrm>
            <a:off x="1388993" y="2816631"/>
            <a:ext cx="27723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 name="Google Shape;84;p19"/>
          <p:cNvSpPr txBox="1"/>
          <p:nvPr>
            <p:ph idx="4" type="subTitle"/>
          </p:nvPr>
        </p:nvSpPr>
        <p:spPr>
          <a:xfrm>
            <a:off x="4982696" y="4006823"/>
            <a:ext cx="27723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 name="Google Shape;85;p19"/>
          <p:cNvSpPr txBox="1"/>
          <p:nvPr>
            <p:ph idx="5" type="subTitle"/>
          </p:nvPr>
        </p:nvSpPr>
        <p:spPr>
          <a:xfrm>
            <a:off x="1388990" y="4006873"/>
            <a:ext cx="27723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6" name="Google Shape;86;p19"/>
          <p:cNvSpPr txBox="1"/>
          <p:nvPr>
            <p:ph idx="6" type="subTitle"/>
          </p:nvPr>
        </p:nvSpPr>
        <p:spPr>
          <a:xfrm>
            <a:off x="4982698" y="2816631"/>
            <a:ext cx="27723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7" name="Google Shape;87;p19"/>
          <p:cNvSpPr txBox="1"/>
          <p:nvPr>
            <p:ph idx="7" type="subTitle"/>
          </p:nvPr>
        </p:nvSpPr>
        <p:spPr>
          <a:xfrm>
            <a:off x="1388998" y="1345450"/>
            <a:ext cx="27723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8" name="Google Shape;88;p19"/>
          <p:cNvSpPr txBox="1"/>
          <p:nvPr>
            <p:ph idx="8" type="subTitle"/>
          </p:nvPr>
        </p:nvSpPr>
        <p:spPr>
          <a:xfrm>
            <a:off x="4982698" y="1345450"/>
            <a:ext cx="27723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9" name="Google Shape;89;p19"/>
          <p:cNvSpPr txBox="1"/>
          <p:nvPr>
            <p:ph idx="9" type="subTitle"/>
          </p:nvPr>
        </p:nvSpPr>
        <p:spPr>
          <a:xfrm>
            <a:off x="1388988" y="3725847"/>
            <a:ext cx="27723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0" name="Google Shape;90;p19"/>
          <p:cNvSpPr txBox="1"/>
          <p:nvPr>
            <p:ph idx="13" type="subTitle"/>
          </p:nvPr>
        </p:nvSpPr>
        <p:spPr>
          <a:xfrm>
            <a:off x="1388998" y="2535655"/>
            <a:ext cx="27723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1" name="Google Shape;91;p19"/>
          <p:cNvSpPr txBox="1"/>
          <p:nvPr>
            <p:ph idx="14" type="subTitle"/>
          </p:nvPr>
        </p:nvSpPr>
        <p:spPr>
          <a:xfrm>
            <a:off x="4982705" y="3725847"/>
            <a:ext cx="27723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2" name="Google Shape;92;p19"/>
          <p:cNvSpPr txBox="1"/>
          <p:nvPr>
            <p:ph idx="15" type="subTitle"/>
          </p:nvPr>
        </p:nvSpPr>
        <p:spPr>
          <a:xfrm>
            <a:off x="4982702" y="2535655"/>
            <a:ext cx="27723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3" name="Google Shape;93;p19"/>
          <p:cNvSpPr txBox="1"/>
          <p:nvPr>
            <p:ph type="title"/>
          </p:nvPr>
        </p:nvSpPr>
        <p:spPr>
          <a:xfrm>
            <a:off x="457200" y="212325"/>
            <a:ext cx="8171700" cy="644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pic>
        <p:nvPicPr>
          <p:cNvPr id="94" name="Google Shape;94;p19" title="grad.png"/>
          <p:cNvPicPr preferRelativeResize="0"/>
          <p:nvPr/>
        </p:nvPicPr>
        <p:blipFill rotWithShape="1">
          <a:blip r:embed="rId2">
            <a:alphaModFix amt="64000"/>
          </a:blip>
          <a:srcRect b="8156" l="11022" r="13739" t="0"/>
          <a:stretch/>
        </p:blipFill>
        <p:spPr>
          <a:xfrm rot="-10217320">
            <a:off x="5733322" y="-2469272"/>
            <a:ext cx="6626053" cy="57777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95" name="Shape 95"/>
        <p:cNvGrpSpPr/>
        <p:nvPr/>
      </p:nvGrpSpPr>
      <p:grpSpPr>
        <a:xfrm>
          <a:off x="0" y="0"/>
          <a:ext cx="0" cy="0"/>
          <a:chOff x="0" y="0"/>
          <a:chExt cx="0" cy="0"/>
        </a:xfrm>
      </p:grpSpPr>
      <p:sp>
        <p:nvSpPr>
          <p:cNvPr id="96" name="Google Shape;96;p20"/>
          <p:cNvSpPr txBox="1"/>
          <p:nvPr>
            <p:ph hasCustomPrompt="1" type="title"/>
          </p:nvPr>
        </p:nvSpPr>
        <p:spPr>
          <a:xfrm flipH="1">
            <a:off x="457200" y="535613"/>
            <a:ext cx="3418200" cy="754500"/>
          </a:xfrm>
          <a:prstGeom prst="rect">
            <a:avLst/>
          </a:prstGeom>
        </p:spPr>
        <p:txBody>
          <a:bodyPr anchorCtr="0" anchor="b" bIns="91425" lIns="91425" spcFirstLastPara="1" rIns="91425" wrap="square" tIns="91425">
            <a:noAutofit/>
          </a:bodyPr>
          <a:lstStyle>
            <a:lvl1pPr lvl="0" rtl="0">
              <a:spcBef>
                <a:spcPts val="0"/>
              </a:spcBef>
              <a:spcAft>
                <a:spcPts val="0"/>
              </a:spcAft>
              <a:buSzPts val="6200"/>
              <a:buNone/>
              <a:defRPr i="1" sz="43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97" name="Google Shape;97;p20"/>
          <p:cNvSpPr txBox="1"/>
          <p:nvPr>
            <p:ph idx="1" type="subTitle"/>
          </p:nvPr>
        </p:nvSpPr>
        <p:spPr>
          <a:xfrm flipH="1">
            <a:off x="457200" y="1143166"/>
            <a:ext cx="3418200" cy="3093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8" name="Google Shape;98;p20"/>
          <p:cNvSpPr txBox="1"/>
          <p:nvPr>
            <p:ph hasCustomPrompt="1" idx="2" type="title"/>
          </p:nvPr>
        </p:nvSpPr>
        <p:spPr>
          <a:xfrm>
            <a:off x="5268600" y="3691238"/>
            <a:ext cx="3418200" cy="754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6200"/>
              <a:buNone/>
              <a:defRPr i="1" sz="43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99" name="Google Shape;99;p20"/>
          <p:cNvSpPr txBox="1"/>
          <p:nvPr>
            <p:ph idx="3" type="subTitle"/>
          </p:nvPr>
        </p:nvSpPr>
        <p:spPr>
          <a:xfrm>
            <a:off x="5268600" y="4298566"/>
            <a:ext cx="3418200" cy="3093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100" name="Google Shape;100;p20" title="grad.png"/>
          <p:cNvPicPr preferRelativeResize="0"/>
          <p:nvPr/>
        </p:nvPicPr>
        <p:blipFill rotWithShape="1">
          <a:blip r:embed="rId2">
            <a:alphaModFix amt="64000"/>
          </a:blip>
          <a:srcRect b="8156" l="11022" r="13739" t="0"/>
          <a:stretch/>
        </p:blipFill>
        <p:spPr>
          <a:xfrm rot="-1375060">
            <a:off x="-2000797" y="1668352"/>
            <a:ext cx="6626044" cy="577770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bg>
      <p:bgPr>
        <a:solidFill>
          <a:schemeClr val="lt1"/>
        </a:solidFill>
      </p:bgPr>
    </p:bg>
    <p:spTree>
      <p:nvGrpSpPr>
        <p:cNvPr id="101" name="Shape 101"/>
        <p:cNvGrpSpPr/>
        <p:nvPr/>
      </p:nvGrpSpPr>
      <p:grpSpPr>
        <a:xfrm>
          <a:off x="0" y="0"/>
          <a:ext cx="0" cy="0"/>
          <a:chOff x="0" y="0"/>
          <a:chExt cx="0" cy="0"/>
        </a:xfrm>
      </p:grpSpPr>
      <p:sp>
        <p:nvSpPr>
          <p:cNvPr id="102" name="Google Shape;102;p21"/>
          <p:cNvSpPr txBox="1"/>
          <p:nvPr>
            <p:ph type="title"/>
          </p:nvPr>
        </p:nvSpPr>
        <p:spPr>
          <a:xfrm>
            <a:off x="3243050" y="456638"/>
            <a:ext cx="5443500" cy="1035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sz="7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3" name="Google Shape;103;p21"/>
          <p:cNvSpPr txBox="1"/>
          <p:nvPr>
            <p:ph idx="1" type="subTitle"/>
          </p:nvPr>
        </p:nvSpPr>
        <p:spPr>
          <a:xfrm>
            <a:off x="4641006" y="1310655"/>
            <a:ext cx="4045800" cy="1231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4" name="Google Shape;104;p21"/>
          <p:cNvSpPr txBox="1"/>
          <p:nvPr/>
        </p:nvSpPr>
        <p:spPr>
          <a:xfrm>
            <a:off x="457200" y="3847013"/>
            <a:ext cx="5757300" cy="5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CREDITS: This presentation template was created by </a:t>
            </a:r>
            <a:r>
              <a:rPr b="1" lang="en" sz="1200">
                <a:solidFill>
                  <a:schemeClr val="dk1"/>
                </a:solidFill>
                <a:uFill>
                  <a:noFill/>
                </a:uFill>
                <a:latin typeface="Albert Sans"/>
                <a:ea typeface="Albert Sans"/>
                <a:cs typeface="Albert Sans"/>
                <a:sym typeface="Albert Sans"/>
                <a:hlinkClick r:id="rId2">
                  <a:extLst>
                    <a:ext uri="{A12FA001-AC4F-418D-AE19-62706E023703}">
                      <ahyp:hlinkClr val="tx"/>
                    </a:ext>
                  </a:extLst>
                </a:hlinkClick>
              </a:rPr>
              <a:t>Slidesgo</a:t>
            </a:r>
            <a:r>
              <a:rPr lang="en" sz="1200">
                <a:solidFill>
                  <a:schemeClr val="dk1"/>
                </a:solidFill>
                <a:latin typeface="Albert Sans"/>
                <a:ea typeface="Albert Sans"/>
                <a:cs typeface="Albert Sans"/>
                <a:sym typeface="Albert Sans"/>
              </a:rPr>
              <a:t>, and includes icons, infographics &amp; images by </a:t>
            </a:r>
            <a:r>
              <a:rPr b="1" lang="en" sz="1200">
                <a:solidFill>
                  <a:schemeClr val="dk1"/>
                </a:solidFill>
                <a:uFill>
                  <a:noFill/>
                </a:uFill>
                <a:latin typeface="Albert Sans"/>
                <a:ea typeface="Albert Sans"/>
                <a:cs typeface="Albert Sans"/>
                <a:sym typeface="Albert Sans"/>
                <a:hlinkClick r:id="rId3">
                  <a:extLst>
                    <a:ext uri="{A12FA001-AC4F-418D-AE19-62706E023703}">
                      <ahyp:hlinkClr val="tx"/>
                    </a:ext>
                  </a:extLst>
                </a:hlinkClick>
              </a:rPr>
              <a:t>Freepik</a:t>
            </a:r>
            <a:r>
              <a:rPr b="1" lang="en" sz="1200">
                <a:solidFill>
                  <a:schemeClr val="dk1"/>
                </a:solidFill>
                <a:latin typeface="Albert Sans"/>
                <a:ea typeface="Albert Sans"/>
                <a:cs typeface="Albert Sans"/>
                <a:sym typeface="Albert Sans"/>
              </a:rPr>
              <a:t> </a:t>
            </a:r>
            <a:endParaRPr b="1" sz="1200" u="sng">
              <a:solidFill>
                <a:schemeClr val="dk1"/>
              </a:solidFill>
              <a:latin typeface="Albert Sans"/>
              <a:ea typeface="Albert Sans"/>
              <a:cs typeface="Albert Sans"/>
              <a:sym typeface="Albert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05" name="Shape 105"/>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06" name="Shape 106"/>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107" name="Shape 107"/>
        <p:cNvGrpSpPr/>
        <p:nvPr/>
      </p:nvGrpSpPr>
      <p:grpSpPr>
        <a:xfrm>
          <a:off x="0" y="0"/>
          <a:ext cx="0" cy="0"/>
          <a:chOff x="0" y="0"/>
          <a:chExt cx="0" cy="0"/>
        </a:xfrm>
      </p:grpSpPr>
      <p:sp>
        <p:nvSpPr>
          <p:cNvPr id="108" name="Google Shape;108;p2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109" name="Google Shape;109;p2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10" name="Google Shape;110;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11" name="Google Shape;111;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12" name="Google Shape;112;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1100"/>
            </a:lvl1pPr>
            <a:lvl2pPr indent="0" lvl="1" marL="0" algn="r">
              <a:spcBef>
                <a:spcPts val="0"/>
              </a:spcBef>
              <a:buNone/>
              <a:defRPr sz="1100"/>
            </a:lvl2pPr>
            <a:lvl3pPr indent="0" lvl="2" marL="0" algn="r">
              <a:spcBef>
                <a:spcPts val="0"/>
              </a:spcBef>
              <a:buNone/>
              <a:defRPr sz="1100"/>
            </a:lvl3pPr>
            <a:lvl4pPr indent="0" lvl="3" marL="0" algn="r">
              <a:spcBef>
                <a:spcPts val="0"/>
              </a:spcBef>
              <a:buNone/>
              <a:defRPr sz="1100"/>
            </a:lvl4pPr>
            <a:lvl5pPr indent="0" lvl="4" marL="0" algn="r">
              <a:spcBef>
                <a:spcPts val="0"/>
              </a:spcBef>
              <a:buNone/>
              <a:defRPr sz="1100"/>
            </a:lvl5pPr>
            <a:lvl6pPr indent="0" lvl="5" marL="0" algn="r">
              <a:spcBef>
                <a:spcPts val="0"/>
              </a:spcBef>
              <a:buNone/>
              <a:defRPr sz="1100"/>
            </a:lvl6pPr>
            <a:lvl7pPr indent="0" lvl="6" marL="0" algn="r">
              <a:spcBef>
                <a:spcPts val="0"/>
              </a:spcBef>
              <a:buNone/>
              <a:defRPr sz="1100"/>
            </a:lvl7pPr>
            <a:lvl8pPr indent="0" lvl="7" marL="0" algn="r">
              <a:spcBef>
                <a:spcPts val="0"/>
              </a:spcBef>
              <a:buNone/>
              <a:defRPr sz="1100"/>
            </a:lvl8pPr>
            <a:lvl9pPr indent="0" lvl="8" marL="0" algn="r">
              <a:spcBef>
                <a:spcPts val="0"/>
              </a:spcBef>
              <a:buNone/>
              <a:defRPr sz="11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_1">
    <p:spTree>
      <p:nvGrpSpPr>
        <p:cNvPr id="116" name="Shape 116"/>
        <p:cNvGrpSpPr/>
        <p:nvPr/>
      </p:nvGrpSpPr>
      <p:grpSpPr>
        <a:xfrm>
          <a:off x="0" y="0"/>
          <a:ext cx="0" cy="0"/>
          <a:chOff x="0" y="0"/>
          <a:chExt cx="0" cy="0"/>
        </a:xfrm>
      </p:grpSpPr>
      <p:sp>
        <p:nvSpPr>
          <p:cNvPr id="117" name="Google Shape;117;p26"/>
          <p:cNvSpPr txBox="1"/>
          <p:nvPr>
            <p:ph idx="1" type="body"/>
          </p:nvPr>
        </p:nvSpPr>
        <p:spPr>
          <a:xfrm>
            <a:off x="845200" y="1199375"/>
            <a:ext cx="4620300" cy="21003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dk2"/>
              </a:buClr>
              <a:buSzPts val="1400"/>
              <a:buFont typeface="DM Sans"/>
              <a:buChar char="●"/>
              <a:defRPr sz="1400"/>
            </a:lvl1pPr>
            <a:lvl2pPr indent="-317500" lvl="1" marL="914400" algn="l">
              <a:lnSpc>
                <a:spcPct val="115000"/>
              </a:lnSpc>
              <a:spcBef>
                <a:spcPts val="0"/>
              </a:spcBef>
              <a:spcAft>
                <a:spcPts val="0"/>
              </a:spcAft>
              <a:buSzPts val="1400"/>
              <a:buFont typeface="DM Sans"/>
              <a:buChar char="○"/>
              <a:defRPr/>
            </a:lvl2pPr>
            <a:lvl3pPr indent="-317500" lvl="2" marL="1371600" algn="l">
              <a:lnSpc>
                <a:spcPct val="115000"/>
              </a:lnSpc>
              <a:spcBef>
                <a:spcPts val="0"/>
              </a:spcBef>
              <a:spcAft>
                <a:spcPts val="0"/>
              </a:spcAft>
              <a:buSzPts val="1400"/>
              <a:buFont typeface="DM Sans"/>
              <a:buChar char="■"/>
              <a:defRPr/>
            </a:lvl3pPr>
            <a:lvl4pPr indent="-317500" lvl="3" marL="1828800" algn="l">
              <a:lnSpc>
                <a:spcPct val="115000"/>
              </a:lnSpc>
              <a:spcBef>
                <a:spcPts val="0"/>
              </a:spcBef>
              <a:spcAft>
                <a:spcPts val="0"/>
              </a:spcAft>
              <a:buSzPts val="1400"/>
              <a:buFont typeface="DM Sans"/>
              <a:buChar char="●"/>
              <a:defRPr/>
            </a:lvl4pPr>
            <a:lvl5pPr indent="-317500" lvl="4" marL="2286000" algn="l">
              <a:lnSpc>
                <a:spcPct val="115000"/>
              </a:lnSpc>
              <a:spcBef>
                <a:spcPts val="0"/>
              </a:spcBef>
              <a:spcAft>
                <a:spcPts val="0"/>
              </a:spcAft>
              <a:buSzPts val="1400"/>
              <a:buFont typeface="DM Sans"/>
              <a:buChar char="○"/>
              <a:defRPr/>
            </a:lvl5pPr>
            <a:lvl6pPr indent="-317500" lvl="5" marL="2743200" algn="l">
              <a:lnSpc>
                <a:spcPct val="115000"/>
              </a:lnSpc>
              <a:spcBef>
                <a:spcPts val="0"/>
              </a:spcBef>
              <a:spcAft>
                <a:spcPts val="0"/>
              </a:spcAft>
              <a:buSzPts val="1400"/>
              <a:buFont typeface="DM Sans"/>
              <a:buChar char="■"/>
              <a:defRPr/>
            </a:lvl6pPr>
            <a:lvl7pPr indent="-317500" lvl="6" marL="3200400" algn="l">
              <a:lnSpc>
                <a:spcPct val="115000"/>
              </a:lnSpc>
              <a:spcBef>
                <a:spcPts val="0"/>
              </a:spcBef>
              <a:spcAft>
                <a:spcPts val="0"/>
              </a:spcAft>
              <a:buSzPts val="1400"/>
              <a:buFont typeface="DM Sans"/>
              <a:buChar char="●"/>
              <a:defRPr/>
            </a:lvl7pPr>
            <a:lvl8pPr indent="-317500" lvl="7" marL="3657600" algn="l">
              <a:lnSpc>
                <a:spcPct val="115000"/>
              </a:lnSpc>
              <a:spcBef>
                <a:spcPts val="0"/>
              </a:spcBef>
              <a:spcAft>
                <a:spcPts val="0"/>
              </a:spcAft>
              <a:buSzPts val="1400"/>
              <a:buFont typeface="DM Sans"/>
              <a:buChar char="○"/>
              <a:defRPr/>
            </a:lvl8pPr>
            <a:lvl9pPr indent="-317500" lvl="8" marL="4114800" algn="l">
              <a:lnSpc>
                <a:spcPct val="115000"/>
              </a:lnSpc>
              <a:spcBef>
                <a:spcPts val="0"/>
              </a:spcBef>
              <a:spcAft>
                <a:spcPts val="0"/>
              </a:spcAft>
              <a:buSzPts val="1400"/>
              <a:buFont typeface="DM Sans"/>
              <a:buChar char="■"/>
              <a:defRPr/>
            </a:lvl9pPr>
          </a:lstStyle>
          <a:p/>
        </p:txBody>
      </p:sp>
      <p:sp>
        <p:nvSpPr>
          <p:cNvPr id="118" name="Google Shape;118;p26"/>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119" name="Google Shape;119;p26" title="grad.png"/>
          <p:cNvPicPr preferRelativeResize="0"/>
          <p:nvPr/>
        </p:nvPicPr>
        <p:blipFill rotWithShape="1">
          <a:blip r:embed="rId2">
            <a:alphaModFix amt="64000"/>
          </a:blip>
          <a:srcRect b="8156" l="11022" r="13739" t="0"/>
          <a:stretch/>
        </p:blipFill>
        <p:spPr>
          <a:xfrm rot="3072118">
            <a:off x="-2614977" y="-1976735"/>
            <a:ext cx="4433905" cy="3866221"/>
          </a:xfrm>
          <a:prstGeom prst="rect">
            <a:avLst/>
          </a:prstGeom>
          <a:noFill/>
          <a:ln>
            <a:noFill/>
          </a:ln>
        </p:spPr>
      </p:pic>
      <p:sp>
        <p:nvSpPr>
          <p:cNvPr id="120" name="Google Shape;120;p26"/>
          <p:cNvSpPr/>
          <p:nvPr>
            <p:ph idx="2" type="pic"/>
          </p:nvPr>
        </p:nvSpPr>
        <p:spPr>
          <a:xfrm>
            <a:off x="5782800" y="1249550"/>
            <a:ext cx="3361200" cy="389400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1" name="Shape 121"/>
        <p:cNvGrpSpPr/>
        <p:nvPr/>
      </p:nvGrpSpPr>
      <p:grpSpPr>
        <a:xfrm>
          <a:off x="0" y="0"/>
          <a:ext cx="0" cy="0"/>
          <a:chOff x="0" y="0"/>
          <a:chExt cx="0" cy="0"/>
        </a:xfrm>
      </p:grpSpPr>
      <p:sp>
        <p:nvSpPr>
          <p:cNvPr id="122" name="Google Shape;122;p27"/>
          <p:cNvSpPr txBox="1"/>
          <p:nvPr>
            <p:ph idx="1" type="body"/>
          </p:nvPr>
        </p:nvSpPr>
        <p:spPr>
          <a:xfrm>
            <a:off x="457200" y="1221475"/>
            <a:ext cx="8233800" cy="13017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Clr>
                <a:schemeClr val="dk2"/>
              </a:buClr>
              <a:buSzPts val="1200"/>
              <a:buFont typeface="Darker Grotesque SemiBold"/>
              <a:buChar char="●"/>
              <a:defRPr sz="1200"/>
            </a:lvl1pPr>
            <a:lvl2pPr indent="-304800" lvl="1" marL="914400" algn="l">
              <a:lnSpc>
                <a:spcPct val="115000"/>
              </a:lnSpc>
              <a:spcBef>
                <a:spcPts val="0"/>
              </a:spcBef>
              <a:spcAft>
                <a:spcPts val="0"/>
              </a:spcAft>
              <a:buClr>
                <a:srgbClr val="364F27"/>
              </a:buClr>
              <a:buSzPts val="1200"/>
              <a:buFont typeface="Darker Grotesque SemiBold"/>
              <a:buChar char="○"/>
              <a:defRPr/>
            </a:lvl2pPr>
            <a:lvl3pPr indent="-304800" lvl="2" marL="1371600" algn="l">
              <a:lnSpc>
                <a:spcPct val="115000"/>
              </a:lnSpc>
              <a:spcBef>
                <a:spcPts val="0"/>
              </a:spcBef>
              <a:spcAft>
                <a:spcPts val="0"/>
              </a:spcAft>
              <a:buClr>
                <a:srgbClr val="364F27"/>
              </a:buClr>
              <a:buSzPts val="1200"/>
              <a:buFont typeface="Darker Grotesque SemiBold"/>
              <a:buChar char="■"/>
              <a:defRPr/>
            </a:lvl3pPr>
            <a:lvl4pPr indent="-304800" lvl="3" marL="1828800" algn="l">
              <a:lnSpc>
                <a:spcPct val="115000"/>
              </a:lnSpc>
              <a:spcBef>
                <a:spcPts val="0"/>
              </a:spcBef>
              <a:spcAft>
                <a:spcPts val="0"/>
              </a:spcAft>
              <a:buClr>
                <a:srgbClr val="364F27"/>
              </a:buClr>
              <a:buSzPts val="1200"/>
              <a:buFont typeface="Darker Grotesque SemiBold"/>
              <a:buChar char="●"/>
              <a:defRPr/>
            </a:lvl4pPr>
            <a:lvl5pPr indent="-304800" lvl="4" marL="2286000" algn="l">
              <a:lnSpc>
                <a:spcPct val="115000"/>
              </a:lnSpc>
              <a:spcBef>
                <a:spcPts val="0"/>
              </a:spcBef>
              <a:spcAft>
                <a:spcPts val="0"/>
              </a:spcAft>
              <a:buClr>
                <a:srgbClr val="364F27"/>
              </a:buClr>
              <a:buSzPts val="1200"/>
              <a:buFont typeface="Darker Grotesque SemiBold"/>
              <a:buChar char="○"/>
              <a:defRPr/>
            </a:lvl5pPr>
            <a:lvl6pPr indent="-304800" lvl="5" marL="2743200" algn="l">
              <a:lnSpc>
                <a:spcPct val="115000"/>
              </a:lnSpc>
              <a:spcBef>
                <a:spcPts val="0"/>
              </a:spcBef>
              <a:spcAft>
                <a:spcPts val="0"/>
              </a:spcAft>
              <a:buClr>
                <a:srgbClr val="364F27"/>
              </a:buClr>
              <a:buSzPts val="1200"/>
              <a:buFont typeface="Darker Grotesque SemiBold"/>
              <a:buChar char="■"/>
              <a:defRPr/>
            </a:lvl6pPr>
            <a:lvl7pPr indent="-304800" lvl="6" marL="3200400" algn="l">
              <a:lnSpc>
                <a:spcPct val="115000"/>
              </a:lnSpc>
              <a:spcBef>
                <a:spcPts val="0"/>
              </a:spcBef>
              <a:spcAft>
                <a:spcPts val="0"/>
              </a:spcAft>
              <a:buClr>
                <a:srgbClr val="364F27"/>
              </a:buClr>
              <a:buSzPts val="1200"/>
              <a:buFont typeface="Darker Grotesque SemiBold"/>
              <a:buChar char="●"/>
              <a:defRPr/>
            </a:lvl7pPr>
            <a:lvl8pPr indent="-304800" lvl="7" marL="3657600" algn="l">
              <a:lnSpc>
                <a:spcPct val="115000"/>
              </a:lnSpc>
              <a:spcBef>
                <a:spcPts val="0"/>
              </a:spcBef>
              <a:spcAft>
                <a:spcPts val="0"/>
              </a:spcAft>
              <a:buClr>
                <a:srgbClr val="364F27"/>
              </a:buClr>
              <a:buSzPts val="1200"/>
              <a:buFont typeface="Darker Grotesque SemiBold"/>
              <a:buChar char="○"/>
              <a:defRPr/>
            </a:lvl8pPr>
            <a:lvl9pPr indent="-304800" lvl="8" marL="4114800" algn="l">
              <a:lnSpc>
                <a:spcPct val="115000"/>
              </a:lnSpc>
              <a:spcBef>
                <a:spcPts val="0"/>
              </a:spcBef>
              <a:spcAft>
                <a:spcPts val="0"/>
              </a:spcAft>
              <a:buClr>
                <a:srgbClr val="364F27"/>
              </a:buClr>
              <a:buSzPts val="1200"/>
              <a:buFont typeface="Darker Grotesque SemiBold"/>
              <a:buChar char="■"/>
              <a:defRPr/>
            </a:lvl9pPr>
          </a:lstStyle>
          <a:p/>
        </p:txBody>
      </p:sp>
      <p:sp>
        <p:nvSpPr>
          <p:cNvPr id="123" name="Google Shape;123;p27"/>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4" name="Shape 124"/>
        <p:cNvGrpSpPr/>
        <p:nvPr/>
      </p:nvGrpSpPr>
      <p:grpSpPr>
        <a:xfrm>
          <a:off x="0" y="0"/>
          <a:ext cx="0" cy="0"/>
          <a:chOff x="0" y="0"/>
          <a:chExt cx="0" cy="0"/>
        </a:xfrm>
      </p:grpSpPr>
      <p:sp>
        <p:nvSpPr>
          <p:cNvPr id="125" name="Google Shape;125;p28"/>
          <p:cNvSpPr txBox="1"/>
          <p:nvPr>
            <p:ph idx="1" type="subTitle"/>
          </p:nvPr>
        </p:nvSpPr>
        <p:spPr>
          <a:xfrm>
            <a:off x="2026950" y="3196950"/>
            <a:ext cx="5090100" cy="425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6" name="Google Shape;126;p28"/>
          <p:cNvSpPr txBox="1"/>
          <p:nvPr>
            <p:ph idx="2" type="subTitle"/>
          </p:nvPr>
        </p:nvSpPr>
        <p:spPr>
          <a:xfrm>
            <a:off x="2026950" y="1359575"/>
            <a:ext cx="5090100" cy="425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7" name="Google Shape;127;p28"/>
          <p:cNvSpPr txBox="1"/>
          <p:nvPr>
            <p:ph idx="3" type="subTitle"/>
          </p:nvPr>
        </p:nvSpPr>
        <p:spPr>
          <a:xfrm>
            <a:off x="2026950" y="3546450"/>
            <a:ext cx="5090100" cy="83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8" name="Google Shape;128;p28"/>
          <p:cNvSpPr txBox="1"/>
          <p:nvPr>
            <p:ph idx="4" type="subTitle"/>
          </p:nvPr>
        </p:nvSpPr>
        <p:spPr>
          <a:xfrm>
            <a:off x="2026950" y="1709075"/>
            <a:ext cx="5090100" cy="83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9" name="Google Shape;129;p28"/>
          <p:cNvSpPr txBox="1"/>
          <p:nvPr>
            <p:ph type="title"/>
          </p:nvPr>
        </p:nvSpPr>
        <p:spPr>
          <a:xfrm>
            <a:off x="457200" y="212325"/>
            <a:ext cx="82296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130" name="Google Shape;130;p28" title="grad.png"/>
          <p:cNvPicPr preferRelativeResize="0"/>
          <p:nvPr/>
        </p:nvPicPr>
        <p:blipFill rotWithShape="1">
          <a:blip r:embed="rId2">
            <a:alphaModFix amt="64000"/>
          </a:blip>
          <a:srcRect b="8156" l="11022" r="13739" t="0"/>
          <a:stretch/>
        </p:blipFill>
        <p:spPr>
          <a:xfrm rot="2199912">
            <a:off x="-3751676" y="-381272"/>
            <a:ext cx="6626045" cy="5777703"/>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1" name="Shape 131"/>
        <p:cNvGrpSpPr/>
        <p:nvPr/>
      </p:nvGrpSpPr>
      <p:grpSpPr>
        <a:xfrm>
          <a:off x="0" y="0"/>
          <a:ext cx="0" cy="0"/>
          <a:chOff x="0" y="0"/>
          <a:chExt cx="0" cy="0"/>
        </a:xfrm>
      </p:grpSpPr>
      <p:pic>
        <p:nvPicPr>
          <p:cNvPr id="132" name="Google Shape;132;p29" title="grad.png"/>
          <p:cNvPicPr preferRelativeResize="0"/>
          <p:nvPr/>
        </p:nvPicPr>
        <p:blipFill rotWithShape="1">
          <a:blip r:embed="rId2">
            <a:alphaModFix amt="64000"/>
          </a:blip>
          <a:srcRect b="8156" l="11022" r="13739" t="0"/>
          <a:stretch/>
        </p:blipFill>
        <p:spPr>
          <a:xfrm rot="-5810095">
            <a:off x="-1681503" y="-1718043"/>
            <a:ext cx="4467740" cy="3895735"/>
          </a:xfrm>
          <a:prstGeom prst="rect">
            <a:avLst/>
          </a:prstGeom>
          <a:noFill/>
          <a:ln>
            <a:noFill/>
          </a:ln>
        </p:spPr>
      </p:pic>
      <p:sp>
        <p:nvSpPr>
          <p:cNvPr id="133" name="Google Shape;133;p29"/>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4" name="Shape 134"/>
        <p:cNvGrpSpPr/>
        <p:nvPr/>
      </p:nvGrpSpPr>
      <p:grpSpPr>
        <a:xfrm>
          <a:off x="0" y="0"/>
          <a:ext cx="0" cy="0"/>
          <a:chOff x="0" y="0"/>
          <a:chExt cx="0" cy="0"/>
        </a:xfrm>
      </p:grpSpPr>
      <p:sp>
        <p:nvSpPr>
          <p:cNvPr id="135" name="Google Shape;135;p30"/>
          <p:cNvSpPr txBox="1"/>
          <p:nvPr>
            <p:ph idx="1" type="body"/>
          </p:nvPr>
        </p:nvSpPr>
        <p:spPr>
          <a:xfrm>
            <a:off x="4053700" y="1704950"/>
            <a:ext cx="4512900" cy="28368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Font typeface="DM Sans"/>
              <a:buChar char="●"/>
              <a:defRPr sz="1400"/>
            </a:lvl1pPr>
            <a:lvl2pPr indent="-317500" lvl="1" marL="914400" algn="l">
              <a:lnSpc>
                <a:spcPct val="115000"/>
              </a:lnSpc>
              <a:spcBef>
                <a:spcPts val="0"/>
              </a:spcBef>
              <a:spcAft>
                <a:spcPts val="0"/>
              </a:spcAft>
              <a:buSzPts val="1400"/>
              <a:buFont typeface="DM Sans"/>
              <a:buChar char="○"/>
              <a:defRPr/>
            </a:lvl2pPr>
            <a:lvl3pPr indent="-317500" lvl="2" marL="1371600" algn="l">
              <a:lnSpc>
                <a:spcPct val="115000"/>
              </a:lnSpc>
              <a:spcBef>
                <a:spcPts val="0"/>
              </a:spcBef>
              <a:spcAft>
                <a:spcPts val="0"/>
              </a:spcAft>
              <a:buSzPts val="1400"/>
              <a:buFont typeface="DM Sans"/>
              <a:buChar char="■"/>
              <a:defRPr/>
            </a:lvl3pPr>
            <a:lvl4pPr indent="-317500" lvl="3" marL="1828800" algn="l">
              <a:lnSpc>
                <a:spcPct val="115000"/>
              </a:lnSpc>
              <a:spcBef>
                <a:spcPts val="0"/>
              </a:spcBef>
              <a:spcAft>
                <a:spcPts val="0"/>
              </a:spcAft>
              <a:buSzPts val="1400"/>
              <a:buFont typeface="DM Sans"/>
              <a:buChar char="●"/>
              <a:defRPr/>
            </a:lvl4pPr>
            <a:lvl5pPr indent="-317500" lvl="4" marL="2286000" algn="l">
              <a:lnSpc>
                <a:spcPct val="115000"/>
              </a:lnSpc>
              <a:spcBef>
                <a:spcPts val="0"/>
              </a:spcBef>
              <a:spcAft>
                <a:spcPts val="0"/>
              </a:spcAft>
              <a:buSzPts val="1400"/>
              <a:buFont typeface="DM Sans"/>
              <a:buChar char="○"/>
              <a:defRPr/>
            </a:lvl5pPr>
            <a:lvl6pPr indent="-317500" lvl="5" marL="2743200" algn="l">
              <a:lnSpc>
                <a:spcPct val="115000"/>
              </a:lnSpc>
              <a:spcBef>
                <a:spcPts val="0"/>
              </a:spcBef>
              <a:spcAft>
                <a:spcPts val="0"/>
              </a:spcAft>
              <a:buSzPts val="1400"/>
              <a:buFont typeface="DM Sans"/>
              <a:buChar char="■"/>
              <a:defRPr/>
            </a:lvl6pPr>
            <a:lvl7pPr indent="-317500" lvl="6" marL="3200400" algn="l">
              <a:lnSpc>
                <a:spcPct val="115000"/>
              </a:lnSpc>
              <a:spcBef>
                <a:spcPts val="0"/>
              </a:spcBef>
              <a:spcAft>
                <a:spcPts val="0"/>
              </a:spcAft>
              <a:buSzPts val="1400"/>
              <a:buFont typeface="DM Sans"/>
              <a:buChar char="●"/>
              <a:defRPr/>
            </a:lvl7pPr>
            <a:lvl8pPr indent="-317500" lvl="7" marL="3657600" algn="l">
              <a:lnSpc>
                <a:spcPct val="115000"/>
              </a:lnSpc>
              <a:spcBef>
                <a:spcPts val="0"/>
              </a:spcBef>
              <a:spcAft>
                <a:spcPts val="0"/>
              </a:spcAft>
              <a:buSzPts val="1400"/>
              <a:buFont typeface="DM Sans"/>
              <a:buChar char="○"/>
              <a:defRPr/>
            </a:lvl8pPr>
            <a:lvl9pPr indent="-317500" lvl="8" marL="4114800" algn="l">
              <a:lnSpc>
                <a:spcPct val="115000"/>
              </a:lnSpc>
              <a:spcBef>
                <a:spcPts val="0"/>
              </a:spcBef>
              <a:spcAft>
                <a:spcPts val="0"/>
              </a:spcAft>
              <a:buSzPts val="1400"/>
              <a:buFont typeface="DM Sans"/>
              <a:buChar char="■"/>
              <a:defRPr/>
            </a:lvl9pPr>
          </a:lstStyle>
          <a:p/>
        </p:txBody>
      </p:sp>
      <p:sp>
        <p:nvSpPr>
          <p:cNvPr id="136" name="Google Shape;136;p30"/>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7" name="Shape 137"/>
        <p:cNvGrpSpPr/>
        <p:nvPr/>
      </p:nvGrpSpPr>
      <p:grpSpPr>
        <a:xfrm>
          <a:off x="0" y="0"/>
          <a:ext cx="0" cy="0"/>
          <a:chOff x="0" y="0"/>
          <a:chExt cx="0" cy="0"/>
        </a:xfrm>
      </p:grpSpPr>
      <p:sp>
        <p:nvSpPr>
          <p:cNvPr id="138" name="Google Shape;138;p31"/>
          <p:cNvSpPr txBox="1"/>
          <p:nvPr>
            <p:ph type="title"/>
          </p:nvPr>
        </p:nvSpPr>
        <p:spPr>
          <a:xfrm>
            <a:off x="1388100" y="1307100"/>
            <a:ext cx="63678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9" name="Shape 139"/>
        <p:cNvGrpSpPr/>
        <p:nvPr/>
      </p:nvGrpSpPr>
      <p:grpSpPr>
        <a:xfrm>
          <a:off x="0" y="0"/>
          <a:ext cx="0" cy="0"/>
          <a:chOff x="0" y="0"/>
          <a:chExt cx="0" cy="0"/>
        </a:xfrm>
      </p:grpSpPr>
      <p:sp>
        <p:nvSpPr>
          <p:cNvPr id="140" name="Google Shape;140;p32"/>
          <p:cNvSpPr txBox="1"/>
          <p:nvPr>
            <p:ph idx="1" type="subTitle"/>
          </p:nvPr>
        </p:nvSpPr>
        <p:spPr>
          <a:xfrm>
            <a:off x="720064" y="1580125"/>
            <a:ext cx="3597000" cy="238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32"/>
          <p:cNvSpPr txBox="1"/>
          <p:nvPr>
            <p:ph idx="2" type="subTitle"/>
          </p:nvPr>
        </p:nvSpPr>
        <p:spPr>
          <a:xfrm>
            <a:off x="4826936" y="1580125"/>
            <a:ext cx="3597000" cy="238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32"/>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3" name="Shape 143"/>
        <p:cNvGrpSpPr/>
        <p:nvPr/>
      </p:nvGrpSpPr>
      <p:grpSpPr>
        <a:xfrm>
          <a:off x="0" y="0"/>
          <a:ext cx="0" cy="0"/>
          <a:chOff x="0" y="0"/>
          <a:chExt cx="0" cy="0"/>
        </a:xfrm>
      </p:grpSpPr>
      <p:sp>
        <p:nvSpPr>
          <p:cNvPr id="144" name="Google Shape;144;p33"/>
          <p:cNvSpPr/>
          <p:nvPr>
            <p:ph idx="2" type="pic"/>
          </p:nvPr>
        </p:nvSpPr>
        <p:spPr>
          <a:xfrm>
            <a:off x="0" y="2"/>
            <a:ext cx="9144000" cy="5143500"/>
          </a:xfrm>
          <a:prstGeom prst="rect">
            <a:avLst/>
          </a:prstGeom>
          <a:noFill/>
          <a:ln>
            <a:noFill/>
          </a:ln>
        </p:spPr>
      </p:sp>
      <p:sp>
        <p:nvSpPr>
          <p:cNvPr id="145" name="Google Shape;145;p33"/>
          <p:cNvSpPr txBox="1"/>
          <p:nvPr>
            <p:ph type="title"/>
          </p:nvPr>
        </p:nvSpPr>
        <p:spPr>
          <a:xfrm>
            <a:off x="468950" y="370700"/>
            <a:ext cx="2841900" cy="734100"/>
          </a:xfrm>
          <a:prstGeom prst="rect">
            <a:avLst/>
          </a:prstGeom>
          <a:solidFill>
            <a:schemeClr val="lt1"/>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sz="1900">
                <a:solidFill>
                  <a:schemeClr val="lt1"/>
                </a:solidFill>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6" name="Shape 146"/>
        <p:cNvGrpSpPr/>
        <p:nvPr/>
      </p:nvGrpSpPr>
      <p:grpSpPr>
        <a:xfrm>
          <a:off x="0" y="0"/>
          <a:ext cx="0" cy="0"/>
          <a:chOff x="0" y="0"/>
          <a:chExt cx="0" cy="0"/>
        </a:xfrm>
      </p:grpSpPr>
      <p:sp>
        <p:nvSpPr>
          <p:cNvPr id="147" name="Google Shape;147;p34"/>
          <p:cNvSpPr txBox="1"/>
          <p:nvPr>
            <p:ph hasCustomPrompt="1" type="title"/>
          </p:nvPr>
        </p:nvSpPr>
        <p:spPr>
          <a:xfrm>
            <a:off x="1284000" y="1952850"/>
            <a:ext cx="4454700" cy="799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9600"/>
              <a:buNone/>
              <a:defRPr sz="6000"/>
            </a:lvl1pPr>
            <a:lvl2pPr lvl="1" algn="l">
              <a:lnSpc>
                <a:spcPct val="100000"/>
              </a:lnSpc>
              <a:spcBef>
                <a:spcPts val="0"/>
              </a:spcBef>
              <a:spcAft>
                <a:spcPts val="0"/>
              </a:spcAft>
              <a:buSzPts val="9600"/>
              <a:buNone/>
              <a:defRPr sz="9600"/>
            </a:lvl2pPr>
            <a:lvl3pPr lvl="2" algn="l">
              <a:lnSpc>
                <a:spcPct val="100000"/>
              </a:lnSpc>
              <a:spcBef>
                <a:spcPts val="0"/>
              </a:spcBef>
              <a:spcAft>
                <a:spcPts val="0"/>
              </a:spcAft>
              <a:buSzPts val="9600"/>
              <a:buNone/>
              <a:defRPr sz="9600"/>
            </a:lvl3pPr>
            <a:lvl4pPr lvl="3" algn="l">
              <a:lnSpc>
                <a:spcPct val="100000"/>
              </a:lnSpc>
              <a:spcBef>
                <a:spcPts val="0"/>
              </a:spcBef>
              <a:spcAft>
                <a:spcPts val="0"/>
              </a:spcAft>
              <a:buSzPts val="9600"/>
              <a:buNone/>
              <a:defRPr sz="9600"/>
            </a:lvl4pPr>
            <a:lvl5pPr lvl="4" algn="l">
              <a:lnSpc>
                <a:spcPct val="100000"/>
              </a:lnSpc>
              <a:spcBef>
                <a:spcPts val="0"/>
              </a:spcBef>
              <a:spcAft>
                <a:spcPts val="0"/>
              </a:spcAft>
              <a:buSzPts val="9600"/>
              <a:buNone/>
              <a:defRPr sz="9600"/>
            </a:lvl5pPr>
            <a:lvl6pPr lvl="5" algn="l">
              <a:lnSpc>
                <a:spcPct val="100000"/>
              </a:lnSpc>
              <a:spcBef>
                <a:spcPts val="0"/>
              </a:spcBef>
              <a:spcAft>
                <a:spcPts val="0"/>
              </a:spcAft>
              <a:buSzPts val="9600"/>
              <a:buNone/>
              <a:defRPr sz="9600"/>
            </a:lvl6pPr>
            <a:lvl7pPr lvl="6" algn="l">
              <a:lnSpc>
                <a:spcPct val="100000"/>
              </a:lnSpc>
              <a:spcBef>
                <a:spcPts val="0"/>
              </a:spcBef>
              <a:spcAft>
                <a:spcPts val="0"/>
              </a:spcAft>
              <a:buSzPts val="9600"/>
              <a:buNone/>
              <a:defRPr sz="9600"/>
            </a:lvl7pPr>
            <a:lvl8pPr lvl="7" algn="l">
              <a:lnSpc>
                <a:spcPct val="100000"/>
              </a:lnSpc>
              <a:spcBef>
                <a:spcPts val="0"/>
              </a:spcBef>
              <a:spcAft>
                <a:spcPts val="0"/>
              </a:spcAft>
              <a:buSzPts val="9600"/>
              <a:buNone/>
              <a:defRPr sz="9600"/>
            </a:lvl8pPr>
            <a:lvl9pPr lvl="8" algn="l">
              <a:lnSpc>
                <a:spcPct val="100000"/>
              </a:lnSpc>
              <a:spcBef>
                <a:spcPts val="0"/>
              </a:spcBef>
              <a:spcAft>
                <a:spcPts val="0"/>
              </a:spcAft>
              <a:buSzPts val="9600"/>
              <a:buNone/>
              <a:defRPr sz="9600"/>
            </a:lvl9pPr>
          </a:lstStyle>
          <a:p>
            <a:r>
              <a:t>xx%</a:t>
            </a:r>
          </a:p>
        </p:txBody>
      </p:sp>
      <p:sp>
        <p:nvSpPr>
          <p:cNvPr id="148" name="Google Shape;148;p34"/>
          <p:cNvSpPr txBox="1"/>
          <p:nvPr>
            <p:ph idx="1" type="subTitle"/>
          </p:nvPr>
        </p:nvSpPr>
        <p:spPr>
          <a:xfrm>
            <a:off x="1284000" y="2816250"/>
            <a:ext cx="4454700" cy="374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49" name="Shape 149"/>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_1">
    <p:spTree>
      <p:nvGrpSpPr>
        <p:cNvPr id="150" name="Shape 150"/>
        <p:cNvGrpSpPr/>
        <p:nvPr/>
      </p:nvGrpSpPr>
      <p:grpSpPr>
        <a:xfrm>
          <a:off x="0" y="0"/>
          <a:ext cx="0" cy="0"/>
          <a:chOff x="0" y="0"/>
          <a:chExt cx="0" cy="0"/>
        </a:xfrm>
      </p:grpSpPr>
      <p:sp>
        <p:nvSpPr>
          <p:cNvPr id="151" name="Google Shape;151;p36"/>
          <p:cNvSpPr txBox="1"/>
          <p:nvPr>
            <p:ph type="title"/>
          </p:nvPr>
        </p:nvSpPr>
        <p:spPr>
          <a:xfrm>
            <a:off x="2576538" y="1292813"/>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2" name="Google Shape;152;p36"/>
          <p:cNvSpPr txBox="1"/>
          <p:nvPr>
            <p:ph idx="1" type="subTitle"/>
          </p:nvPr>
        </p:nvSpPr>
        <p:spPr>
          <a:xfrm>
            <a:off x="3214064" y="1288025"/>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3" name="Google Shape;153;p36"/>
          <p:cNvSpPr txBox="1"/>
          <p:nvPr>
            <p:ph idx="2" type="title"/>
          </p:nvPr>
        </p:nvSpPr>
        <p:spPr>
          <a:xfrm>
            <a:off x="2576538" y="2187738"/>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4" name="Google Shape;154;p36"/>
          <p:cNvSpPr txBox="1"/>
          <p:nvPr>
            <p:ph idx="3" type="subTitle"/>
          </p:nvPr>
        </p:nvSpPr>
        <p:spPr>
          <a:xfrm>
            <a:off x="3214064" y="2152675"/>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5" name="Google Shape;155;p36"/>
          <p:cNvSpPr txBox="1"/>
          <p:nvPr>
            <p:ph idx="4" type="title"/>
          </p:nvPr>
        </p:nvSpPr>
        <p:spPr>
          <a:xfrm>
            <a:off x="2576538" y="3082675"/>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6" name="Google Shape;156;p36"/>
          <p:cNvSpPr txBox="1"/>
          <p:nvPr>
            <p:ph idx="5" type="subTitle"/>
          </p:nvPr>
        </p:nvSpPr>
        <p:spPr>
          <a:xfrm>
            <a:off x="3214064" y="3077888"/>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7" name="Google Shape;157;p36"/>
          <p:cNvSpPr txBox="1"/>
          <p:nvPr>
            <p:ph idx="6" type="title"/>
          </p:nvPr>
        </p:nvSpPr>
        <p:spPr>
          <a:xfrm>
            <a:off x="2576538" y="3937813"/>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8" name="Google Shape;158;p36"/>
          <p:cNvSpPr txBox="1"/>
          <p:nvPr>
            <p:ph idx="7" type="subTitle"/>
          </p:nvPr>
        </p:nvSpPr>
        <p:spPr>
          <a:xfrm>
            <a:off x="3214064" y="3933025"/>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9" name="Google Shape;159;p36"/>
          <p:cNvSpPr txBox="1"/>
          <p:nvPr>
            <p:ph idx="8"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160" name="Google Shape;160;p36" title="grad.png"/>
          <p:cNvPicPr preferRelativeResize="0"/>
          <p:nvPr/>
        </p:nvPicPr>
        <p:blipFill rotWithShape="1">
          <a:blip r:embed="rId2">
            <a:alphaModFix amt="64000"/>
          </a:blip>
          <a:srcRect b="8156" l="11022" r="13739" t="0"/>
          <a:stretch/>
        </p:blipFill>
        <p:spPr>
          <a:xfrm rot="10523439">
            <a:off x="6530752" y="569101"/>
            <a:ext cx="6626046" cy="5777702"/>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161" name="Shape 161"/>
        <p:cNvGrpSpPr/>
        <p:nvPr/>
      </p:nvGrpSpPr>
      <p:grpSpPr>
        <a:xfrm>
          <a:off x="0" y="0"/>
          <a:ext cx="0" cy="0"/>
          <a:chOff x="0" y="0"/>
          <a:chExt cx="0" cy="0"/>
        </a:xfrm>
      </p:grpSpPr>
      <p:sp>
        <p:nvSpPr>
          <p:cNvPr id="162" name="Google Shape;162;p37"/>
          <p:cNvSpPr txBox="1"/>
          <p:nvPr>
            <p:ph idx="1" type="subTitle"/>
          </p:nvPr>
        </p:nvSpPr>
        <p:spPr>
          <a:xfrm>
            <a:off x="925650" y="1248050"/>
            <a:ext cx="7292700" cy="188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3" name="Google Shape;163;p37"/>
          <p:cNvSpPr txBox="1"/>
          <p:nvPr>
            <p:ph type="title"/>
          </p:nvPr>
        </p:nvSpPr>
        <p:spPr>
          <a:xfrm>
            <a:off x="457200" y="3445725"/>
            <a:ext cx="8113800" cy="127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164" name="Google Shape;164;p37" title="grad.png"/>
          <p:cNvPicPr preferRelativeResize="0"/>
          <p:nvPr/>
        </p:nvPicPr>
        <p:blipFill rotWithShape="1">
          <a:blip r:embed="rId2">
            <a:alphaModFix amt="64000"/>
          </a:blip>
          <a:srcRect b="8156" l="11022" r="13739" t="0"/>
          <a:stretch/>
        </p:blipFill>
        <p:spPr>
          <a:xfrm rot="-2081560">
            <a:off x="3620825" y="2570478"/>
            <a:ext cx="6626048" cy="5777701"/>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65" name="Shape 165"/>
        <p:cNvGrpSpPr/>
        <p:nvPr/>
      </p:nvGrpSpPr>
      <p:grpSpPr>
        <a:xfrm>
          <a:off x="0" y="0"/>
          <a:ext cx="0" cy="0"/>
          <a:chOff x="0" y="0"/>
          <a:chExt cx="0" cy="0"/>
        </a:xfrm>
      </p:grpSpPr>
      <p:pic>
        <p:nvPicPr>
          <p:cNvPr id="166" name="Google Shape;166;p38" title="grad.png"/>
          <p:cNvPicPr preferRelativeResize="0"/>
          <p:nvPr/>
        </p:nvPicPr>
        <p:blipFill rotWithShape="1">
          <a:blip r:embed="rId2">
            <a:alphaModFix amt="64000"/>
          </a:blip>
          <a:srcRect b="8156" l="11022" r="13739" t="0"/>
          <a:stretch/>
        </p:blipFill>
        <p:spPr>
          <a:xfrm rot="4050186">
            <a:off x="7011650" y="-2139285"/>
            <a:ext cx="6626046" cy="5777703"/>
          </a:xfrm>
          <a:prstGeom prst="rect">
            <a:avLst/>
          </a:prstGeom>
          <a:noFill/>
          <a:ln>
            <a:noFill/>
          </a:ln>
        </p:spPr>
      </p:pic>
      <p:sp>
        <p:nvSpPr>
          <p:cNvPr id="167" name="Google Shape;167;p38"/>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68" name="Shape 168"/>
        <p:cNvGrpSpPr/>
        <p:nvPr/>
      </p:nvGrpSpPr>
      <p:grpSpPr>
        <a:xfrm>
          <a:off x="0" y="0"/>
          <a:ext cx="0" cy="0"/>
          <a:chOff x="0" y="0"/>
          <a:chExt cx="0" cy="0"/>
        </a:xfrm>
      </p:grpSpPr>
      <p:sp>
        <p:nvSpPr>
          <p:cNvPr id="169" name="Google Shape;169;p39"/>
          <p:cNvSpPr txBox="1"/>
          <p:nvPr>
            <p:ph idx="1" type="subTitle"/>
          </p:nvPr>
        </p:nvSpPr>
        <p:spPr>
          <a:xfrm>
            <a:off x="2535450" y="1623725"/>
            <a:ext cx="4131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0" name="Google Shape;170;p39"/>
          <p:cNvSpPr txBox="1"/>
          <p:nvPr>
            <p:ph idx="2" type="subTitle"/>
          </p:nvPr>
        </p:nvSpPr>
        <p:spPr>
          <a:xfrm>
            <a:off x="2535450" y="2833200"/>
            <a:ext cx="4131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1" name="Google Shape;171;p39"/>
          <p:cNvSpPr txBox="1"/>
          <p:nvPr>
            <p:ph idx="3" type="subTitle"/>
          </p:nvPr>
        </p:nvSpPr>
        <p:spPr>
          <a:xfrm>
            <a:off x="2535450" y="4044525"/>
            <a:ext cx="4131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2" name="Google Shape;172;p39"/>
          <p:cNvSpPr txBox="1"/>
          <p:nvPr>
            <p:ph idx="4" type="subTitle"/>
          </p:nvPr>
        </p:nvSpPr>
        <p:spPr>
          <a:xfrm>
            <a:off x="2535450" y="1302750"/>
            <a:ext cx="4131000" cy="44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3" name="Google Shape;173;p39"/>
          <p:cNvSpPr txBox="1"/>
          <p:nvPr>
            <p:ph idx="5" type="subTitle"/>
          </p:nvPr>
        </p:nvSpPr>
        <p:spPr>
          <a:xfrm>
            <a:off x="2535450" y="3723550"/>
            <a:ext cx="4131000" cy="44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4" name="Google Shape;174;p39"/>
          <p:cNvSpPr txBox="1"/>
          <p:nvPr>
            <p:ph idx="6" type="subTitle"/>
          </p:nvPr>
        </p:nvSpPr>
        <p:spPr>
          <a:xfrm>
            <a:off x="2535450" y="2513150"/>
            <a:ext cx="4131000" cy="44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5" name="Google Shape;175;p39"/>
          <p:cNvSpPr txBox="1"/>
          <p:nvPr>
            <p:ph type="title"/>
          </p:nvPr>
        </p:nvSpPr>
        <p:spPr>
          <a:xfrm>
            <a:off x="486150" y="212325"/>
            <a:ext cx="81717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176" name="Google Shape;176;p39" title="grad.png"/>
          <p:cNvPicPr preferRelativeResize="0"/>
          <p:nvPr/>
        </p:nvPicPr>
        <p:blipFill rotWithShape="1">
          <a:blip r:embed="rId2">
            <a:alphaModFix amt="64000"/>
          </a:blip>
          <a:srcRect b="8156" l="11022" r="13739" t="0"/>
          <a:stretch/>
        </p:blipFill>
        <p:spPr>
          <a:xfrm rot="4361546">
            <a:off x="5069624" y="2708649"/>
            <a:ext cx="6626049" cy="5777701"/>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77" name="Shape 177"/>
        <p:cNvGrpSpPr/>
        <p:nvPr/>
      </p:nvGrpSpPr>
      <p:grpSpPr>
        <a:xfrm>
          <a:off x="0" y="0"/>
          <a:ext cx="0" cy="0"/>
          <a:chOff x="0" y="0"/>
          <a:chExt cx="0" cy="0"/>
        </a:xfrm>
      </p:grpSpPr>
      <p:sp>
        <p:nvSpPr>
          <p:cNvPr id="178" name="Google Shape;178;p40"/>
          <p:cNvSpPr txBox="1"/>
          <p:nvPr>
            <p:ph idx="1" type="subTitle"/>
          </p:nvPr>
        </p:nvSpPr>
        <p:spPr>
          <a:xfrm>
            <a:off x="1388993" y="1626476"/>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9" name="Google Shape;179;p40"/>
          <p:cNvSpPr txBox="1"/>
          <p:nvPr>
            <p:ph idx="2" type="subTitle"/>
          </p:nvPr>
        </p:nvSpPr>
        <p:spPr>
          <a:xfrm>
            <a:off x="4982696" y="1626476"/>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0" name="Google Shape;180;p40"/>
          <p:cNvSpPr txBox="1"/>
          <p:nvPr>
            <p:ph idx="3" type="subTitle"/>
          </p:nvPr>
        </p:nvSpPr>
        <p:spPr>
          <a:xfrm>
            <a:off x="1388993" y="2816631"/>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1" name="Google Shape;181;p40"/>
          <p:cNvSpPr txBox="1"/>
          <p:nvPr>
            <p:ph idx="4" type="subTitle"/>
          </p:nvPr>
        </p:nvSpPr>
        <p:spPr>
          <a:xfrm>
            <a:off x="4982696" y="4006823"/>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2" name="Google Shape;182;p40"/>
          <p:cNvSpPr txBox="1"/>
          <p:nvPr>
            <p:ph idx="5" type="subTitle"/>
          </p:nvPr>
        </p:nvSpPr>
        <p:spPr>
          <a:xfrm>
            <a:off x="1388990" y="4006873"/>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3" name="Google Shape;183;p40"/>
          <p:cNvSpPr txBox="1"/>
          <p:nvPr>
            <p:ph idx="6" type="subTitle"/>
          </p:nvPr>
        </p:nvSpPr>
        <p:spPr>
          <a:xfrm>
            <a:off x="4982698" y="2816631"/>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4" name="Google Shape;184;p40"/>
          <p:cNvSpPr txBox="1"/>
          <p:nvPr>
            <p:ph idx="7" type="subTitle"/>
          </p:nvPr>
        </p:nvSpPr>
        <p:spPr>
          <a:xfrm>
            <a:off x="1388998" y="1345450"/>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5" name="Google Shape;185;p40"/>
          <p:cNvSpPr txBox="1"/>
          <p:nvPr>
            <p:ph idx="8" type="subTitle"/>
          </p:nvPr>
        </p:nvSpPr>
        <p:spPr>
          <a:xfrm>
            <a:off x="4982698" y="1345450"/>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6" name="Google Shape;186;p40"/>
          <p:cNvSpPr txBox="1"/>
          <p:nvPr>
            <p:ph idx="9" type="subTitle"/>
          </p:nvPr>
        </p:nvSpPr>
        <p:spPr>
          <a:xfrm>
            <a:off x="1388988" y="3725847"/>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7" name="Google Shape;187;p40"/>
          <p:cNvSpPr txBox="1"/>
          <p:nvPr>
            <p:ph idx="13" type="subTitle"/>
          </p:nvPr>
        </p:nvSpPr>
        <p:spPr>
          <a:xfrm>
            <a:off x="1388998" y="2535655"/>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8" name="Google Shape;188;p40"/>
          <p:cNvSpPr txBox="1"/>
          <p:nvPr>
            <p:ph idx="14" type="subTitle"/>
          </p:nvPr>
        </p:nvSpPr>
        <p:spPr>
          <a:xfrm>
            <a:off x="4982705" y="3725847"/>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9" name="Google Shape;189;p40"/>
          <p:cNvSpPr txBox="1"/>
          <p:nvPr>
            <p:ph idx="15" type="subTitle"/>
          </p:nvPr>
        </p:nvSpPr>
        <p:spPr>
          <a:xfrm>
            <a:off x="4982702" y="2535655"/>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90" name="Google Shape;190;p40"/>
          <p:cNvSpPr txBox="1"/>
          <p:nvPr>
            <p:ph type="title"/>
          </p:nvPr>
        </p:nvSpPr>
        <p:spPr>
          <a:xfrm>
            <a:off x="457200" y="212325"/>
            <a:ext cx="81717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191" name="Google Shape;191;p40" title="grad.png"/>
          <p:cNvPicPr preferRelativeResize="0"/>
          <p:nvPr/>
        </p:nvPicPr>
        <p:blipFill rotWithShape="1">
          <a:blip r:embed="rId2">
            <a:alphaModFix amt="64000"/>
          </a:blip>
          <a:srcRect b="8156" l="11022" r="13739" t="0"/>
          <a:stretch/>
        </p:blipFill>
        <p:spPr>
          <a:xfrm rot="-10217320">
            <a:off x="5733322" y="-2469272"/>
            <a:ext cx="6626053" cy="577770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92" name="Shape 192"/>
        <p:cNvGrpSpPr/>
        <p:nvPr/>
      </p:nvGrpSpPr>
      <p:grpSpPr>
        <a:xfrm>
          <a:off x="0" y="0"/>
          <a:ext cx="0" cy="0"/>
          <a:chOff x="0" y="0"/>
          <a:chExt cx="0" cy="0"/>
        </a:xfrm>
      </p:grpSpPr>
      <p:sp>
        <p:nvSpPr>
          <p:cNvPr id="193" name="Google Shape;193;p41"/>
          <p:cNvSpPr txBox="1"/>
          <p:nvPr>
            <p:ph type="title"/>
          </p:nvPr>
        </p:nvSpPr>
        <p:spPr>
          <a:xfrm flipH="1">
            <a:off x="457200" y="535613"/>
            <a:ext cx="3418200" cy="754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i="1" sz="43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194" name="Google Shape;194;p41"/>
          <p:cNvSpPr txBox="1"/>
          <p:nvPr>
            <p:ph idx="1" type="subTitle"/>
          </p:nvPr>
        </p:nvSpPr>
        <p:spPr>
          <a:xfrm flipH="1">
            <a:off x="457200" y="1143166"/>
            <a:ext cx="3418200" cy="30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5" name="Google Shape;195;p41"/>
          <p:cNvSpPr txBox="1"/>
          <p:nvPr>
            <p:ph idx="2" type="title"/>
          </p:nvPr>
        </p:nvSpPr>
        <p:spPr>
          <a:xfrm>
            <a:off x="5268600" y="3691238"/>
            <a:ext cx="3418200" cy="7545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6200"/>
              <a:buNone/>
              <a:defRPr i="1" sz="43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196" name="Google Shape;196;p41"/>
          <p:cNvSpPr txBox="1"/>
          <p:nvPr>
            <p:ph idx="3" type="subTitle"/>
          </p:nvPr>
        </p:nvSpPr>
        <p:spPr>
          <a:xfrm>
            <a:off x="5268600" y="4298566"/>
            <a:ext cx="3418200" cy="309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197" name="Google Shape;197;p41" title="grad.png"/>
          <p:cNvPicPr preferRelativeResize="0"/>
          <p:nvPr/>
        </p:nvPicPr>
        <p:blipFill rotWithShape="1">
          <a:blip r:embed="rId2">
            <a:alphaModFix amt="64000"/>
          </a:blip>
          <a:srcRect b="8156" l="11022" r="13739" t="0"/>
          <a:stretch/>
        </p:blipFill>
        <p:spPr>
          <a:xfrm rot="-1375060">
            <a:off x="-2000797" y="1668352"/>
            <a:ext cx="6626044" cy="5777701"/>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bg>
      <p:bgPr>
        <a:solidFill>
          <a:schemeClr val="lt1"/>
        </a:solidFill>
      </p:bgPr>
    </p:bg>
    <p:spTree>
      <p:nvGrpSpPr>
        <p:cNvPr id="198" name="Shape 198"/>
        <p:cNvGrpSpPr/>
        <p:nvPr/>
      </p:nvGrpSpPr>
      <p:grpSpPr>
        <a:xfrm>
          <a:off x="0" y="0"/>
          <a:ext cx="0" cy="0"/>
          <a:chOff x="0" y="0"/>
          <a:chExt cx="0" cy="0"/>
        </a:xfrm>
      </p:grpSpPr>
      <p:sp>
        <p:nvSpPr>
          <p:cNvPr id="199" name="Google Shape;199;p42"/>
          <p:cNvSpPr txBox="1"/>
          <p:nvPr>
            <p:ph type="title"/>
          </p:nvPr>
        </p:nvSpPr>
        <p:spPr>
          <a:xfrm>
            <a:off x="3243050" y="456638"/>
            <a:ext cx="5443500" cy="10359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500"/>
              <a:buNone/>
              <a:defRPr sz="74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00" name="Google Shape;200;p42"/>
          <p:cNvSpPr txBox="1"/>
          <p:nvPr>
            <p:ph idx="1" type="subTitle"/>
          </p:nvPr>
        </p:nvSpPr>
        <p:spPr>
          <a:xfrm>
            <a:off x="4641006" y="1310655"/>
            <a:ext cx="4045800" cy="12318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 name="Google Shape;201;p42"/>
          <p:cNvSpPr txBox="1"/>
          <p:nvPr/>
        </p:nvSpPr>
        <p:spPr>
          <a:xfrm>
            <a:off x="457200" y="3847013"/>
            <a:ext cx="5757300" cy="55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lbert Sans"/>
                <a:ea typeface="Albert Sans"/>
                <a:cs typeface="Albert Sans"/>
                <a:sym typeface="Albert Sans"/>
              </a:rPr>
              <a:t>CREDITS: This presentation template was created by </a:t>
            </a:r>
            <a:r>
              <a:rPr b="1" i="0" lang="en" sz="1200" u="none" cap="none" strike="noStrike">
                <a:solidFill>
                  <a:schemeClr val="hlink"/>
                </a:solidFill>
                <a:uFill>
                  <a:noFill/>
                </a:uFill>
                <a:latin typeface="Albert Sans"/>
                <a:ea typeface="Albert Sans"/>
                <a:cs typeface="Albert Sans"/>
                <a:sym typeface="Albert Sans"/>
                <a:hlinkClick r:id="rId2"/>
              </a:rPr>
              <a:t>Slidesgo</a:t>
            </a:r>
            <a:r>
              <a:rPr b="0" i="0" lang="en" sz="1200" u="none" cap="none" strike="noStrike">
                <a:solidFill>
                  <a:schemeClr val="dk1"/>
                </a:solidFill>
                <a:latin typeface="Albert Sans"/>
                <a:ea typeface="Albert Sans"/>
                <a:cs typeface="Albert Sans"/>
                <a:sym typeface="Albert Sans"/>
              </a:rPr>
              <a:t>, and includes icons, infographics &amp; images by </a:t>
            </a:r>
            <a:r>
              <a:rPr b="1" i="0" lang="en" sz="1200" u="none" cap="none" strike="noStrike">
                <a:solidFill>
                  <a:schemeClr val="hlink"/>
                </a:solidFill>
                <a:uFill>
                  <a:noFill/>
                </a:uFill>
                <a:latin typeface="Albert Sans"/>
                <a:ea typeface="Albert Sans"/>
                <a:cs typeface="Albert Sans"/>
                <a:sym typeface="Albert Sans"/>
                <a:hlinkClick r:id="rId3"/>
              </a:rPr>
              <a:t>Freepik</a:t>
            </a:r>
            <a:r>
              <a:rPr b="1" i="0" lang="en" sz="1200" u="none" cap="none" strike="noStrike">
                <a:solidFill>
                  <a:schemeClr val="dk1"/>
                </a:solidFill>
                <a:latin typeface="Albert Sans"/>
                <a:ea typeface="Albert Sans"/>
                <a:cs typeface="Albert Sans"/>
                <a:sym typeface="Albert Sans"/>
              </a:rPr>
              <a:t> </a:t>
            </a:r>
            <a:endParaRPr b="1" i="0" sz="1200" u="sng" cap="none" strike="noStrike">
              <a:solidFill>
                <a:schemeClr val="dk1"/>
              </a:solidFill>
              <a:latin typeface="Albert Sans"/>
              <a:ea typeface="Albert Sans"/>
              <a:cs typeface="Albert Sans"/>
              <a:sym typeface="Albert San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02" name="Shape 202"/>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03" name="Shape 203"/>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204" name="Shape 204"/>
        <p:cNvGrpSpPr/>
        <p:nvPr/>
      </p:nvGrpSpPr>
      <p:grpSpPr>
        <a:xfrm>
          <a:off x="0" y="0"/>
          <a:ext cx="0" cy="0"/>
          <a:chOff x="0" y="0"/>
          <a:chExt cx="0" cy="0"/>
        </a:xfrm>
      </p:grpSpPr>
      <p:sp>
        <p:nvSpPr>
          <p:cNvPr id="205" name="Google Shape;205;p45"/>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206" name="Google Shape;206;p45"/>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07" name="Google Shape;207;p4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08" name="Google Shape;208;p4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09" name="Google Shape;209;p4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3" name="Shape 213"/>
        <p:cNvGrpSpPr/>
        <p:nvPr/>
      </p:nvGrpSpPr>
      <p:grpSpPr>
        <a:xfrm>
          <a:off x="0" y="0"/>
          <a:ext cx="0" cy="0"/>
          <a:chOff x="0" y="0"/>
          <a:chExt cx="0" cy="0"/>
        </a:xfrm>
      </p:grpSpPr>
      <p:sp>
        <p:nvSpPr>
          <p:cNvPr id="214" name="Google Shape;214;p47"/>
          <p:cNvSpPr txBox="1"/>
          <p:nvPr>
            <p:ph idx="1" type="subTitle"/>
          </p:nvPr>
        </p:nvSpPr>
        <p:spPr>
          <a:xfrm flipH="1">
            <a:off x="457200" y="4391750"/>
            <a:ext cx="4215600" cy="38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15" name="Google Shape;215;p47"/>
          <p:cNvSpPr txBox="1"/>
          <p:nvPr>
            <p:ph type="ctrTitle"/>
          </p:nvPr>
        </p:nvSpPr>
        <p:spPr>
          <a:xfrm flipH="1" rot="130">
            <a:off x="457525" y="368058"/>
            <a:ext cx="7931100" cy="2430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191919"/>
              </a:buClr>
              <a:buSzPts val="5200"/>
              <a:buNone/>
              <a:defRPr sz="7500">
                <a:latin typeface="Viaoda Libre"/>
                <a:ea typeface="Viaoda Libre"/>
                <a:cs typeface="Viaoda Libre"/>
                <a:sym typeface="Viaoda Libre"/>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pic>
        <p:nvPicPr>
          <p:cNvPr id="216" name="Google Shape;216;p47" title="grad.png"/>
          <p:cNvPicPr preferRelativeResize="0"/>
          <p:nvPr/>
        </p:nvPicPr>
        <p:blipFill rotWithShape="1">
          <a:blip r:embed="rId2">
            <a:alphaModFix amt="64000"/>
          </a:blip>
          <a:srcRect b="8156" l="11022" r="13739" t="0"/>
          <a:stretch/>
        </p:blipFill>
        <p:spPr>
          <a:xfrm>
            <a:off x="3834475" y="1266252"/>
            <a:ext cx="6626048" cy="5777702"/>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17" name="Shape 217"/>
        <p:cNvGrpSpPr/>
        <p:nvPr/>
      </p:nvGrpSpPr>
      <p:grpSpPr>
        <a:xfrm>
          <a:off x="0" y="0"/>
          <a:ext cx="0" cy="0"/>
          <a:chOff x="0" y="0"/>
          <a:chExt cx="0" cy="0"/>
        </a:xfrm>
      </p:grpSpPr>
      <p:pic>
        <p:nvPicPr>
          <p:cNvPr id="218" name="Google Shape;218;p48" title="grad.png"/>
          <p:cNvPicPr preferRelativeResize="0"/>
          <p:nvPr/>
        </p:nvPicPr>
        <p:blipFill rotWithShape="1">
          <a:blip r:embed="rId2">
            <a:alphaModFix amt="64000"/>
          </a:blip>
          <a:srcRect b="8156" l="11022" r="13739" t="0"/>
          <a:stretch/>
        </p:blipFill>
        <p:spPr>
          <a:xfrm rot="-8424634">
            <a:off x="172170" y="-2061694"/>
            <a:ext cx="4599704" cy="4010789"/>
          </a:xfrm>
          <a:prstGeom prst="rect">
            <a:avLst/>
          </a:prstGeom>
          <a:noFill/>
          <a:ln>
            <a:noFill/>
          </a:ln>
        </p:spPr>
      </p:pic>
      <p:sp>
        <p:nvSpPr>
          <p:cNvPr id="219" name="Google Shape;219;p48"/>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_1">
    <p:spTree>
      <p:nvGrpSpPr>
        <p:cNvPr id="220" name="Shape 220"/>
        <p:cNvGrpSpPr/>
        <p:nvPr/>
      </p:nvGrpSpPr>
      <p:grpSpPr>
        <a:xfrm>
          <a:off x="0" y="0"/>
          <a:ext cx="0" cy="0"/>
          <a:chOff x="0" y="0"/>
          <a:chExt cx="0" cy="0"/>
        </a:xfrm>
      </p:grpSpPr>
      <p:sp>
        <p:nvSpPr>
          <p:cNvPr id="221" name="Google Shape;221;p49"/>
          <p:cNvSpPr txBox="1"/>
          <p:nvPr>
            <p:ph idx="1" type="body"/>
          </p:nvPr>
        </p:nvSpPr>
        <p:spPr>
          <a:xfrm>
            <a:off x="845200" y="1199375"/>
            <a:ext cx="4620300" cy="21003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dk2"/>
              </a:buClr>
              <a:buSzPts val="1400"/>
              <a:buFont typeface="DM Sans"/>
              <a:buChar char="●"/>
              <a:defRPr sz="1400"/>
            </a:lvl1pPr>
            <a:lvl2pPr indent="-317500" lvl="1" marL="914400" algn="l">
              <a:lnSpc>
                <a:spcPct val="115000"/>
              </a:lnSpc>
              <a:spcBef>
                <a:spcPts val="0"/>
              </a:spcBef>
              <a:spcAft>
                <a:spcPts val="0"/>
              </a:spcAft>
              <a:buSzPts val="1400"/>
              <a:buFont typeface="DM Sans"/>
              <a:buChar char="○"/>
              <a:defRPr/>
            </a:lvl2pPr>
            <a:lvl3pPr indent="-317500" lvl="2" marL="1371600" algn="l">
              <a:lnSpc>
                <a:spcPct val="115000"/>
              </a:lnSpc>
              <a:spcBef>
                <a:spcPts val="0"/>
              </a:spcBef>
              <a:spcAft>
                <a:spcPts val="0"/>
              </a:spcAft>
              <a:buSzPts val="1400"/>
              <a:buFont typeface="DM Sans"/>
              <a:buChar char="■"/>
              <a:defRPr/>
            </a:lvl3pPr>
            <a:lvl4pPr indent="-317500" lvl="3" marL="1828800" algn="l">
              <a:lnSpc>
                <a:spcPct val="115000"/>
              </a:lnSpc>
              <a:spcBef>
                <a:spcPts val="0"/>
              </a:spcBef>
              <a:spcAft>
                <a:spcPts val="0"/>
              </a:spcAft>
              <a:buSzPts val="1400"/>
              <a:buFont typeface="DM Sans"/>
              <a:buChar char="●"/>
              <a:defRPr/>
            </a:lvl4pPr>
            <a:lvl5pPr indent="-317500" lvl="4" marL="2286000" algn="l">
              <a:lnSpc>
                <a:spcPct val="115000"/>
              </a:lnSpc>
              <a:spcBef>
                <a:spcPts val="0"/>
              </a:spcBef>
              <a:spcAft>
                <a:spcPts val="0"/>
              </a:spcAft>
              <a:buSzPts val="1400"/>
              <a:buFont typeface="DM Sans"/>
              <a:buChar char="○"/>
              <a:defRPr/>
            </a:lvl5pPr>
            <a:lvl6pPr indent="-317500" lvl="5" marL="2743200" algn="l">
              <a:lnSpc>
                <a:spcPct val="115000"/>
              </a:lnSpc>
              <a:spcBef>
                <a:spcPts val="0"/>
              </a:spcBef>
              <a:spcAft>
                <a:spcPts val="0"/>
              </a:spcAft>
              <a:buSzPts val="1400"/>
              <a:buFont typeface="DM Sans"/>
              <a:buChar char="■"/>
              <a:defRPr/>
            </a:lvl6pPr>
            <a:lvl7pPr indent="-317500" lvl="6" marL="3200400" algn="l">
              <a:lnSpc>
                <a:spcPct val="115000"/>
              </a:lnSpc>
              <a:spcBef>
                <a:spcPts val="0"/>
              </a:spcBef>
              <a:spcAft>
                <a:spcPts val="0"/>
              </a:spcAft>
              <a:buSzPts val="1400"/>
              <a:buFont typeface="DM Sans"/>
              <a:buChar char="●"/>
              <a:defRPr/>
            </a:lvl7pPr>
            <a:lvl8pPr indent="-317500" lvl="7" marL="3657600" algn="l">
              <a:lnSpc>
                <a:spcPct val="115000"/>
              </a:lnSpc>
              <a:spcBef>
                <a:spcPts val="0"/>
              </a:spcBef>
              <a:spcAft>
                <a:spcPts val="0"/>
              </a:spcAft>
              <a:buSzPts val="1400"/>
              <a:buFont typeface="DM Sans"/>
              <a:buChar char="○"/>
              <a:defRPr/>
            </a:lvl8pPr>
            <a:lvl9pPr indent="-317500" lvl="8" marL="4114800" algn="l">
              <a:lnSpc>
                <a:spcPct val="115000"/>
              </a:lnSpc>
              <a:spcBef>
                <a:spcPts val="0"/>
              </a:spcBef>
              <a:spcAft>
                <a:spcPts val="0"/>
              </a:spcAft>
              <a:buSzPts val="1400"/>
              <a:buFont typeface="DM Sans"/>
              <a:buChar char="■"/>
              <a:defRPr/>
            </a:lvl9pPr>
          </a:lstStyle>
          <a:p/>
        </p:txBody>
      </p:sp>
      <p:sp>
        <p:nvSpPr>
          <p:cNvPr id="222" name="Google Shape;222;p49"/>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223" name="Google Shape;223;p49" title="grad.png"/>
          <p:cNvPicPr preferRelativeResize="0"/>
          <p:nvPr/>
        </p:nvPicPr>
        <p:blipFill rotWithShape="1">
          <a:blip r:embed="rId2">
            <a:alphaModFix amt="64000"/>
          </a:blip>
          <a:srcRect b="8156" l="11022" r="13739" t="0"/>
          <a:stretch/>
        </p:blipFill>
        <p:spPr>
          <a:xfrm rot="3072118">
            <a:off x="-2614977" y="-1976735"/>
            <a:ext cx="4433905" cy="3866221"/>
          </a:xfrm>
          <a:prstGeom prst="rect">
            <a:avLst/>
          </a:prstGeom>
          <a:noFill/>
          <a:ln>
            <a:noFill/>
          </a:ln>
        </p:spPr>
      </p:pic>
      <p:sp>
        <p:nvSpPr>
          <p:cNvPr id="224" name="Google Shape;224;p49"/>
          <p:cNvSpPr/>
          <p:nvPr>
            <p:ph idx="2" type="pic"/>
          </p:nvPr>
        </p:nvSpPr>
        <p:spPr>
          <a:xfrm>
            <a:off x="5782800" y="1249550"/>
            <a:ext cx="3361200" cy="38940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225" name="Shape 225"/>
        <p:cNvGrpSpPr/>
        <p:nvPr/>
      </p:nvGrpSpPr>
      <p:grpSpPr>
        <a:xfrm>
          <a:off x="0" y="0"/>
          <a:ext cx="0" cy="0"/>
          <a:chOff x="0" y="0"/>
          <a:chExt cx="0" cy="0"/>
        </a:xfrm>
      </p:grpSpPr>
      <p:sp>
        <p:nvSpPr>
          <p:cNvPr id="226" name="Google Shape;226;p50"/>
          <p:cNvSpPr txBox="1"/>
          <p:nvPr>
            <p:ph type="title"/>
          </p:nvPr>
        </p:nvSpPr>
        <p:spPr>
          <a:xfrm flipH="1">
            <a:off x="2478600" y="1790900"/>
            <a:ext cx="6208200" cy="29121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600"/>
              <a:buNone/>
              <a:defRPr b="0" sz="48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27" name="Google Shape;227;p50"/>
          <p:cNvSpPr txBox="1"/>
          <p:nvPr>
            <p:ph idx="2" type="title"/>
          </p:nvPr>
        </p:nvSpPr>
        <p:spPr>
          <a:xfrm>
            <a:off x="457200" y="440450"/>
            <a:ext cx="1295100" cy="763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6000"/>
              <a:buNone/>
              <a:defRPr b="0" i="1" sz="6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pic>
        <p:nvPicPr>
          <p:cNvPr id="228" name="Google Shape;228;p50" title="grad.png"/>
          <p:cNvPicPr preferRelativeResize="0"/>
          <p:nvPr/>
        </p:nvPicPr>
        <p:blipFill rotWithShape="1">
          <a:blip r:embed="rId2">
            <a:alphaModFix amt="64000"/>
          </a:blip>
          <a:srcRect b="8156" l="11022" r="13739" t="0"/>
          <a:stretch/>
        </p:blipFill>
        <p:spPr>
          <a:xfrm rot="8601403">
            <a:off x="2378586" y="-4229028"/>
            <a:ext cx="8776077" cy="7652452"/>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9" name="Shape 229"/>
        <p:cNvGrpSpPr/>
        <p:nvPr/>
      </p:nvGrpSpPr>
      <p:grpSpPr>
        <a:xfrm>
          <a:off x="0" y="0"/>
          <a:ext cx="0" cy="0"/>
          <a:chOff x="0" y="0"/>
          <a:chExt cx="0" cy="0"/>
        </a:xfrm>
      </p:grpSpPr>
      <p:sp>
        <p:nvSpPr>
          <p:cNvPr id="230" name="Google Shape;230;p51"/>
          <p:cNvSpPr txBox="1"/>
          <p:nvPr>
            <p:ph idx="1" type="body"/>
          </p:nvPr>
        </p:nvSpPr>
        <p:spPr>
          <a:xfrm>
            <a:off x="457200" y="1221475"/>
            <a:ext cx="8233800" cy="13017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Clr>
                <a:schemeClr val="dk2"/>
              </a:buClr>
              <a:buSzPts val="1200"/>
              <a:buFont typeface="Darker Grotesque SemiBold"/>
              <a:buChar char="●"/>
              <a:defRPr sz="1200"/>
            </a:lvl1pPr>
            <a:lvl2pPr indent="-304800" lvl="1" marL="914400" algn="l">
              <a:lnSpc>
                <a:spcPct val="115000"/>
              </a:lnSpc>
              <a:spcBef>
                <a:spcPts val="0"/>
              </a:spcBef>
              <a:spcAft>
                <a:spcPts val="0"/>
              </a:spcAft>
              <a:buClr>
                <a:srgbClr val="364F27"/>
              </a:buClr>
              <a:buSzPts val="1200"/>
              <a:buFont typeface="Darker Grotesque SemiBold"/>
              <a:buChar char="○"/>
              <a:defRPr/>
            </a:lvl2pPr>
            <a:lvl3pPr indent="-304800" lvl="2" marL="1371600" algn="l">
              <a:lnSpc>
                <a:spcPct val="115000"/>
              </a:lnSpc>
              <a:spcBef>
                <a:spcPts val="0"/>
              </a:spcBef>
              <a:spcAft>
                <a:spcPts val="0"/>
              </a:spcAft>
              <a:buClr>
                <a:srgbClr val="364F27"/>
              </a:buClr>
              <a:buSzPts val="1200"/>
              <a:buFont typeface="Darker Grotesque SemiBold"/>
              <a:buChar char="■"/>
              <a:defRPr/>
            </a:lvl3pPr>
            <a:lvl4pPr indent="-304800" lvl="3" marL="1828800" algn="l">
              <a:lnSpc>
                <a:spcPct val="115000"/>
              </a:lnSpc>
              <a:spcBef>
                <a:spcPts val="0"/>
              </a:spcBef>
              <a:spcAft>
                <a:spcPts val="0"/>
              </a:spcAft>
              <a:buClr>
                <a:srgbClr val="364F27"/>
              </a:buClr>
              <a:buSzPts val="1200"/>
              <a:buFont typeface="Darker Grotesque SemiBold"/>
              <a:buChar char="●"/>
              <a:defRPr/>
            </a:lvl4pPr>
            <a:lvl5pPr indent="-304800" lvl="4" marL="2286000" algn="l">
              <a:lnSpc>
                <a:spcPct val="115000"/>
              </a:lnSpc>
              <a:spcBef>
                <a:spcPts val="0"/>
              </a:spcBef>
              <a:spcAft>
                <a:spcPts val="0"/>
              </a:spcAft>
              <a:buClr>
                <a:srgbClr val="364F27"/>
              </a:buClr>
              <a:buSzPts val="1200"/>
              <a:buFont typeface="Darker Grotesque SemiBold"/>
              <a:buChar char="○"/>
              <a:defRPr/>
            </a:lvl5pPr>
            <a:lvl6pPr indent="-304800" lvl="5" marL="2743200" algn="l">
              <a:lnSpc>
                <a:spcPct val="115000"/>
              </a:lnSpc>
              <a:spcBef>
                <a:spcPts val="0"/>
              </a:spcBef>
              <a:spcAft>
                <a:spcPts val="0"/>
              </a:spcAft>
              <a:buClr>
                <a:srgbClr val="364F27"/>
              </a:buClr>
              <a:buSzPts val="1200"/>
              <a:buFont typeface="Darker Grotesque SemiBold"/>
              <a:buChar char="■"/>
              <a:defRPr/>
            </a:lvl6pPr>
            <a:lvl7pPr indent="-304800" lvl="6" marL="3200400" algn="l">
              <a:lnSpc>
                <a:spcPct val="115000"/>
              </a:lnSpc>
              <a:spcBef>
                <a:spcPts val="0"/>
              </a:spcBef>
              <a:spcAft>
                <a:spcPts val="0"/>
              </a:spcAft>
              <a:buClr>
                <a:srgbClr val="364F27"/>
              </a:buClr>
              <a:buSzPts val="1200"/>
              <a:buFont typeface="Darker Grotesque SemiBold"/>
              <a:buChar char="●"/>
              <a:defRPr/>
            </a:lvl7pPr>
            <a:lvl8pPr indent="-304800" lvl="7" marL="3657600" algn="l">
              <a:lnSpc>
                <a:spcPct val="115000"/>
              </a:lnSpc>
              <a:spcBef>
                <a:spcPts val="0"/>
              </a:spcBef>
              <a:spcAft>
                <a:spcPts val="0"/>
              </a:spcAft>
              <a:buClr>
                <a:srgbClr val="364F27"/>
              </a:buClr>
              <a:buSzPts val="1200"/>
              <a:buFont typeface="Darker Grotesque SemiBold"/>
              <a:buChar char="○"/>
              <a:defRPr/>
            </a:lvl8pPr>
            <a:lvl9pPr indent="-304800" lvl="8" marL="4114800" algn="l">
              <a:lnSpc>
                <a:spcPct val="115000"/>
              </a:lnSpc>
              <a:spcBef>
                <a:spcPts val="0"/>
              </a:spcBef>
              <a:spcAft>
                <a:spcPts val="0"/>
              </a:spcAft>
              <a:buClr>
                <a:srgbClr val="364F27"/>
              </a:buClr>
              <a:buSzPts val="1200"/>
              <a:buFont typeface="Darker Grotesque SemiBold"/>
              <a:buChar char="■"/>
              <a:defRPr/>
            </a:lvl9pPr>
          </a:lstStyle>
          <a:p/>
        </p:txBody>
      </p:sp>
      <p:sp>
        <p:nvSpPr>
          <p:cNvPr id="231" name="Google Shape;231;p51"/>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2" name="Shape 232"/>
        <p:cNvGrpSpPr/>
        <p:nvPr/>
      </p:nvGrpSpPr>
      <p:grpSpPr>
        <a:xfrm>
          <a:off x="0" y="0"/>
          <a:ext cx="0" cy="0"/>
          <a:chOff x="0" y="0"/>
          <a:chExt cx="0" cy="0"/>
        </a:xfrm>
      </p:grpSpPr>
      <p:sp>
        <p:nvSpPr>
          <p:cNvPr id="233" name="Google Shape;233;p52"/>
          <p:cNvSpPr txBox="1"/>
          <p:nvPr>
            <p:ph idx="1" type="subTitle"/>
          </p:nvPr>
        </p:nvSpPr>
        <p:spPr>
          <a:xfrm>
            <a:off x="2026950" y="3196950"/>
            <a:ext cx="5090100" cy="425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4" name="Google Shape;234;p52"/>
          <p:cNvSpPr txBox="1"/>
          <p:nvPr>
            <p:ph idx="2" type="subTitle"/>
          </p:nvPr>
        </p:nvSpPr>
        <p:spPr>
          <a:xfrm>
            <a:off x="2026950" y="1359575"/>
            <a:ext cx="5090100" cy="425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5" name="Google Shape;235;p52"/>
          <p:cNvSpPr txBox="1"/>
          <p:nvPr>
            <p:ph idx="3" type="subTitle"/>
          </p:nvPr>
        </p:nvSpPr>
        <p:spPr>
          <a:xfrm>
            <a:off x="2026950" y="3546450"/>
            <a:ext cx="5090100" cy="83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6" name="Google Shape;236;p52"/>
          <p:cNvSpPr txBox="1"/>
          <p:nvPr>
            <p:ph idx="4" type="subTitle"/>
          </p:nvPr>
        </p:nvSpPr>
        <p:spPr>
          <a:xfrm>
            <a:off x="2026950" y="1709075"/>
            <a:ext cx="5090100" cy="83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7" name="Google Shape;237;p52"/>
          <p:cNvSpPr txBox="1"/>
          <p:nvPr>
            <p:ph type="title"/>
          </p:nvPr>
        </p:nvSpPr>
        <p:spPr>
          <a:xfrm>
            <a:off x="457200" y="212325"/>
            <a:ext cx="82296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238" name="Google Shape;238;p52" title="grad.png"/>
          <p:cNvPicPr preferRelativeResize="0"/>
          <p:nvPr/>
        </p:nvPicPr>
        <p:blipFill rotWithShape="1">
          <a:blip r:embed="rId2">
            <a:alphaModFix amt="64000"/>
          </a:blip>
          <a:srcRect b="8156" l="11022" r="13739" t="0"/>
          <a:stretch/>
        </p:blipFill>
        <p:spPr>
          <a:xfrm rot="2199912">
            <a:off x="-3751676" y="-381272"/>
            <a:ext cx="6626045" cy="5777703"/>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9" name="Shape 239"/>
        <p:cNvGrpSpPr/>
        <p:nvPr/>
      </p:nvGrpSpPr>
      <p:grpSpPr>
        <a:xfrm>
          <a:off x="0" y="0"/>
          <a:ext cx="0" cy="0"/>
          <a:chOff x="0" y="0"/>
          <a:chExt cx="0" cy="0"/>
        </a:xfrm>
      </p:grpSpPr>
      <p:pic>
        <p:nvPicPr>
          <p:cNvPr id="240" name="Google Shape;240;p53" title="grad.png"/>
          <p:cNvPicPr preferRelativeResize="0"/>
          <p:nvPr/>
        </p:nvPicPr>
        <p:blipFill rotWithShape="1">
          <a:blip r:embed="rId2">
            <a:alphaModFix amt="64000"/>
          </a:blip>
          <a:srcRect b="8156" l="11022" r="13739" t="0"/>
          <a:stretch/>
        </p:blipFill>
        <p:spPr>
          <a:xfrm rot="-5810095">
            <a:off x="-1681503" y="-1718043"/>
            <a:ext cx="4467740" cy="3895735"/>
          </a:xfrm>
          <a:prstGeom prst="rect">
            <a:avLst/>
          </a:prstGeom>
          <a:noFill/>
          <a:ln>
            <a:noFill/>
          </a:ln>
        </p:spPr>
      </p:pic>
      <p:sp>
        <p:nvSpPr>
          <p:cNvPr id="241" name="Google Shape;241;p53"/>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42" name="Shape 242"/>
        <p:cNvGrpSpPr/>
        <p:nvPr/>
      </p:nvGrpSpPr>
      <p:grpSpPr>
        <a:xfrm>
          <a:off x="0" y="0"/>
          <a:ext cx="0" cy="0"/>
          <a:chOff x="0" y="0"/>
          <a:chExt cx="0" cy="0"/>
        </a:xfrm>
      </p:grpSpPr>
      <p:sp>
        <p:nvSpPr>
          <p:cNvPr id="243" name="Google Shape;243;p54"/>
          <p:cNvSpPr txBox="1"/>
          <p:nvPr>
            <p:ph idx="1" type="body"/>
          </p:nvPr>
        </p:nvSpPr>
        <p:spPr>
          <a:xfrm>
            <a:off x="4053700" y="1704950"/>
            <a:ext cx="4512900" cy="28368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Font typeface="DM Sans"/>
              <a:buChar char="●"/>
              <a:defRPr sz="1400"/>
            </a:lvl1pPr>
            <a:lvl2pPr indent="-317500" lvl="1" marL="914400" algn="l">
              <a:lnSpc>
                <a:spcPct val="115000"/>
              </a:lnSpc>
              <a:spcBef>
                <a:spcPts val="0"/>
              </a:spcBef>
              <a:spcAft>
                <a:spcPts val="0"/>
              </a:spcAft>
              <a:buSzPts val="1400"/>
              <a:buFont typeface="DM Sans"/>
              <a:buChar char="○"/>
              <a:defRPr/>
            </a:lvl2pPr>
            <a:lvl3pPr indent="-317500" lvl="2" marL="1371600" algn="l">
              <a:lnSpc>
                <a:spcPct val="115000"/>
              </a:lnSpc>
              <a:spcBef>
                <a:spcPts val="0"/>
              </a:spcBef>
              <a:spcAft>
                <a:spcPts val="0"/>
              </a:spcAft>
              <a:buSzPts val="1400"/>
              <a:buFont typeface="DM Sans"/>
              <a:buChar char="■"/>
              <a:defRPr/>
            </a:lvl3pPr>
            <a:lvl4pPr indent="-317500" lvl="3" marL="1828800" algn="l">
              <a:lnSpc>
                <a:spcPct val="115000"/>
              </a:lnSpc>
              <a:spcBef>
                <a:spcPts val="0"/>
              </a:spcBef>
              <a:spcAft>
                <a:spcPts val="0"/>
              </a:spcAft>
              <a:buSzPts val="1400"/>
              <a:buFont typeface="DM Sans"/>
              <a:buChar char="●"/>
              <a:defRPr/>
            </a:lvl4pPr>
            <a:lvl5pPr indent="-317500" lvl="4" marL="2286000" algn="l">
              <a:lnSpc>
                <a:spcPct val="115000"/>
              </a:lnSpc>
              <a:spcBef>
                <a:spcPts val="0"/>
              </a:spcBef>
              <a:spcAft>
                <a:spcPts val="0"/>
              </a:spcAft>
              <a:buSzPts val="1400"/>
              <a:buFont typeface="DM Sans"/>
              <a:buChar char="○"/>
              <a:defRPr/>
            </a:lvl5pPr>
            <a:lvl6pPr indent="-317500" lvl="5" marL="2743200" algn="l">
              <a:lnSpc>
                <a:spcPct val="115000"/>
              </a:lnSpc>
              <a:spcBef>
                <a:spcPts val="0"/>
              </a:spcBef>
              <a:spcAft>
                <a:spcPts val="0"/>
              </a:spcAft>
              <a:buSzPts val="1400"/>
              <a:buFont typeface="DM Sans"/>
              <a:buChar char="■"/>
              <a:defRPr/>
            </a:lvl6pPr>
            <a:lvl7pPr indent="-317500" lvl="6" marL="3200400" algn="l">
              <a:lnSpc>
                <a:spcPct val="115000"/>
              </a:lnSpc>
              <a:spcBef>
                <a:spcPts val="0"/>
              </a:spcBef>
              <a:spcAft>
                <a:spcPts val="0"/>
              </a:spcAft>
              <a:buSzPts val="1400"/>
              <a:buFont typeface="DM Sans"/>
              <a:buChar char="●"/>
              <a:defRPr/>
            </a:lvl7pPr>
            <a:lvl8pPr indent="-317500" lvl="7" marL="3657600" algn="l">
              <a:lnSpc>
                <a:spcPct val="115000"/>
              </a:lnSpc>
              <a:spcBef>
                <a:spcPts val="0"/>
              </a:spcBef>
              <a:spcAft>
                <a:spcPts val="0"/>
              </a:spcAft>
              <a:buSzPts val="1400"/>
              <a:buFont typeface="DM Sans"/>
              <a:buChar char="○"/>
              <a:defRPr/>
            </a:lvl8pPr>
            <a:lvl9pPr indent="-317500" lvl="8" marL="4114800" algn="l">
              <a:lnSpc>
                <a:spcPct val="115000"/>
              </a:lnSpc>
              <a:spcBef>
                <a:spcPts val="0"/>
              </a:spcBef>
              <a:spcAft>
                <a:spcPts val="0"/>
              </a:spcAft>
              <a:buSzPts val="1400"/>
              <a:buFont typeface="DM Sans"/>
              <a:buChar char="■"/>
              <a:defRPr/>
            </a:lvl9pPr>
          </a:lstStyle>
          <a:p/>
        </p:txBody>
      </p:sp>
      <p:sp>
        <p:nvSpPr>
          <p:cNvPr id="244" name="Google Shape;244;p54"/>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45" name="Shape 245"/>
        <p:cNvGrpSpPr/>
        <p:nvPr/>
      </p:nvGrpSpPr>
      <p:grpSpPr>
        <a:xfrm>
          <a:off x="0" y="0"/>
          <a:ext cx="0" cy="0"/>
          <a:chOff x="0" y="0"/>
          <a:chExt cx="0" cy="0"/>
        </a:xfrm>
      </p:grpSpPr>
      <p:sp>
        <p:nvSpPr>
          <p:cNvPr id="246" name="Google Shape;246;p55"/>
          <p:cNvSpPr txBox="1"/>
          <p:nvPr>
            <p:ph type="title"/>
          </p:nvPr>
        </p:nvSpPr>
        <p:spPr>
          <a:xfrm>
            <a:off x="1388100" y="1307100"/>
            <a:ext cx="63678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47" name="Shape 247"/>
        <p:cNvGrpSpPr/>
        <p:nvPr/>
      </p:nvGrpSpPr>
      <p:grpSpPr>
        <a:xfrm>
          <a:off x="0" y="0"/>
          <a:ext cx="0" cy="0"/>
          <a:chOff x="0" y="0"/>
          <a:chExt cx="0" cy="0"/>
        </a:xfrm>
      </p:grpSpPr>
      <p:sp>
        <p:nvSpPr>
          <p:cNvPr id="248" name="Google Shape;248;p56"/>
          <p:cNvSpPr txBox="1"/>
          <p:nvPr>
            <p:ph idx="1" type="subTitle"/>
          </p:nvPr>
        </p:nvSpPr>
        <p:spPr>
          <a:xfrm>
            <a:off x="720064" y="1580125"/>
            <a:ext cx="3597000" cy="238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9" name="Google Shape;249;p56"/>
          <p:cNvSpPr txBox="1"/>
          <p:nvPr>
            <p:ph idx="2" type="subTitle"/>
          </p:nvPr>
        </p:nvSpPr>
        <p:spPr>
          <a:xfrm>
            <a:off x="4826936" y="1580125"/>
            <a:ext cx="3597000" cy="238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0" name="Google Shape;250;p56"/>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51" name="Shape 251"/>
        <p:cNvGrpSpPr/>
        <p:nvPr/>
      </p:nvGrpSpPr>
      <p:grpSpPr>
        <a:xfrm>
          <a:off x="0" y="0"/>
          <a:ext cx="0" cy="0"/>
          <a:chOff x="0" y="0"/>
          <a:chExt cx="0" cy="0"/>
        </a:xfrm>
      </p:grpSpPr>
      <p:sp>
        <p:nvSpPr>
          <p:cNvPr id="252" name="Google Shape;252;p57"/>
          <p:cNvSpPr/>
          <p:nvPr>
            <p:ph idx="2" type="pic"/>
          </p:nvPr>
        </p:nvSpPr>
        <p:spPr>
          <a:xfrm>
            <a:off x="0" y="2"/>
            <a:ext cx="9144000" cy="5143500"/>
          </a:xfrm>
          <a:prstGeom prst="rect">
            <a:avLst/>
          </a:prstGeom>
          <a:noFill/>
          <a:ln>
            <a:noFill/>
          </a:ln>
        </p:spPr>
      </p:sp>
      <p:sp>
        <p:nvSpPr>
          <p:cNvPr id="253" name="Google Shape;253;p57"/>
          <p:cNvSpPr txBox="1"/>
          <p:nvPr>
            <p:ph type="title"/>
          </p:nvPr>
        </p:nvSpPr>
        <p:spPr>
          <a:xfrm>
            <a:off x="468950" y="370700"/>
            <a:ext cx="2841900" cy="734100"/>
          </a:xfrm>
          <a:prstGeom prst="rect">
            <a:avLst/>
          </a:prstGeom>
          <a:solidFill>
            <a:schemeClr val="lt1"/>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sz="1900">
                <a:solidFill>
                  <a:schemeClr val="lt1"/>
                </a:solidFill>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54" name="Shape 254"/>
        <p:cNvGrpSpPr/>
        <p:nvPr/>
      </p:nvGrpSpPr>
      <p:grpSpPr>
        <a:xfrm>
          <a:off x="0" y="0"/>
          <a:ext cx="0" cy="0"/>
          <a:chOff x="0" y="0"/>
          <a:chExt cx="0" cy="0"/>
        </a:xfrm>
      </p:grpSpPr>
      <p:sp>
        <p:nvSpPr>
          <p:cNvPr id="255" name="Google Shape;255;p58"/>
          <p:cNvSpPr txBox="1"/>
          <p:nvPr>
            <p:ph hasCustomPrompt="1" type="title"/>
          </p:nvPr>
        </p:nvSpPr>
        <p:spPr>
          <a:xfrm>
            <a:off x="1284000" y="1952850"/>
            <a:ext cx="4454700" cy="799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9600"/>
              <a:buNone/>
              <a:defRPr sz="6000"/>
            </a:lvl1pPr>
            <a:lvl2pPr lvl="1" algn="l">
              <a:lnSpc>
                <a:spcPct val="100000"/>
              </a:lnSpc>
              <a:spcBef>
                <a:spcPts val="0"/>
              </a:spcBef>
              <a:spcAft>
                <a:spcPts val="0"/>
              </a:spcAft>
              <a:buSzPts val="9600"/>
              <a:buNone/>
              <a:defRPr sz="9600"/>
            </a:lvl2pPr>
            <a:lvl3pPr lvl="2" algn="l">
              <a:lnSpc>
                <a:spcPct val="100000"/>
              </a:lnSpc>
              <a:spcBef>
                <a:spcPts val="0"/>
              </a:spcBef>
              <a:spcAft>
                <a:spcPts val="0"/>
              </a:spcAft>
              <a:buSzPts val="9600"/>
              <a:buNone/>
              <a:defRPr sz="9600"/>
            </a:lvl3pPr>
            <a:lvl4pPr lvl="3" algn="l">
              <a:lnSpc>
                <a:spcPct val="100000"/>
              </a:lnSpc>
              <a:spcBef>
                <a:spcPts val="0"/>
              </a:spcBef>
              <a:spcAft>
                <a:spcPts val="0"/>
              </a:spcAft>
              <a:buSzPts val="9600"/>
              <a:buNone/>
              <a:defRPr sz="9600"/>
            </a:lvl4pPr>
            <a:lvl5pPr lvl="4" algn="l">
              <a:lnSpc>
                <a:spcPct val="100000"/>
              </a:lnSpc>
              <a:spcBef>
                <a:spcPts val="0"/>
              </a:spcBef>
              <a:spcAft>
                <a:spcPts val="0"/>
              </a:spcAft>
              <a:buSzPts val="9600"/>
              <a:buNone/>
              <a:defRPr sz="9600"/>
            </a:lvl5pPr>
            <a:lvl6pPr lvl="5" algn="l">
              <a:lnSpc>
                <a:spcPct val="100000"/>
              </a:lnSpc>
              <a:spcBef>
                <a:spcPts val="0"/>
              </a:spcBef>
              <a:spcAft>
                <a:spcPts val="0"/>
              </a:spcAft>
              <a:buSzPts val="9600"/>
              <a:buNone/>
              <a:defRPr sz="9600"/>
            </a:lvl6pPr>
            <a:lvl7pPr lvl="6" algn="l">
              <a:lnSpc>
                <a:spcPct val="100000"/>
              </a:lnSpc>
              <a:spcBef>
                <a:spcPts val="0"/>
              </a:spcBef>
              <a:spcAft>
                <a:spcPts val="0"/>
              </a:spcAft>
              <a:buSzPts val="9600"/>
              <a:buNone/>
              <a:defRPr sz="9600"/>
            </a:lvl7pPr>
            <a:lvl8pPr lvl="7" algn="l">
              <a:lnSpc>
                <a:spcPct val="100000"/>
              </a:lnSpc>
              <a:spcBef>
                <a:spcPts val="0"/>
              </a:spcBef>
              <a:spcAft>
                <a:spcPts val="0"/>
              </a:spcAft>
              <a:buSzPts val="9600"/>
              <a:buNone/>
              <a:defRPr sz="9600"/>
            </a:lvl8pPr>
            <a:lvl9pPr lvl="8" algn="l">
              <a:lnSpc>
                <a:spcPct val="100000"/>
              </a:lnSpc>
              <a:spcBef>
                <a:spcPts val="0"/>
              </a:spcBef>
              <a:spcAft>
                <a:spcPts val="0"/>
              </a:spcAft>
              <a:buSzPts val="9600"/>
              <a:buNone/>
              <a:defRPr sz="9600"/>
            </a:lvl9pPr>
          </a:lstStyle>
          <a:p>
            <a:r>
              <a:t>xx%</a:t>
            </a:r>
          </a:p>
        </p:txBody>
      </p:sp>
      <p:sp>
        <p:nvSpPr>
          <p:cNvPr id="256" name="Google Shape;256;p58"/>
          <p:cNvSpPr txBox="1"/>
          <p:nvPr>
            <p:ph idx="1" type="subTitle"/>
          </p:nvPr>
        </p:nvSpPr>
        <p:spPr>
          <a:xfrm>
            <a:off x="1284000" y="2816250"/>
            <a:ext cx="4454700" cy="374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57" name="Shape 257"/>
        <p:cNvGrpSpPr/>
        <p:nvPr/>
      </p:nvGrpSpPr>
      <p:grpSpPr>
        <a:xfrm>
          <a:off x="0" y="0"/>
          <a:ext cx="0" cy="0"/>
          <a:chOff x="0" y="0"/>
          <a:chExt cx="0" cy="0"/>
        </a:xfrm>
      </p:grpSpPr>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_1">
    <p:spTree>
      <p:nvGrpSpPr>
        <p:cNvPr id="258" name="Shape 258"/>
        <p:cNvGrpSpPr/>
        <p:nvPr/>
      </p:nvGrpSpPr>
      <p:grpSpPr>
        <a:xfrm>
          <a:off x="0" y="0"/>
          <a:ext cx="0" cy="0"/>
          <a:chOff x="0" y="0"/>
          <a:chExt cx="0" cy="0"/>
        </a:xfrm>
      </p:grpSpPr>
      <p:sp>
        <p:nvSpPr>
          <p:cNvPr id="259" name="Google Shape;259;p60"/>
          <p:cNvSpPr txBox="1"/>
          <p:nvPr>
            <p:ph type="title"/>
          </p:nvPr>
        </p:nvSpPr>
        <p:spPr>
          <a:xfrm>
            <a:off x="2576538" y="1292813"/>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60" name="Google Shape;260;p60"/>
          <p:cNvSpPr txBox="1"/>
          <p:nvPr>
            <p:ph idx="1" type="subTitle"/>
          </p:nvPr>
        </p:nvSpPr>
        <p:spPr>
          <a:xfrm>
            <a:off x="3214064" y="1288025"/>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61" name="Google Shape;261;p60"/>
          <p:cNvSpPr txBox="1"/>
          <p:nvPr>
            <p:ph idx="2" type="title"/>
          </p:nvPr>
        </p:nvSpPr>
        <p:spPr>
          <a:xfrm>
            <a:off x="2576538" y="2187738"/>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62" name="Google Shape;262;p60"/>
          <p:cNvSpPr txBox="1"/>
          <p:nvPr>
            <p:ph idx="3" type="subTitle"/>
          </p:nvPr>
        </p:nvSpPr>
        <p:spPr>
          <a:xfrm>
            <a:off x="3214064" y="2152675"/>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63" name="Google Shape;263;p60"/>
          <p:cNvSpPr txBox="1"/>
          <p:nvPr>
            <p:ph idx="4" type="title"/>
          </p:nvPr>
        </p:nvSpPr>
        <p:spPr>
          <a:xfrm>
            <a:off x="2576538" y="3082675"/>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64" name="Google Shape;264;p60"/>
          <p:cNvSpPr txBox="1"/>
          <p:nvPr>
            <p:ph idx="5" type="subTitle"/>
          </p:nvPr>
        </p:nvSpPr>
        <p:spPr>
          <a:xfrm>
            <a:off x="3214064" y="3077888"/>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65" name="Google Shape;265;p60"/>
          <p:cNvSpPr txBox="1"/>
          <p:nvPr>
            <p:ph idx="6" type="title"/>
          </p:nvPr>
        </p:nvSpPr>
        <p:spPr>
          <a:xfrm>
            <a:off x="2576538" y="3937813"/>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66" name="Google Shape;266;p60"/>
          <p:cNvSpPr txBox="1"/>
          <p:nvPr>
            <p:ph idx="7" type="subTitle"/>
          </p:nvPr>
        </p:nvSpPr>
        <p:spPr>
          <a:xfrm>
            <a:off x="3214064" y="3933025"/>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67" name="Google Shape;267;p60"/>
          <p:cNvSpPr txBox="1"/>
          <p:nvPr>
            <p:ph idx="8"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268" name="Google Shape;268;p60" title="grad.png"/>
          <p:cNvPicPr preferRelativeResize="0"/>
          <p:nvPr/>
        </p:nvPicPr>
        <p:blipFill rotWithShape="1">
          <a:blip r:embed="rId2">
            <a:alphaModFix amt="64000"/>
          </a:blip>
          <a:srcRect b="8156" l="11022" r="13739" t="0"/>
          <a:stretch/>
        </p:blipFill>
        <p:spPr>
          <a:xfrm rot="10523439">
            <a:off x="6530752" y="569101"/>
            <a:ext cx="6626046" cy="5777702"/>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269" name="Shape 269"/>
        <p:cNvGrpSpPr/>
        <p:nvPr/>
      </p:nvGrpSpPr>
      <p:grpSpPr>
        <a:xfrm>
          <a:off x="0" y="0"/>
          <a:ext cx="0" cy="0"/>
          <a:chOff x="0" y="0"/>
          <a:chExt cx="0" cy="0"/>
        </a:xfrm>
      </p:grpSpPr>
      <p:sp>
        <p:nvSpPr>
          <p:cNvPr id="270" name="Google Shape;270;p61"/>
          <p:cNvSpPr txBox="1"/>
          <p:nvPr>
            <p:ph idx="1" type="subTitle"/>
          </p:nvPr>
        </p:nvSpPr>
        <p:spPr>
          <a:xfrm>
            <a:off x="925650" y="1248050"/>
            <a:ext cx="7292700" cy="188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1" name="Google Shape;271;p61"/>
          <p:cNvSpPr txBox="1"/>
          <p:nvPr>
            <p:ph type="title"/>
          </p:nvPr>
        </p:nvSpPr>
        <p:spPr>
          <a:xfrm>
            <a:off x="457200" y="3445725"/>
            <a:ext cx="8113800" cy="127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272" name="Google Shape;272;p61" title="grad.png"/>
          <p:cNvPicPr preferRelativeResize="0"/>
          <p:nvPr/>
        </p:nvPicPr>
        <p:blipFill rotWithShape="1">
          <a:blip r:embed="rId2">
            <a:alphaModFix amt="64000"/>
          </a:blip>
          <a:srcRect b="8156" l="11022" r="13739" t="0"/>
          <a:stretch/>
        </p:blipFill>
        <p:spPr>
          <a:xfrm rot="-2081560">
            <a:off x="3620825" y="2570478"/>
            <a:ext cx="6626048" cy="5777701"/>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273" name="Shape 273"/>
        <p:cNvGrpSpPr/>
        <p:nvPr/>
      </p:nvGrpSpPr>
      <p:grpSpPr>
        <a:xfrm>
          <a:off x="0" y="0"/>
          <a:ext cx="0" cy="0"/>
          <a:chOff x="0" y="0"/>
          <a:chExt cx="0" cy="0"/>
        </a:xfrm>
      </p:grpSpPr>
      <p:pic>
        <p:nvPicPr>
          <p:cNvPr id="274" name="Google Shape;274;p62" title="grad.png"/>
          <p:cNvPicPr preferRelativeResize="0"/>
          <p:nvPr/>
        </p:nvPicPr>
        <p:blipFill rotWithShape="1">
          <a:blip r:embed="rId2">
            <a:alphaModFix amt="64000"/>
          </a:blip>
          <a:srcRect b="8156" l="11022" r="13739" t="0"/>
          <a:stretch/>
        </p:blipFill>
        <p:spPr>
          <a:xfrm rot="4050186">
            <a:off x="7011650" y="-2139285"/>
            <a:ext cx="6626046" cy="5777703"/>
          </a:xfrm>
          <a:prstGeom prst="rect">
            <a:avLst/>
          </a:prstGeom>
          <a:noFill/>
          <a:ln>
            <a:noFill/>
          </a:ln>
        </p:spPr>
      </p:pic>
      <p:sp>
        <p:nvSpPr>
          <p:cNvPr id="275" name="Google Shape;275;p62"/>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276" name="Shape 276"/>
        <p:cNvGrpSpPr/>
        <p:nvPr/>
      </p:nvGrpSpPr>
      <p:grpSpPr>
        <a:xfrm>
          <a:off x="0" y="0"/>
          <a:ext cx="0" cy="0"/>
          <a:chOff x="0" y="0"/>
          <a:chExt cx="0" cy="0"/>
        </a:xfrm>
      </p:grpSpPr>
      <p:sp>
        <p:nvSpPr>
          <p:cNvPr id="277" name="Google Shape;277;p63"/>
          <p:cNvSpPr txBox="1"/>
          <p:nvPr>
            <p:ph idx="1" type="subTitle"/>
          </p:nvPr>
        </p:nvSpPr>
        <p:spPr>
          <a:xfrm>
            <a:off x="2535450" y="1623725"/>
            <a:ext cx="4131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8" name="Google Shape;278;p63"/>
          <p:cNvSpPr txBox="1"/>
          <p:nvPr>
            <p:ph idx="2" type="subTitle"/>
          </p:nvPr>
        </p:nvSpPr>
        <p:spPr>
          <a:xfrm>
            <a:off x="2535450" y="2833200"/>
            <a:ext cx="4131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9" name="Google Shape;279;p63"/>
          <p:cNvSpPr txBox="1"/>
          <p:nvPr>
            <p:ph idx="3" type="subTitle"/>
          </p:nvPr>
        </p:nvSpPr>
        <p:spPr>
          <a:xfrm>
            <a:off x="2535450" y="4044525"/>
            <a:ext cx="4131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0" name="Google Shape;280;p63"/>
          <p:cNvSpPr txBox="1"/>
          <p:nvPr>
            <p:ph idx="4" type="subTitle"/>
          </p:nvPr>
        </p:nvSpPr>
        <p:spPr>
          <a:xfrm>
            <a:off x="2535450" y="1302750"/>
            <a:ext cx="4131000" cy="44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81" name="Google Shape;281;p63"/>
          <p:cNvSpPr txBox="1"/>
          <p:nvPr>
            <p:ph idx="5" type="subTitle"/>
          </p:nvPr>
        </p:nvSpPr>
        <p:spPr>
          <a:xfrm>
            <a:off x="2535450" y="3723550"/>
            <a:ext cx="4131000" cy="44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82" name="Google Shape;282;p63"/>
          <p:cNvSpPr txBox="1"/>
          <p:nvPr>
            <p:ph idx="6" type="subTitle"/>
          </p:nvPr>
        </p:nvSpPr>
        <p:spPr>
          <a:xfrm>
            <a:off x="2535450" y="2513150"/>
            <a:ext cx="4131000" cy="44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83" name="Google Shape;283;p63"/>
          <p:cNvSpPr txBox="1"/>
          <p:nvPr>
            <p:ph type="title"/>
          </p:nvPr>
        </p:nvSpPr>
        <p:spPr>
          <a:xfrm>
            <a:off x="486150" y="212325"/>
            <a:ext cx="81717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284" name="Google Shape;284;p63" title="grad.png"/>
          <p:cNvPicPr preferRelativeResize="0"/>
          <p:nvPr/>
        </p:nvPicPr>
        <p:blipFill rotWithShape="1">
          <a:blip r:embed="rId2">
            <a:alphaModFix amt="64000"/>
          </a:blip>
          <a:srcRect b="8156" l="11022" r="13739" t="0"/>
          <a:stretch/>
        </p:blipFill>
        <p:spPr>
          <a:xfrm rot="4361546">
            <a:off x="5069624" y="2708649"/>
            <a:ext cx="6626049" cy="5777701"/>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285" name="Shape 285"/>
        <p:cNvGrpSpPr/>
        <p:nvPr/>
      </p:nvGrpSpPr>
      <p:grpSpPr>
        <a:xfrm>
          <a:off x="0" y="0"/>
          <a:ext cx="0" cy="0"/>
          <a:chOff x="0" y="0"/>
          <a:chExt cx="0" cy="0"/>
        </a:xfrm>
      </p:grpSpPr>
      <p:sp>
        <p:nvSpPr>
          <p:cNvPr id="286" name="Google Shape;286;p64"/>
          <p:cNvSpPr txBox="1"/>
          <p:nvPr>
            <p:ph idx="1" type="subTitle"/>
          </p:nvPr>
        </p:nvSpPr>
        <p:spPr>
          <a:xfrm>
            <a:off x="1388993" y="1626476"/>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7" name="Google Shape;287;p64"/>
          <p:cNvSpPr txBox="1"/>
          <p:nvPr>
            <p:ph idx="2" type="subTitle"/>
          </p:nvPr>
        </p:nvSpPr>
        <p:spPr>
          <a:xfrm>
            <a:off x="4982696" y="1626476"/>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8" name="Google Shape;288;p64"/>
          <p:cNvSpPr txBox="1"/>
          <p:nvPr>
            <p:ph idx="3" type="subTitle"/>
          </p:nvPr>
        </p:nvSpPr>
        <p:spPr>
          <a:xfrm>
            <a:off x="1388993" y="2816631"/>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9" name="Google Shape;289;p64"/>
          <p:cNvSpPr txBox="1"/>
          <p:nvPr>
            <p:ph idx="4" type="subTitle"/>
          </p:nvPr>
        </p:nvSpPr>
        <p:spPr>
          <a:xfrm>
            <a:off x="4982696" y="4006823"/>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0" name="Google Shape;290;p64"/>
          <p:cNvSpPr txBox="1"/>
          <p:nvPr>
            <p:ph idx="5" type="subTitle"/>
          </p:nvPr>
        </p:nvSpPr>
        <p:spPr>
          <a:xfrm>
            <a:off x="1388990" y="4006873"/>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1" name="Google Shape;291;p64"/>
          <p:cNvSpPr txBox="1"/>
          <p:nvPr>
            <p:ph idx="6" type="subTitle"/>
          </p:nvPr>
        </p:nvSpPr>
        <p:spPr>
          <a:xfrm>
            <a:off x="4982698" y="2816631"/>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2" name="Google Shape;292;p64"/>
          <p:cNvSpPr txBox="1"/>
          <p:nvPr>
            <p:ph idx="7" type="subTitle"/>
          </p:nvPr>
        </p:nvSpPr>
        <p:spPr>
          <a:xfrm>
            <a:off x="1388998" y="1345450"/>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93" name="Google Shape;293;p64"/>
          <p:cNvSpPr txBox="1"/>
          <p:nvPr>
            <p:ph idx="8" type="subTitle"/>
          </p:nvPr>
        </p:nvSpPr>
        <p:spPr>
          <a:xfrm>
            <a:off x="4982698" y="1345450"/>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94" name="Google Shape;294;p64"/>
          <p:cNvSpPr txBox="1"/>
          <p:nvPr>
            <p:ph idx="9" type="subTitle"/>
          </p:nvPr>
        </p:nvSpPr>
        <p:spPr>
          <a:xfrm>
            <a:off x="1388988" y="3725847"/>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95" name="Google Shape;295;p64"/>
          <p:cNvSpPr txBox="1"/>
          <p:nvPr>
            <p:ph idx="13" type="subTitle"/>
          </p:nvPr>
        </p:nvSpPr>
        <p:spPr>
          <a:xfrm>
            <a:off x="1388998" y="2535655"/>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96" name="Google Shape;296;p64"/>
          <p:cNvSpPr txBox="1"/>
          <p:nvPr>
            <p:ph idx="14" type="subTitle"/>
          </p:nvPr>
        </p:nvSpPr>
        <p:spPr>
          <a:xfrm>
            <a:off x="4982705" y="3725847"/>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97" name="Google Shape;297;p64"/>
          <p:cNvSpPr txBox="1"/>
          <p:nvPr>
            <p:ph idx="15" type="subTitle"/>
          </p:nvPr>
        </p:nvSpPr>
        <p:spPr>
          <a:xfrm>
            <a:off x="4982702" y="2535655"/>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98" name="Google Shape;298;p64"/>
          <p:cNvSpPr txBox="1"/>
          <p:nvPr>
            <p:ph type="title"/>
          </p:nvPr>
        </p:nvSpPr>
        <p:spPr>
          <a:xfrm>
            <a:off x="457200" y="212325"/>
            <a:ext cx="81717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299" name="Google Shape;299;p64" title="grad.png"/>
          <p:cNvPicPr preferRelativeResize="0"/>
          <p:nvPr/>
        </p:nvPicPr>
        <p:blipFill rotWithShape="1">
          <a:blip r:embed="rId2">
            <a:alphaModFix amt="64000"/>
          </a:blip>
          <a:srcRect b="8156" l="11022" r="13739" t="0"/>
          <a:stretch/>
        </p:blipFill>
        <p:spPr>
          <a:xfrm rot="-10217320">
            <a:off x="5733322" y="-2469272"/>
            <a:ext cx="6626053" cy="5777700"/>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300" name="Shape 300"/>
        <p:cNvGrpSpPr/>
        <p:nvPr/>
      </p:nvGrpSpPr>
      <p:grpSpPr>
        <a:xfrm>
          <a:off x="0" y="0"/>
          <a:ext cx="0" cy="0"/>
          <a:chOff x="0" y="0"/>
          <a:chExt cx="0" cy="0"/>
        </a:xfrm>
      </p:grpSpPr>
      <p:sp>
        <p:nvSpPr>
          <p:cNvPr id="301" name="Google Shape;301;p65"/>
          <p:cNvSpPr txBox="1"/>
          <p:nvPr>
            <p:ph type="title"/>
          </p:nvPr>
        </p:nvSpPr>
        <p:spPr>
          <a:xfrm flipH="1">
            <a:off x="457200" y="535613"/>
            <a:ext cx="3418200" cy="754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i="1" sz="43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302" name="Google Shape;302;p65"/>
          <p:cNvSpPr txBox="1"/>
          <p:nvPr>
            <p:ph idx="1" type="subTitle"/>
          </p:nvPr>
        </p:nvSpPr>
        <p:spPr>
          <a:xfrm flipH="1">
            <a:off x="457200" y="1143166"/>
            <a:ext cx="3418200" cy="30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3" name="Google Shape;303;p65"/>
          <p:cNvSpPr txBox="1"/>
          <p:nvPr>
            <p:ph idx="2" type="title"/>
          </p:nvPr>
        </p:nvSpPr>
        <p:spPr>
          <a:xfrm>
            <a:off x="5268600" y="3691238"/>
            <a:ext cx="3418200" cy="7545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6200"/>
              <a:buNone/>
              <a:defRPr i="1" sz="43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304" name="Google Shape;304;p65"/>
          <p:cNvSpPr txBox="1"/>
          <p:nvPr>
            <p:ph idx="3" type="subTitle"/>
          </p:nvPr>
        </p:nvSpPr>
        <p:spPr>
          <a:xfrm>
            <a:off x="5268600" y="4298566"/>
            <a:ext cx="3418200" cy="309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305" name="Google Shape;305;p65" title="grad.png"/>
          <p:cNvPicPr preferRelativeResize="0"/>
          <p:nvPr/>
        </p:nvPicPr>
        <p:blipFill rotWithShape="1">
          <a:blip r:embed="rId2">
            <a:alphaModFix amt="64000"/>
          </a:blip>
          <a:srcRect b="8156" l="11022" r="13739" t="0"/>
          <a:stretch/>
        </p:blipFill>
        <p:spPr>
          <a:xfrm rot="-1375060">
            <a:off x="-2000797" y="1668352"/>
            <a:ext cx="6626044" cy="5777701"/>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bg>
      <p:bgPr>
        <a:solidFill>
          <a:schemeClr val="lt1"/>
        </a:solidFill>
      </p:bgPr>
    </p:bg>
    <p:spTree>
      <p:nvGrpSpPr>
        <p:cNvPr id="306" name="Shape 306"/>
        <p:cNvGrpSpPr/>
        <p:nvPr/>
      </p:nvGrpSpPr>
      <p:grpSpPr>
        <a:xfrm>
          <a:off x="0" y="0"/>
          <a:ext cx="0" cy="0"/>
          <a:chOff x="0" y="0"/>
          <a:chExt cx="0" cy="0"/>
        </a:xfrm>
      </p:grpSpPr>
      <p:sp>
        <p:nvSpPr>
          <p:cNvPr id="307" name="Google Shape;307;p66"/>
          <p:cNvSpPr txBox="1"/>
          <p:nvPr>
            <p:ph type="title"/>
          </p:nvPr>
        </p:nvSpPr>
        <p:spPr>
          <a:xfrm>
            <a:off x="3243050" y="456638"/>
            <a:ext cx="5443500" cy="10359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500"/>
              <a:buNone/>
              <a:defRPr sz="74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08" name="Google Shape;308;p66"/>
          <p:cNvSpPr txBox="1"/>
          <p:nvPr>
            <p:ph idx="1" type="subTitle"/>
          </p:nvPr>
        </p:nvSpPr>
        <p:spPr>
          <a:xfrm>
            <a:off x="4641006" y="1310655"/>
            <a:ext cx="4045800" cy="12318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9" name="Google Shape;309;p66"/>
          <p:cNvSpPr txBox="1"/>
          <p:nvPr/>
        </p:nvSpPr>
        <p:spPr>
          <a:xfrm>
            <a:off x="457200" y="3847013"/>
            <a:ext cx="5757300" cy="55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lbert Sans"/>
                <a:ea typeface="Albert Sans"/>
                <a:cs typeface="Albert Sans"/>
                <a:sym typeface="Albert Sans"/>
              </a:rPr>
              <a:t>CREDITS: This presentation template was created by </a:t>
            </a:r>
            <a:r>
              <a:rPr b="1" i="0" lang="en" sz="1200" u="none" cap="none" strike="noStrike">
                <a:solidFill>
                  <a:schemeClr val="hlink"/>
                </a:solidFill>
                <a:uFill>
                  <a:noFill/>
                </a:uFill>
                <a:latin typeface="Albert Sans"/>
                <a:ea typeface="Albert Sans"/>
                <a:cs typeface="Albert Sans"/>
                <a:sym typeface="Albert Sans"/>
                <a:hlinkClick r:id="rId2"/>
              </a:rPr>
              <a:t>Slidesgo</a:t>
            </a:r>
            <a:r>
              <a:rPr b="0" i="0" lang="en" sz="1200" u="none" cap="none" strike="noStrike">
                <a:solidFill>
                  <a:schemeClr val="dk1"/>
                </a:solidFill>
                <a:latin typeface="Albert Sans"/>
                <a:ea typeface="Albert Sans"/>
                <a:cs typeface="Albert Sans"/>
                <a:sym typeface="Albert Sans"/>
              </a:rPr>
              <a:t>, and includes icons, infographics &amp; images by </a:t>
            </a:r>
            <a:r>
              <a:rPr b="1" i="0" lang="en" sz="1200" u="none" cap="none" strike="noStrike">
                <a:solidFill>
                  <a:schemeClr val="hlink"/>
                </a:solidFill>
                <a:uFill>
                  <a:noFill/>
                </a:uFill>
                <a:latin typeface="Albert Sans"/>
                <a:ea typeface="Albert Sans"/>
                <a:cs typeface="Albert Sans"/>
                <a:sym typeface="Albert Sans"/>
                <a:hlinkClick r:id="rId3"/>
              </a:rPr>
              <a:t>Freepik</a:t>
            </a:r>
            <a:r>
              <a:rPr b="1" i="0" lang="en" sz="1200" u="none" cap="none" strike="noStrike">
                <a:solidFill>
                  <a:schemeClr val="dk1"/>
                </a:solidFill>
                <a:latin typeface="Albert Sans"/>
                <a:ea typeface="Albert Sans"/>
                <a:cs typeface="Albert Sans"/>
                <a:sym typeface="Albert Sans"/>
              </a:rPr>
              <a:t> </a:t>
            </a:r>
            <a:endParaRPr b="1" i="0" sz="1200" u="sng" cap="none" strike="noStrike">
              <a:solidFill>
                <a:schemeClr val="dk1"/>
              </a:solidFill>
              <a:latin typeface="Albert Sans"/>
              <a:ea typeface="Albert Sans"/>
              <a:cs typeface="Albert Sans"/>
              <a:sym typeface="Albert San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310" name="Shape 310"/>
        <p:cNvGrpSpPr/>
        <p:nvPr/>
      </p:nvGrpSpPr>
      <p:grpSpPr>
        <a:xfrm>
          <a:off x="0" y="0"/>
          <a:ext cx="0" cy="0"/>
          <a:chOff x="0" y="0"/>
          <a:chExt cx="0" cy="0"/>
        </a:xfrm>
      </p:grpSpPr>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311" name="Shape 311"/>
        <p:cNvGrpSpPr/>
        <p:nvPr/>
      </p:nvGrpSpPr>
      <p:grpSpPr>
        <a:xfrm>
          <a:off x="0" y="0"/>
          <a:ext cx="0" cy="0"/>
          <a:chOff x="0" y="0"/>
          <a:chExt cx="0" cy="0"/>
        </a:xfrm>
      </p:grpSpPr>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312" name="Shape 312"/>
        <p:cNvGrpSpPr/>
        <p:nvPr/>
      </p:nvGrpSpPr>
      <p:grpSpPr>
        <a:xfrm>
          <a:off x="0" y="0"/>
          <a:ext cx="0" cy="0"/>
          <a:chOff x="0" y="0"/>
          <a:chExt cx="0" cy="0"/>
        </a:xfrm>
      </p:grpSpPr>
      <p:sp>
        <p:nvSpPr>
          <p:cNvPr id="313" name="Google Shape;313;p69"/>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314" name="Google Shape;314;p69"/>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315" name="Google Shape;315;p6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16" name="Google Shape;316;p6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17" name="Google Shape;317;p6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3.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21" Type="http://schemas.openxmlformats.org/officeDocument/2006/relationships/theme" Target="../theme/theme2.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5" Type="http://schemas.openxmlformats.org/officeDocument/2006/relationships/slideLayout" Target="../slideLayouts/slideLayout38.xml"/><Relationship Id="rId14" Type="http://schemas.openxmlformats.org/officeDocument/2006/relationships/slideLayout" Target="../slideLayouts/slideLayout37.xml"/><Relationship Id="rId17" Type="http://schemas.openxmlformats.org/officeDocument/2006/relationships/slideLayout" Target="../slideLayouts/slideLayout40.xml"/><Relationship Id="rId16" Type="http://schemas.openxmlformats.org/officeDocument/2006/relationships/slideLayout" Target="../slideLayouts/slideLayout39.xml"/><Relationship Id="rId5" Type="http://schemas.openxmlformats.org/officeDocument/2006/relationships/slideLayout" Target="../slideLayouts/slideLayout28.xml"/><Relationship Id="rId19" Type="http://schemas.openxmlformats.org/officeDocument/2006/relationships/slideLayout" Target="../slideLayouts/slideLayout42.xml"/><Relationship Id="rId6" Type="http://schemas.openxmlformats.org/officeDocument/2006/relationships/slideLayout" Target="../slideLayouts/slideLayout29.xml"/><Relationship Id="rId18" Type="http://schemas.openxmlformats.org/officeDocument/2006/relationships/slideLayout" Target="../slideLayouts/slideLayout41.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63.xml"/><Relationship Id="rId11" Type="http://schemas.openxmlformats.org/officeDocument/2006/relationships/slideLayout" Target="../slideLayouts/slideLayout54.xml"/><Relationship Id="rId22" Type="http://schemas.openxmlformats.org/officeDocument/2006/relationships/slideLayout" Target="../slideLayouts/slideLayout65.xml"/><Relationship Id="rId10" Type="http://schemas.openxmlformats.org/officeDocument/2006/relationships/slideLayout" Target="../slideLayouts/slideLayout53.xml"/><Relationship Id="rId21" Type="http://schemas.openxmlformats.org/officeDocument/2006/relationships/slideLayout" Target="../slideLayouts/slideLayout64.xml"/><Relationship Id="rId13" Type="http://schemas.openxmlformats.org/officeDocument/2006/relationships/slideLayout" Target="../slideLayouts/slideLayout56.xml"/><Relationship Id="rId24" Type="http://schemas.openxmlformats.org/officeDocument/2006/relationships/theme" Target="../theme/theme3.xml"/><Relationship Id="rId12" Type="http://schemas.openxmlformats.org/officeDocument/2006/relationships/slideLayout" Target="../slideLayouts/slideLayout55.xml"/><Relationship Id="rId23" Type="http://schemas.openxmlformats.org/officeDocument/2006/relationships/slideLayout" Target="../slideLayouts/slideLayout66.xml"/><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5" Type="http://schemas.openxmlformats.org/officeDocument/2006/relationships/slideLayout" Target="../slideLayouts/slideLayout58.xml"/><Relationship Id="rId14" Type="http://schemas.openxmlformats.org/officeDocument/2006/relationships/slideLayout" Target="../slideLayouts/slideLayout57.xml"/><Relationship Id="rId17" Type="http://schemas.openxmlformats.org/officeDocument/2006/relationships/slideLayout" Target="../slideLayouts/slideLayout60.xml"/><Relationship Id="rId16" Type="http://schemas.openxmlformats.org/officeDocument/2006/relationships/slideLayout" Target="../slideLayouts/slideLayout59.xml"/><Relationship Id="rId5" Type="http://schemas.openxmlformats.org/officeDocument/2006/relationships/slideLayout" Target="../slideLayouts/slideLayout48.xml"/><Relationship Id="rId19" Type="http://schemas.openxmlformats.org/officeDocument/2006/relationships/slideLayout" Target="../slideLayouts/slideLayout62.xml"/><Relationship Id="rId6" Type="http://schemas.openxmlformats.org/officeDocument/2006/relationships/slideLayout" Target="../slideLayouts/slideLayout49.xml"/><Relationship Id="rId18" Type="http://schemas.openxmlformats.org/officeDocument/2006/relationships/slideLayout" Target="../slideLayouts/slideLayout61.xml"/><Relationship Id="rId7" Type="http://schemas.openxmlformats.org/officeDocument/2006/relationships/slideLayout" Target="../slideLayouts/slideLayout50.xml"/><Relationship Id="rId8"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1pPr>
            <a:lvl2pPr lvl="1"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2pPr>
            <a:lvl3pPr lvl="2"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3pPr>
            <a:lvl4pPr lvl="3"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4pPr>
            <a:lvl5pPr lvl="4"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5pPr>
            <a:lvl6pPr lvl="5"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6pPr>
            <a:lvl7pPr lvl="6"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7pPr>
            <a:lvl8pPr lvl="7"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8pPr>
            <a:lvl9pPr lvl="8"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indent="-317500" lvl="1" marL="9144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indent="-317500" lvl="2" marL="13716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indent="-317500" lvl="3" marL="18288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indent="-317500" lvl="4" marL="22860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indent="-317500" lvl="5" marL="27432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indent="-317500" lvl="6" marL="32004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indent="-317500" lvl="7" marL="36576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indent="-317500" lvl="8" marL="41148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3" name="Shape 113"/>
        <p:cNvGrpSpPr/>
        <p:nvPr/>
      </p:nvGrpSpPr>
      <p:grpSpPr>
        <a:xfrm>
          <a:off x="0" y="0"/>
          <a:ext cx="0" cy="0"/>
          <a:chOff x="0" y="0"/>
          <a:chExt cx="0" cy="0"/>
        </a:xfrm>
      </p:grpSpPr>
      <p:sp>
        <p:nvSpPr>
          <p:cNvPr id="114" name="Google Shape;114;p25"/>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1pPr>
            <a:lvl2pPr lvl="1"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2pPr>
            <a:lvl3pPr lvl="2"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3pPr>
            <a:lvl4pPr lvl="3"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4pPr>
            <a:lvl5pPr lvl="4"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5pPr>
            <a:lvl6pPr lvl="5"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6pPr>
            <a:lvl7pPr lvl="6"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7pPr>
            <a:lvl8pPr lvl="7"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8pPr>
            <a:lvl9pPr lvl="8"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9pPr>
          </a:lstStyle>
          <a:p/>
        </p:txBody>
      </p:sp>
      <p:sp>
        <p:nvSpPr>
          <p:cNvPr id="115" name="Google Shape;115;p25"/>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1pPr>
            <a:lvl2pPr indent="-317500" lvl="1" marL="9144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2pPr>
            <a:lvl3pPr indent="-317500" lvl="2" marL="13716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3pPr>
            <a:lvl4pPr indent="-317500" lvl="3" marL="18288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4pPr>
            <a:lvl5pPr indent="-317500" lvl="4" marL="22860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5pPr>
            <a:lvl6pPr indent="-317500" lvl="5" marL="27432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6pPr>
            <a:lvl7pPr indent="-317500" lvl="6" marL="32004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7pPr>
            <a:lvl8pPr indent="-317500" lvl="7" marL="36576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8pPr>
            <a:lvl9pPr indent="-317500" lvl="8" marL="41148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 id="2147483690"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10" name="Shape 210"/>
        <p:cNvGrpSpPr/>
        <p:nvPr/>
      </p:nvGrpSpPr>
      <p:grpSpPr>
        <a:xfrm>
          <a:off x="0" y="0"/>
          <a:ext cx="0" cy="0"/>
          <a:chOff x="0" y="0"/>
          <a:chExt cx="0" cy="0"/>
        </a:xfrm>
      </p:grpSpPr>
      <p:sp>
        <p:nvSpPr>
          <p:cNvPr id="211" name="Google Shape;211;p46"/>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1pPr>
            <a:lvl2pPr lvl="1"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2pPr>
            <a:lvl3pPr lvl="2"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3pPr>
            <a:lvl4pPr lvl="3"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4pPr>
            <a:lvl5pPr lvl="4"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5pPr>
            <a:lvl6pPr lvl="5"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6pPr>
            <a:lvl7pPr lvl="6"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7pPr>
            <a:lvl8pPr lvl="7"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8pPr>
            <a:lvl9pPr lvl="8"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9pPr>
          </a:lstStyle>
          <a:p/>
        </p:txBody>
      </p:sp>
      <p:sp>
        <p:nvSpPr>
          <p:cNvPr id="212" name="Google Shape;212;p46"/>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1pPr>
            <a:lvl2pPr indent="-317500" lvl="1" marL="9144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2pPr>
            <a:lvl3pPr indent="-317500" lvl="2" marL="13716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3pPr>
            <a:lvl4pPr indent="-317500" lvl="3" marL="18288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4pPr>
            <a:lvl5pPr indent="-317500" lvl="4" marL="22860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5pPr>
            <a:lvl6pPr indent="-317500" lvl="5" marL="27432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6pPr>
            <a:lvl7pPr indent="-317500" lvl="6" marL="32004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7pPr>
            <a:lvl8pPr indent="-317500" lvl="7" marL="36576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8pPr>
            <a:lvl9pPr indent="-317500" lvl="8" marL="41148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0" r:id="rId20"/>
    <p:sldLayoutId id="2147483711" r:id="rId21"/>
    <p:sldLayoutId id="2147483712" r:id="rId22"/>
    <p:sldLayoutId id="2147483713"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0" Type="http://schemas.openxmlformats.org/officeDocument/2006/relationships/image" Target="../media/image6.jpg"/><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59.jpg"/><Relationship Id="rId4" Type="http://schemas.openxmlformats.org/officeDocument/2006/relationships/image" Target="../media/image12.jpg"/><Relationship Id="rId9" Type="http://schemas.openxmlformats.org/officeDocument/2006/relationships/image" Target="../media/image14.jpg"/><Relationship Id="rId5" Type="http://schemas.openxmlformats.org/officeDocument/2006/relationships/image" Target="../media/image11.png"/><Relationship Id="rId6" Type="http://schemas.openxmlformats.org/officeDocument/2006/relationships/image" Target="../media/image10.jpg"/><Relationship Id="rId7" Type="http://schemas.openxmlformats.org/officeDocument/2006/relationships/image" Target="../media/image9.jpg"/><Relationship Id="rId8" Type="http://schemas.openxmlformats.org/officeDocument/2006/relationships/image" Target="../media/image2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7.pn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6.jpg"/><Relationship Id="rId4" Type="http://schemas.openxmlformats.org/officeDocument/2006/relationships/image" Target="../media/image7.png"/><Relationship Id="rId5"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6.jp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11" Type="http://schemas.openxmlformats.org/officeDocument/2006/relationships/image" Target="../media/image15.png"/><Relationship Id="rId10" Type="http://schemas.openxmlformats.org/officeDocument/2006/relationships/image" Target="../media/image39.png"/><Relationship Id="rId13" Type="http://schemas.openxmlformats.org/officeDocument/2006/relationships/image" Target="../media/image21.png"/><Relationship Id="rId12" Type="http://schemas.openxmlformats.org/officeDocument/2006/relationships/image" Target="../media/image23.png"/><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13.png"/><Relationship Id="rId9" Type="http://schemas.openxmlformats.org/officeDocument/2006/relationships/image" Target="../media/image17.png"/><Relationship Id="rId15" Type="http://schemas.openxmlformats.org/officeDocument/2006/relationships/image" Target="../media/image50.png"/><Relationship Id="rId14" Type="http://schemas.openxmlformats.org/officeDocument/2006/relationships/image" Target="../media/image25.png"/><Relationship Id="rId17" Type="http://schemas.openxmlformats.org/officeDocument/2006/relationships/image" Target="../media/image30.png"/><Relationship Id="rId16" Type="http://schemas.openxmlformats.org/officeDocument/2006/relationships/image" Target="../media/image16.png"/><Relationship Id="rId5" Type="http://schemas.openxmlformats.org/officeDocument/2006/relationships/image" Target="../media/image35.png"/><Relationship Id="rId6" Type="http://schemas.openxmlformats.org/officeDocument/2006/relationships/image" Target="../media/image18.png"/><Relationship Id="rId18" Type="http://schemas.openxmlformats.org/officeDocument/2006/relationships/image" Target="../media/image38.png"/><Relationship Id="rId7" Type="http://schemas.openxmlformats.org/officeDocument/2006/relationships/image" Target="../media/image26.png"/><Relationship Id="rId8"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45.png"/><Relationship Id="rId6" Type="http://schemas.openxmlformats.org/officeDocument/2006/relationships/image" Target="../media/image5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31.png"/><Relationship Id="rId5" Type="http://schemas.openxmlformats.org/officeDocument/2006/relationships/image" Target="../media/image41.png"/><Relationship Id="rId6" Type="http://schemas.openxmlformats.org/officeDocument/2006/relationships/image" Target="../media/image4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 Id="rId3" Type="http://schemas.openxmlformats.org/officeDocument/2006/relationships/image" Target="../media/image51.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 Id="rId3" Type="http://schemas.openxmlformats.org/officeDocument/2006/relationships/image" Target="../media/image48.png"/><Relationship Id="rId4" Type="http://schemas.openxmlformats.org/officeDocument/2006/relationships/image" Target="../media/image44.png"/><Relationship Id="rId5" Type="http://schemas.openxmlformats.org/officeDocument/2006/relationships/image" Target="../media/image37.png"/><Relationship Id="rId6" Type="http://schemas.openxmlformats.org/officeDocument/2006/relationships/image" Target="../media/image42.png"/><Relationship Id="rId7" Type="http://schemas.openxmlformats.org/officeDocument/2006/relationships/image" Target="../media/image40.png"/><Relationship Id="rId8" Type="http://schemas.openxmlformats.org/officeDocument/2006/relationships/image" Target="../media/image4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4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76.png"/><Relationship Id="rId4" Type="http://schemas.openxmlformats.org/officeDocument/2006/relationships/image" Target="../media/image7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60.png"/><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8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64.png"/><Relationship Id="rId4" Type="http://schemas.openxmlformats.org/officeDocument/2006/relationships/image" Target="../media/image8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8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6.jpg"/><Relationship Id="rId4" Type="http://schemas.openxmlformats.org/officeDocument/2006/relationships/image" Target="../media/image5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6.jpg"/><Relationship Id="rId4" Type="http://schemas.openxmlformats.org/officeDocument/2006/relationships/image" Target="../media/image6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6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6.jpg"/><Relationship Id="rId4" Type="http://schemas.openxmlformats.org/officeDocument/2006/relationships/image" Target="../media/image6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6.jpg"/><Relationship Id="rId4" Type="http://schemas.openxmlformats.org/officeDocument/2006/relationships/image" Target="../media/image5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6.jpg"/><Relationship Id="rId4" Type="http://schemas.openxmlformats.org/officeDocument/2006/relationships/image" Target="../media/image5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6.jpg"/><Relationship Id="rId4" Type="http://schemas.openxmlformats.org/officeDocument/2006/relationships/image" Target="../media/image5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9.xml"/><Relationship Id="rId3" Type="http://schemas.openxmlformats.org/officeDocument/2006/relationships/image" Target="../media/image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0.xml"/><Relationship Id="rId3" Type="http://schemas.openxmlformats.org/officeDocument/2006/relationships/image" Target="../media/image6.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1.xml"/><Relationship Id="rId3" Type="http://schemas.openxmlformats.org/officeDocument/2006/relationships/image" Target="../media/image6.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2.xml"/><Relationship Id="rId3" Type="http://schemas.openxmlformats.org/officeDocument/2006/relationships/image" Target="../media/image6.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3.xml"/><Relationship Id="rId3" Type="http://schemas.openxmlformats.org/officeDocument/2006/relationships/image" Target="../media/image6.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4.xml"/><Relationship Id="rId3" Type="http://schemas.openxmlformats.org/officeDocument/2006/relationships/image" Target="../media/image6.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5.xml"/><Relationship Id="rId3" Type="http://schemas.openxmlformats.org/officeDocument/2006/relationships/image" Target="../media/image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6.xml"/><Relationship Id="rId3" Type="http://schemas.openxmlformats.org/officeDocument/2006/relationships/image" Target="../media/image6.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7.xml"/><Relationship Id="rId3" Type="http://schemas.openxmlformats.org/officeDocument/2006/relationships/image" Target="../media/image6.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8.xml"/><Relationship Id="rId3" Type="http://schemas.openxmlformats.org/officeDocument/2006/relationships/image" Target="../media/image6.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9.xml"/><Relationship Id="rId3" Type="http://schemas.openxmlformats.org/officeDocument/2006/relationships/image" Target="../media/image6.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0.xml"/><Relationship Id="rId3" Type="http://schemas.openxmlformats.org/officeDocument/2006/relationships/image" Target="../media/image6.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 Id="rId3" Type="http://schemas.openxmlformats.org/officeDocument/2006/relationships/image" Target="../media/image6.jpg"/><Relationship Id="rId4" Type="http://schemas.openxmlformats.org/officeDocument/2006/relationships/image" Target="../media/image7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6.jpg"/><Relationship Id="rId4" Type="http://schemas.openxmlformats.org/officeDocument/2006/relationships/image" Target="../media/image56.png"/><Relationship Id="rId5" Type="http://schemas.openxmlformats.org/officeDocument/2006/relationships/image" Target="../media/image5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6.jpg"/><Relationship Id="rId4" Type="http://schemas.openxmlformats.org/officeDocument/2006/relationships/image" Target="../media/image61.png"/><Relationship Id="rId5" Type="http://schemas.openxmlformats.org/officeDocument/2006/relationships/image" Target="../media/image7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6.jpg"/><Relationship Id="rId4" Type="http://schemas.openxmlformats.org/officeDocument/2006/relationships/image" Target="../media/image7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6.jpg"/><Relationship Id="rId4" Type="http://schemas.openxmlformats.org/officeDocument/2006/relationships/image" Target="../media/image7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77.png"/><Relationship Id="rId4" Type="http://schemas.openxmlformats.org/officeDocument/2006/relationships/image" Target="../media/image67.png"/><Relationship Id="rId9" Type="http://schemas.openxmlformats.org/officeDocument/2006/relationships/image" Target="../media/image6.jpg"/><Relationship Id="rId5" Type="http://schemas.openxmlformats.org/officeDocument/2006/relationships/image" Target="../media/image81.png"/><Relationship Id="rId6" Type="http://schemas.openxmlformats.org/officeDocument/2006/relationships/image" Target="../media/image74.png"/><Relationship Id="rId7" Type="http://schemas.openxmlformats.org/officeDocument/2006/relationships/image" Target="../media/image66.png"/><Relationship Id="rId8" Type="http://schemas.openxmlformats.org/officeDocument/2006/relationships/image" Target="../media/image7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 Id="rId3" Type="http://schemas.openxmlformats.org/officeDocument/2006/relationships/image" Target="../media/image83.png"/><Relationship Id="rId4" Type="http://schemas.openxmlformats.org/officeDocument/2006/relationships/image" Target="../media/image69.png"/><Relationship Id="rId5" Type="http://schemas.openxmlformats.org/officeDocument/2006/relationships/image" Target="../media/image8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 Id="rId3" Type="http://schemas.openxmlformats.org/officeDocument/2006/relationships/image" Target="../media/image6.jpg"/><Relationship Id="rId4" Type="http://schemas.openxmlformats.org/officeDocument/2006/relationships/image" Target="../media/image8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 Id="rId3" Type="http://schemas.openxmlformats.org/officeDocument/2006/relationships/image" Target="../media/image6.jpg"/><Relationship Id="rId4" Type="http://schemas.openxmlformats.org/officeDocument/2006/relationships/image" Target="../media/image8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 Id="rId3" Type="http://schemas.openxmlformats.org/officeDocument/2006/relationships/image" Target="../media/image6.jpg"/><Relationship Id="rId4" Type="http://schemas.openxmlformats.org/officeDocument/2006/relationships/image" Target="../media/image8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 Id="rId3" Type="http://schemas.openxmlformats.org/officeDocument/2006/relationships/image" Target="../media/image6.jpg"/><Relationship Id="rId4" Type="http://schemas.openxmlformats.org/officeDocument/2006/relationships/image" Target="../media/image8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 Id="rId3" Type="http://schemas.openxmlformats.org/officeDocument/2006/relationships/image" Target="../media/image6.jpg"/><Relationship Id="rId4" Type="http://schemas.openxmlformats.org/officeDocument/2006/relationships/image" Target="../media/image10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 Id="rId3" Type="http://schemas.openxmlformats.org/officeDocument/2006/relationships/image" Target="../media/image6.jpg"/><Relationship Id="rId4" Type="http://schemas.openxmlformats.org/officeDocument/2006/relationships/image" Target="../media/image9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image" Target="../media/image6.jpg"/><Relationship Id="rId4" Type="http://schemas.openxmlformats.org/officeDocument/2006/relationships/image" Target="../media/image9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 Id="rId3" Type="http://schemas.openxmlformats.org/officeDocument/2006/relationships/image" Target="../media/image6.jpg"/><Relationship Id="rId4" Type="http://schemas.openxmlformats.org/officeDocument/2006/relationships/image" Target="../media/image10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 Id="rId3" Type="http://schemas.openxmlformats.org/officeDocument/2006/relationships/image" Target="../media/image6.jpg"/><Relationship Id="rId4" Type="http://schemas.openxmlformats.org/officeDocument/2006/relationships/image" Target="../media/image9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 Id="rId3" Type="http://schemas.openxmlformats.org/officeDocument/2006/relationships/image" Target="../media/image6.jpg"/><Relationship Id="rId4" Type="http://schemas.openxmlformats.org/officeDocument/2006/relationships/image" Target="../media/image9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 Id="rId3" Type="http://schemas.openxmlformats.org/officeDocument/2006/relationships/image" Target="../media/image6.jpg"/><Relationship Id="rId4" Type="http://schemas.openxmlformats.org/officeDocument/2006/relationships/image" Target="../media/image10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 Id="rId3" Type="http://schemas.openxmlformats.org/officeDocument/2006/relationships/image" Target="../media/image6.jpg"/><Relationship Id="rId4" Type="http://schemas.openxmlformats.org/officeDocument/2006/relationships/image" Target="../media/image9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 Id="rId3" Type="http://schemas.openxmlformats.org/officeDocument/2006/relationships/image" Target="../media/image6.jpg"/><Relationship Id="rId4" Type="http://schemas.openxmlformats.org/officeDocument/2006/relationships/image" Target="../media/image9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 Id="rId3" Type="http://schemas.openxmlformats.org/officeDocument/2006/relationships/image" Target="../media/image6.jpg"/><Relationship Id="rId4" Type="http://schemas.openxmlformats.org/officeDocument/2006/relationships/image" Target="../media/image9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 Id="rId3" Type="http://schemas.openxmlformats.org/officeDocument/2006/relationships/image" Target="../media/image6.jpg"/><Relationship Id="rId4" Type="http://schemas.openxmlformats.org/officeDocument/2006/relationships/image" Target="../media/image9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 Id="rId3" Type="http://schemas.openxmlformats.org/officeDocument/2006/relationships/image" Target="../media/image6.jpg"/><Relationship Id="rId4" Type="http://schemas.openxmlformats.org/officeDocument/2006/relationships/image" Target="../media/image9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image" Target="../media/image6.jpg"/><Relationship Id="rId4" Type="http://schemas.openxmlformats.org/officeDocument/2006/relationships/image" Target="../media/image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 Id="rId3" Type="http://schemas.openxmlformats.org/officeDocument/2006/relationships/image" Target="../media/image6.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 Id="rId3" Type="http://schemas.openxmlformats.org/officeDocument/2006/relationships/image" Target="../media/image6.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 Id="rId3" Type="http://schemas.openxmlformats.org/officeDocument/2006/relationships/hyperlink" Target="https://github.com/htmw/STARLABS/wiki#kneevision" TargetMode="External"/><Relationship Id="rId4" Type="http://schemas.openxmlformats.org/officeDocument/2006/relationships/image" Target="../media/image6.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70"/>
          <p:cNvSpPr txBox="1"/>
          <p:nvPr>
            <p:ph idx="1" type="subTitle"/>
          </p:nvPr>
        </p:nvSpPr>
        <p:spPr>
          <a:xfrm flipH="1">
            <a:off x="457200" y="4391750"/>
            <a:ext cx="4215600" cy="38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S.T.A.R Labs</a:t>
            </a:r>
            <a:endParaRPr/>
          </a:p>
        </p:txBody>
      </p:sp>
      <p:sp>
        <p:nvSpPr>
          <p:cNvPr id="323" name="Google Shape;323;p70"/>
          <p:cNvSpPr txBox="1"/>
          <p:nvPr>
            <p:ph type="ctrTitle"/>
          </p:nvPr>
        </p:nvSpPr>
        <p:spPr>
          <a:xfrm flipH="1" rot="130">
            <a:off x="457525" y="368058"/>
            <a:ext cx="7931100" cy="24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KneeVision</a:t>
            </a:r>
            <a:endParaRPr i="1"/>
          </a:p>
        </p:txBody>
      </p:sp>
      <p:pic>
        <p:nvPicPr>
          <p:cNvPr id="324" name="Google Shape;324;p70" title="Screenshot 2026-02-16 at 9.46.18 PM.png"/>
          <p:cNvPicPr preferRelativeResize="0"/>
          <p:nvPr/>
        </p:nvPicPr>
        <p:blipFill rotWithShape="1">
          <a:blip r:embed="rId3">
            <a:alphaModFix/>
          </a:blip>
          <a:srcRect b="0" l="0" r="0" t="0"/>
          <a:stretch/>
        </p:blipFill>
        <p:spPr>
          <a:xfrm>
            <a:off x="6014125" y="1822700"/>
            <a:ext cx="2374500" cy="211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71"/>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Agenda</a:t>
            </a:r>
            <a:endParaRPr/>
          </a:p>
        </p:txBody>
      </p:sp>
      <p:sp>
        <p:nvSpPr>
          <p:cNvPr id="330" name="Google Shape;330;p71"/>
          <p:cNvSpPr/>
          <p:nvPr/>
        </p:nvSpPr>
        <p:spPr>
          <a:xfrm>
            <a:off x="1137142" y="1075986"/>
            <a:ext cx="662700" cy="4611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i="1" lang="en" sz="2498">
                <a:solidFill>
                  <a:schemeClr val="dk1"/>
                </a:solidFill>
                <a:latin typeface="Viaoda Libre"/>
                <a:ea typeface="Viaoda Libre"/>
                <a:cs typeface="Viaoda Libre"/>
                <a:sym typeface="Viaoda Libre"/>
              </a:rPr>
              <a:t>01</a:t>
            </a:r>
            <a:endParaRPr i="1" sz="2498">
              <a:solidFill>
                <a:schemeClr val="dk1"/>
              </a:solidFill>
              <a:latin typeface="Viaoda Libre"/>
              <a:ea typeface="Viaoda Libre"/>
              <a:cs typeface="Viaoda Libre"/>
              <a:sym typeface="Viaoda Libre"/>
            </a:endParaRPr>
          </a:p>
        </p:txBody>
      </p:sp>
      <p:sp>
        <p:nvSpPr>
          <p:cNvPr id="331" name="Google Shape;331;p71"/>
          <p:cNvSpPr/>
          <p:nvPr/>
        </p:nvSpPr>
        <p:spPr>
          <a:xfrm>
            <a:off x="2688867" y="1075986"/>
            <a:ext cx="662700" cy="4611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i="1" lang="en" sz="2498">
                <a:solidFill>
                  <a:schemeClr val="dk1"/>
                </a:solidFill>
                <a:latin typeface="Viaoda Libre"/>
                <a:ea typeface="Viaoda Libre"/>
                <a:cs typeface="Viaoda Libre"/>
                <a:sym typeface="Viaoda Libre"/>
              </a:rPr>
              <a:t>02</a:t>
            </a:r>
            <a:endParaRPr i="1" sz="2498">
              <a:solidFill>
                <a:schemeClr val="dk1"/>
              </a:solidFill>
              <a:latin typeface="Viaoda Libre"/>
              <a:ea typeface="Viaoda Libre"/>
              <a:cs typeface="Viaoda Libre"/>
              <a:sym typeface="Viaoda Libre"/>
            </a:endParaRPr>
          </a:p>
        </p:txBody>
      </p:sp>
      <p:sp>
        <p:nvSpPr>
          <p:cNvPr id="332" name="Google Shape;332;p71"/>
          <p:cNvSpPr txBox="1"/>
          <p:nvPr/>
        </p:nvSpPr>
        <p:spPr>
          <a:xfrm>
            <a:off x="805959" y="2734923"/>
            <a:ext cx="1325100" cy="387900"/>
          </a:xfrm>
          <a:prstGeom prst="rect">
            <a:avLst/>
          </a:prstGeom>
          <a:noFill/>
          <a:ln>
            <a:noFill/>
          </a:ln>
        </p:spPr>
        <p:txBody>
          <a:bodyPr anchorCtr="0" anchor="b" bIns="69225" lIns="69225" spcFirstLastPara="1" rIns="69225" wrap="square" tIns="69225">
            <a:noAutofit/>
          </a:bodyPr>
          <a:lstStyle/>
          <a:p>
            <a:pPr indent="0" lvl="0" marL="0" rtl="0" algn="ctr">
              <a:spcBef>
                <a:spcPts val="0"/>
              </a:spcBef>
              <a:spcAft>
                <a:spcPts val="0"/>
              </a:spcAft>
              <a:buNone/>
            </a:pPr>
            <a:r>
              <a:rPr lang="en" sz="1741">
                <a:solidFill>
                  <a:schemeClr val="dk2"/>
                </a:solidFill>
                <a:latin typeface="Viaoda Libre"/>
                <a:ea typeface="Viaoda Libre"/>
                <a:cs typeface="Viaoda Libre"/>
                <a:sym typeface="Viaoda Libre"/>
              </a:rPr>
              <a:t>SPRINT 2 RECAP</a:t>
            </a:r>
            <a:endParaRPr sz="1741">
              <a:solidFill>
                <a:schemeClr val="dk2"/>
              </a:solidFill>
              <a:latin typeface="Viaoda Libre"/>
              <a:ea typeface="Viaoda Libre"/>
              <a:cs typeface="Viaoda Libre"/>
              <a:sym typeface="Viaoda Libre"/>
            </a:endParaRPr>
          </a:p>
        </p:txBody>
      </p:sp>
      <p:sp>
        <p:nvSpPr>
          <p:cNvPr id="333" name="Google Shape;333;p71"/>
          <p:cNvSpPr txBox="1"/>
          <p:nvPr/>
        </p:nvSpPr>
        <p:spPr>
          <a:xfrm>
            <a:off x="570798" y="3493200"/>
            <a:ext cx="1560300" cy="1281600"/>
          </a:xfrm>
          <a:prstGeom prst="rect">
            <a:avLst/>
          </a:prstGeom>
          <a:noFill/>
          <a:ln>
            <a:noFill/>
          </a:ln>
        </p:spPr>
        <p:txBody>
          <a:bodyPr anchorCtr="0" anchor="t" bIns="69225" lIns="69225" spcFirstLastPara="1" rIns="69225" wrap="square" tIns="69225">
            <a:spAutoFit/>
          </a:bodyPr>
          <a:lstStyle/>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Research Team</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Improvements</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Project Description</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Team Working Agreement</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Personas</a:t>
            </a:r>
            <a:endParaRPr sz="1060">
              <a:solidFill>
                <a:schemeClr val="dk1"/>
              </a:solidFill>
              <a:latin typeface="Albert Sans"/>
              <a:ea typeface="Albert Sans"/>
              <a:cs typeface="Albert Sans"/>
              <a:sym typeface="Albert Sans"/>
            </a:endParaRPr>
          </a:p>
        </p:txBody>
      </p:sp>
      <p:sp>
        <p:nvSpPr>
          <p:cNvPr id="334" name="Google Shape;334;p71"/>
          <p:cNvSpPr txBox="1"/>
          <p:nvPr/>
        </p:nvSpPr>
        <p:spPr>
          <a:xfrm>
            <a:off x="2245425" y="2457125"/>
            <a:ext cx="1560300" cy="675600"/>
          </a:xfrm>
          <a:prstGeom prst="rect">
            <a:avLst/>
          </a:prstGeom>
          <a:noFill/>
          <a:ln>
            <a:noFill/>
          </a:ln>
        </p:spPr>
        <p:txBody>
          <a:bodyPr anchorCtr="0" anchor="b" bIns="69225" lIns="69225" spcFirstLastPara="1" rIns="69225" wrap="square" tIns="69225">
            <a:spAutoFit/>
          </a:bodyPr>
          <a:lstStyle/>
          <a:p>
            <a:pPr indent="0" lvl="0" marL="0" rtl="0" algn="ctr">
              <a:spcBef>
                <a:spcPts val="0"/>
              </a:spcBef>
              <a:spcAft>
                <a:spcPts val="0"/>
              </a:spcAft>
              <a:buNone/>
            </a:pPr>
            <a:r>
              <a:rPr lang="en" sz="1741">
                <a:solidFill>
                  <a:schemeClr val="dk2"/>
                </a:solidFill>
                <a:latin typeface="Viaoda Libre"/>
                <a:ea typeface="Viaoda Libre"/>
                <a:cs typeface="Viaoda Libre"/>
                <a:sym typeface="Viaoda Libre"/>
              </a:rPr>
              <a:t>PROJECT OVERVIEW</a:t>
            </a:r>
            <a:endParaRPr sz="1741">
              <a:solidFill>
                <a:schemeClr val="dk2"/>
              </a:solidFill>
              <a:latin typeface="Viaoda Libre"/>
              <a:ea typeface="Viaoda Libre"/>
              <a:cs typeface="Viaoda Libre"/>
              <a:sym typeface="Viaoda Libre"/>
            </a:endParaRPr>
          </a:p>
        </p:txBody>
      </p:sp>
      <p:sp>
        <p:nvSpPr>
          <p:cNvPr id="335" name="Google Shape;335;p71"/>
          <p:cNvSpPr txBox="1"/>
          <p:nvPr/>
        </p:nvSpPr>
        <p:spPr>
          <a:xfrm>
            <a:off x="2245428" y="3493212"/>
            <a:ext cx="1325100" cy="955200"/>
          </a:xfrm>
          <a:prstGeom prst="rect">
            <a:avLst/>
          </a:prstGeom>
          <a:noFill/>
          <a:ln>
            <a:noFill/>
          </a:ln>
        </p:spPr>
        <p:txBody>
          <a:bodyPr anchorCtr="0" anchor="t" bIns="69225" lIns="69225" spcFirstLastPara="1" rIns="69225" wrap="square" tIns="69225">
            <a:spAutoFit/>
          </a:bodyPr>
          <a:lstStyle/>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MVP</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Languages and Tools</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Algorithms</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Diagrams</a:t>
            </a:r>
            <a:endParaRPr sz="1060">
              <a:solidFill>
                <a:schemeClr val="dk1"/>
              </a:solidFill>
              <a:latin typeface="Albert Sans"/>
              <a:ea typeface="Albert Sans"/>
              <a:cs typeface="Albert Sans"/>
              <a:sym typeface="Albert Sans"/>
            </a:endParaRPr>
          </a:p>
        </p:txBody>
      </p:sp>
      <p:sp>
        <p:nvSpPr>
          <p:cNvPr id="336" name="Google Shape;336;p71"/>
          <p:cNvSpPr/>
          <p:nvPr/>
        </p:nvSpPr>
        <p:spPr>
          <a:xfrm>
            <a:off x="4240565" y="1075986"/>
            <a:ext cx="662700" cy="4611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i="1" lang="en" sz="2498">
                <a:solidFill>
                  <a:schemeClr val="dk1"/>
                </a:solidFill>
                <a:latin typeface="Viaoda Libre"/>
                <a:ea typeface="Viaoda Libre"/>
                <a:cs typeface="Viaoda Libre"/>
                <a:sym typeface="Viaoda Libre"/>
              </a:rPr>
              <a:t>03</a:t>
            </a:r>
            <a:endParaRPr i="1" sz="2498">
              <a:solidFill>
                <a:schemeClr val="dk1"/>
              </a:solidFill>
              <a:latin typeface="Viaoda Libre"/>
              <a:ea typeface="Viaoda Libre"/>
              <a:cs typeface="Viaoda Libre"/>
              <a:sym typeface="Viaoda Libre"/>
            </a:endParaRPr>
          </a:p>
        </p:txBody>
      </p:sp>
      <p:sp>
        <p:nvSpPr>
          <p:cNvPr id="337" name="Google Shape;337;p71"/>
          <p:cNvSpPr txBox="1"/>
          <p:nvPr/>
        </p:nvSpPr>
        <p:spPr>
          <a:xfrm>
            <a:off x="3769275" y="2472575"/>
            <a:ext cx="1610400" cy="644700"/>
          </a:xfrm>
          <a:prstGeom prst="rect">
            <a:avLst/>
          </a:prstGeom>
          <a:noFill/>
          <a:ln>
            <a:noFill/>
          </a:ln>
        </p:spPr>
        <p:txBody>
          <a:bodyPr anchorCtr="0" anchor="b" bIns="69225" lIns="69225" spcFirstLastPara="1" rIns="69225" wrap="square" tIns="69225">
            <a:noAutofit/>
          </a:bodyPr>
          <a:lstStyle/>
          <a:p>
            <a:pPr indent="0" lvl="0" marL="0" rtl="0" algn="ctr">
              <a:spcBef>
                <a:spcPts val="0"/>
              </a:spcBef>
              <a:spcAft>
                <a:spcPts val="0"/>
              </a:spcAft>
              <a:buSzPts val="770"/>
              <a:buNone/>
            </a:pPr>
            <a:r>
              <a:rPr lang="en" sz="1719">
                <a:solidFill>
                  <a:schemeClr val="dk2"/>
                </a:solidFill>
                <a:latin typeface="Viaoda Libre"/>
                <a:ea typeface="Viaoda Libre"/>
                <a:cs typeface="Viaoda Libre"/>
                <a:sym typeface="Viaoda Libre"/>
              </a:rPr>
              <a:t>PRODUCT BACKLOG</a:t>
            </a:r>
            <a:endParaRPr sz="1719">
              <a:solidFill>
                <a:schemeClr val="dk2"/>
              </a:solidFill>
              <a:latin typeface="Viaoda Libre"/>
              <a:ea typeface="Viaoda Libre"/>
              <a:cs typeface="Viaoda Libre"/>
              <a:sym typeface="Viaoda Libre"/>
            </a:endParaRPr>
          </a:p>
        </p:txBody>
      </p:sp>
      <p:sp>
        <p:nvSpPr>
          <p:cNvPr id="338" name="Google Shape;338;p71"/>
          <p:cNvSpPr txBox="1"/>
          <p:nvPr/>
        </p:nvSpPr>
        <p:spPr>
          <a:xfrm>
            <a:off x="3909436" y="3493205"/>
            <a:ext cx="1325100" cy="955200"/>
          </a:xfrm>
          <a:prstGeom prst="rect">
            <a:avLst/>
          </a:prstGeom>
          <a:noFill/>
          <a:ln>
            <a:noFill/>
          </a:ln>
        </p:spPr>
        <p:txBody>
          <a:bodyPr anchorCtr="0" anchor="t" bIns="69225" lIns="69225" spcFirstLastPara="1" rIns="69225" wrap="square" tIns="69225">
            <a:spAutoFit/>
          </a:bodyPr>
          <a:lstStyle/>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User Stories</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Sprint 3 Stories</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Test Cases</a:t>
            </a:r>
            <a:endParaRPr sz="1060">
              <a:solidFill>
                <a:schemeClr val="dk1"/>
              </a:solidFill>
              <a:latin typeface="Albert Sans"/>
              <a:ea typeface="Albert Sans"/>
              <a:cs typeface="Albert Sans"/>
              <a:sym typeface="Albert Sans"/>
            </a:endParaRPr>
          </a:p>
        </p:txBody>
      </p:sp>
      <p:sp>
        <p:nvSpPr>
          <p:cNvPr id="339" name="Google Shape;339;p71"/>
          <p:cNvSpPr/>
          <p:nvPr/>
        </p:nvSpPr>
        <p:spPr>
          <a:xfrm>
            <a:off x="5792277" y="1075986"/>
            <a:ext cx="662700" cy="4611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i="1" lang="en" sz="2498">
                <a:solidFill>
                  <a:schemeClr val="dk1"/>
                </a:solidFill>
                <a:latin typeface="Viaoda Libre"/>
                <a:ea typeface="Viaoda Libre"/>
                <a:cs typeface="Viaoda Libre"/>
                <a:sym typeface="Viaoda Libre"/>
              </a:rPr>
              <a:t>04</a:t>
            </a:r>
            <a:endParaRPr i="1" sz="2498">
              <a:solidFill>
                <a:schemeClr val="dk1"/>
              </a:solidFill>
              <a:latin typeface="Viaoda Libre"/>
              <a:ea typeface="Viaoda Libre"/>
              <a:cs typeface="Viaoda Libre"/>
              <a:sym typeface="Viaoda Libre"/>
            </a:endParaRPr>
          </a:p>
        </p:txBody>
      </p:sp>
      <p:sp>
        <p:nvSpPr>
          <p:cNvPr id="340" name="Google Shape;340;p71"/>
          <p:cNvSpPr txBox="1"/>
          <p:nvPr/>
        </p:nvSpPr>
        <p:spPr>
          <a:xfrm>
            <a:off x="5461145" y="2457123"/>
            <a:ext cx="1325100" cy="943500"/>
          </a:xfrm>
          <a:prstGeom prst="rect">
            <a:avLst/>
          </a:prstGeom>
          <a:noFill/>
          <a:ln>
            <a:noFill/>
          </a:ln>
        </p:spPr>
        <p:txBody>
          <a:bodyPr anchorCtr="0" anchor="b" bIns="69225" lIns="69225" spcFirstLastPara="1" rIns="69225" wrap="square" tIns="69225">
            <a:spAutoFit/>
          </a:bodyPr>
          <a:lstStyle/>
          <a:p>
            <a:pPr indent="0" lvl="0" marL="0" rtl="0" algn="ctr">
              <a:spcBef>
                <a:spcPts val="0"/>
              </a:spcBef>
              <a:spcAft>
                <a:spcPts val="0"/>
              </a:spcAft>
              <a:buClr>
                <a:schemeClr val="dk1"/>
              </a:buClr>
              <a:buSzPts val="1100"/>
              <a:buFont typeface="Arial"/>
              <a:buNone/>
            </a:pPr>
            <a:r>
              <a:rPr lang="en" sz="1741">
                <a:solidFill>
                  <a:schemeClr val="dk1"/>
                </a:solidFill>
                <a:latin typeface="Viaoda Libre"/>
                <a:ea typeface="Viaoda Libre"/>
                <a:cs typeface="Viaoda Libre"/>
                <a:sym typeface="Viaoda Libre"/>
              </a:rPr>
              <a:t>TEAM METRICS</a:t>
            </a:r>
            <a:endParaRPr sz="1741">
              <a:solidFill>
                <a:schemeClr val="dk1"/>
              </a:solidFill>
              <a:latin typeface="Viaoda Libre"/>
              <a:ea typeface="Viaoda Libre"/>
              <a:cs typeface="Viaoda Libre"/>
              <a:sym typeface="Viaoda Libre"/>
            </a:endParaRPr>
          </a:p>
          <a:p>
            <a:pPr indent="0" lvl="0" marL="0" rtl="0" algn="ctr">
              <a:spcBef>
                <a:spcPts val="0"/>
              </a:spcBef>
              <a:spcAft>
                <a:spcPts val="0"/>
              </a:spcAft>
              <a:buNone/>
            </a:pPr>
            <a:r>
              <a:t/>
            </a:r>
            <a:endParaRPr sz="1741">
              <a:solidFill>
                <a:schemeClr val="dk2"/>
              </a:solidFill>
              <a:latin typeface="Viaoda Libre"/>
              <a:ea typeface="Viaoda Libre"/>
              <a:cs typeface="Viaoda Libre"/>
              <a:sym typeface="Viaoda Libre"/>
            </a:endParaRPr>
          </a:p>
        </p:txBody>
      </p:sp>
      <p:sp>
        <p:nvSpPr>
          <p:cNvPr id="341" name="Google Shape;341;p71"/>
          <p:cNvSpPr txBox="1"/>
          <p:nvPr/>
        </p:nvSpPr>
        <p:spPr>
          <a:xfrm>
            <a:off x="5461150" y="3493200"/>
            <a:ext cx="1350600" cy="1281600"/>
          </a:xfrm>
          <a:prstGeom prst="rect">
            <a:avLst/>
          </a:prstGeom>
          <a:noFill/>
          <a:ln>
            <a:noFill/>
          </a:ln>
        </p:spPr>
        <p:txBody>
          <a:bodyPr anchorCtr="0" anchor="t" bIns="69225" lIns="69225" spcFirstLastPara="1" rIns="69225" wrap="square" tIns="69225">
            <a:spAutoFit/>
          </a:bodyPr>
          <a:lstStyle/>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Team Velocity</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Burndown Charts</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Completed/Committed Ratio</a:t>
            </a:r>
            <a:endParaRPr sz="1060">
              <a:solidFill>
                <a:schemeClr val="dk1"/>
              </a:solidFill>
              <a:latin typeface="Albert Sans"/>
              <a:ea typeface="Albert Sans"/>
              <a:cs typeface="Albert Sans"/>
              <a:sym typeface="Albert Sans"/>
            </a:endParaRPr>
          </a:p>
        </p:txBody>
      </p:sp>
      <p:cxnSp>
        <p:nvCxnSpPr>
          <p:cNvPr id="342" name="Google Shape;342;p71"/>
          <p:cNvCxnSpPr>
            <a:stCxn id="330" idx="2"/>
          </p:cNvCxnSpPr>
          <p:nvPr/>
        </p:nvCxnSpPr>
        <p:spPr>
          <a:xfrm flipH="1">
            <a:off x="1457092" y="1537086"/>
            <a:ext cx="11400" cy="964500"/>
          </a:xfrm>
          <a:prstGeom prst="straightConnector1">
            <a:avLst/>
          </a:prstGeom>
          <a:noFill/>
          <a:ln cap="flat" cmpd="sng" w="7200">
            <a:solidFill>
              <a:schemeClr val="lt2"/>
            </a:solidFill>
            <a:prstDash val="solid"/>
            <a:round/>
            <a:headEnd len="med" w="med" type="none"/>
            <a:tailEnd len="med" w="med" type="stealth"/>
          </a:ln>
        </p:spPr>
      </p:cxnSp>
      <p:cxnSp>
        <p:nvCxnSpPr>
          <p:cNvPr id="343" name="Google Shape;343;p71"/>
          <p:cNvCxnSpPr>
            <a:stCxn id="331" idx="2"/>
            <a:endCxn id="334" idx="0"/>
          </p:cNvCxnSpPr>
          <p:nvPr/>
        </p:nvCxnSpPr>
        <p:spPr>
          <a:xfrm>
            <a:off x="3020217" y="1537086"/>
            <a:ext cx="5400" cy="920100"/>
          </a:xfrm>
          <a:prstGeom prst="straightConnector1">
            <a:avLst/>
          </a:prstGeom>
          <a:noFill/>
          <a:ln cap="flat" cmpd="sng" w="7200">
            <a:solidFill>
              <a:schemeClr val="lt2"/>
            </a:solidFill>
            <a:prstDash val="solid"/>
            <a:round/>
            <a:headEnd len="med" w="med" type="none"/>
            <a:tailEnd len="med" w="med" type="stealth"/>
          </a:ln>
        </p:spPr>
      </p:cxnSp>
      <p:cxnSp>
        <p:nvCxnSpPr>
          <p:cNvPr id="344" name="Google Shape;344;p71"/>
          <p:cNvCxnSpPr>
            <a:stCxn id="336" idx="2"/>
            <a:endCxn id="337" idx="0"/>
          </p:cNvCxnSpPr>
          <p:nvPr/>
        </p:nvCxnSpPr>
        <p:spPr>
          <a:xfrm>
            <a:off x="4571915" y="1537086"/>
            <a:ext cx="2700" cy="935400"/>
          </a:xfrm>
          <a:prstGeom prst="straightConnector1">
            <a:avLst/>
          </a:prstGeom>
          <a:noFill/>
          <a:ln cap="flat" cmpd="sng" w="7200">
            <a:solidFill>
              <a:schemeClr val="lt2"/>
            </a:solidFill>
            <a:prstDash val="solid"/>
            <a:round/>
            <a:headEnd len="med" w="med" type="none"/>
            <a:tailEnd len="med" w="med" type="stealth"/>
          </a:ln>
        </p:spPr>
      </p:cxnSp>
      <p:cxnSp>
        <p:nvCxnSpPr>
          <p:cNvPr id="345" name="Google Shape;345;p71"/>
          <p:cNvCxnSpPr>
            <a:stCxn id="339" idx="2"/>
            <a:endCxn id="340" idx="0"/>
          </p:cNvCxnSpPr>
          <p:nvPr/>
        </p:nvCxnSpPr>
        <p:spPr>
          <a:xfrm>
            <a:off x="6123627" y="1537086"/>
            <a:ext cx="0" cy="920100"/>
          </a:xfrm>
          <a:prstGeom prst="straightConnector1">
            <a:avLst/>
          </a:prstGeom>
          <a:noFill/>
          <a:ln cap="flat" cmpd="sng" w="7200">
            <a:solidFill>
              <a:schemeClr val="lt2"/>
            </a:solidFill>
            <a:prstDash val="solid"/>
            <a:round/>
            <a:headEnd len="med" w="med" type="none"/>
            <a:tailEnd len="med" w="med" type="stealth"/>
          </a:ln>
        </p:spPr>
      </p:cxnSp>
      <p:sp>
        <p:nvSpPr>
          <p:cNvPr id="346" name="Google Shape;346;p71"/>
          <p:cNvSpPr/>
          <p:nvPr/>
        </p:nvSpPr>
        <p:spPr>
          <a:xfrm>
            <a:off x="7344027" y="1061875"/>
            <a:ext cx="662700" cy="4611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i="1" lang="en" sz="2498">
                <a:solidFill>
                  <a:schemeClr val="dk1"/>
                </a:solidFill>
                <a:latin typeface="Viaoda Libre"/>
                <a:ea typeface="Viaoda Libre"/>
                <a:cs typeface="Viaoda Libre"/>
                <a:sym typeface="Viaoda Libre"/>
              </a:rPr>
              <a:t>05</a:t>
            </a:r>
            <a:endParaRPr i="1" sz="2498">
              <a:solidFill>
                <a:schemeClr val="dk1"/>
              </a:solidFill>
              <a:latin typeface="Viaoda Libre"/>
              <a:ea typeface="Viaoda Libre"/>
              <a:cs typeface="Viaoda Libre"/>
              <a:sym typeface="Viaoda Libre"/>
            </a:endParaRPr>
          </a:p>
        </p:txBody>
      </p:sp>
      <p:sp>
        <p:nvSpPr>
          <p:cNvPr id="347" name="Google Shape;347;p71"/>
          <p:cNvSpPr txBox="1"/>
          <p:nvPr/>
        </p:nvSpPr>
        <p:spPr>
          <a:xfrm>
            <a:off x="6721700" y="2443000"/>
            <a:ext cx="1907100" cy="407700"/>
          </a:xfrm>
          <a:prstGeom prst="rect">
            <a:avLst/>
          </a:prstGeom>
          <a:noFill/>
          <a:ln>
            <a:noFill/>
          </a:ln>
        </p:spPr>
        <p:txBody>
          <a:bodyPr anchorCtr="0" anchor="b" bIns="69225" lIns="69225" spcFirstLastPara="1" rIns="69225" wrap="square" tIns="69225">
            <a:spAutoFit/>
          </a:bodyPr>
          <a:lstStyle/>
          <a:p>
            <a:pPr indent="0" lvl="0" marL="0" rtl="0" algn="ctr">
              <a:spcBef>
                <a:spcPts val="0"/>
              </a:spcBef>
              <a:spcAft>
                <a:spcPts val="0"/>
              </a:spcAft>
              <a:buNone/>
            </a:pPr>
            <a:r>
              <a:rPr lang="en" sz="1741">
                <a:solidFill>
                  <a:schemeClr val="dk2"/>
                </a:solidFill>
                <a:latin typeface="Viaoda Libre"/>
                <a:ea typeface="Viaoda Libre"/>
                <a:cs typeface="Viaoda Libre"/>
                <a:sym typeface="Viaoda Libre"/>
              </a:rPr>
              <a:t>PRODUCT</a:t>
            </a:r>
            <a:endParaRPr sz="1741">
              <a:solidFill>
                <a:schemeClr val="dk2"/>
              </a:solidFill>
              <a:latin typeface="Viaoda Libre"/>
              <a:ea typeface="Viaoda Libre"/>
              <a:cs typeface="Viaoda Libre"/>
              <a:sym typeface="Viaoda Libre"/>
            </a:endParaRPr>
          </a:p>
        </p:txBody>
      </p:sp>
      <p:sp>
        <p:nvSpPr>
          <p:cNvPr id="348" name="Google Shape;348;p71"/>
          <p:cNvSpPr txBox="1"/>
          <p:nvPr/>
        </p:nvSpPr>
        <p:spPr>
          <a:xfrm>
            <a:off x="7012900" y="3479100"/>
            <a:ext cx="1502100" cy="1118400"/>
          </a:xfrm>
          <a:prstGeom prst="rect">
            <a:avLst/>
          </a:prstGeom>
          <a:noFill/>
          <a:ln>
            <a:noFill/>
          </a:ln>
        </p:spPr>
        <p:txBody>
          <a:bodyPr anchorCtr="0" anchor="t" bIns="69225" lIns="69225" spcFirstLastPara="1" rIns="69225" wrap="square" tIns="69225">
            <a:spAutoFit/>
          </a:bodyPr>
          <a:lstStyle/>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Sprint 3 Retrospective</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API</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Live Application Demo</a:t>
            </a:r>
            <a:endParaRPr sz="1060">
              <a:solidFill>
                <a:schemeClr val="dk1"/>
              </a:solidFill>
              <a:latin typeface="Albert Sans"/>
              <a:ea typeface="Albert Sans"/>
              <a:cs typeface="Albert Sans"/>
              <a:sym typeface="Albert Sans"/>
            </a:endParaRPr>
          </a:p>
        </p:txBody>
      </p:sp>
      <p:cxnSp>
        <p:nvCxnSpPr>
          <p:cNvPr id="349" name="Google Shape;349;p71"/>
          <p:cNvCxnSpPr>
            <a:stCxn id="346" idx="2"/>
            <a:endCxn id="347" idx="0"/>
          </p:cNvCxnSpPr>
          <p:nvPr/>
        </p:nvCxnSpPr>
        <p:spPr>
          <a:xfrm>
            <a:off x="7675377" y="1522975"/>
            <a:ext cx="0" cy="920100"/>
          </a:xfrm>
          <a:prstGeom prst="straightConnector1">
            <a:avLst/>
          </a:prstGeom>
          <a:noFill/>
          <a:ln cap="flat" cmpd="sng" w="7200">
            <a:solidFill>
              <a:schemeClr val="lt2"/>
            </a:solidFill>
            <a:prstDash val="solid"/>
            <a:round/>
            <a:headEnd len="med" w="med" type="none"/>
            <a:tailEnd len="med" w="med" type="stealth"/>
          </a:ln>
        </p:spPr>
      </p:cxnSp>
      <p:pic>
        <p:nvPicPr>
          <p:cNvPr id="350" name="Google Shape;350;p71" title="Minimal Gradient by Slidesgo (2).jpg"/>
          <p:cNvPicPr preferRelativeResize="0"/>
          <p:nvPr>
            <p:ph idx="2" type="pic"/>
          </p:nvPr>
        </p:nvPicPr>
        <p:blipFill rotWithShape="1">
          <a:blip r:embed="rId3">
            <a:alphaModFix/>
          </a:blip>
          <a:srcRect b="19910" l="20913" r="40201" t="0"/>
          <a:stretch/>
        </p:blipFill>
        <p:spPr>
          <a:xfrm>
            <a:off x="8336596" y="4208150"/>
            <a:ext cx="807403" cy="935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72"/>
          <p:cNvSpPr txBox="1"/>
          <p:nvPr>
            <p:ph type="title"/>
          </p:nvPr>
        </p:nvSpPr>
        <p:spPr>
          <a:xfrm>
            <a:off x="515100" y="154272"/>
            <a:ext cx="8113800" cy="64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Research Team</a:t>
            </a:r>
            <a:endParaRPr/>
          </a:p>
        </p:txBody>
      </p:sp>
      <p:pic>
        <p:nvPicPr>
          <p:cNvPr id="356" name="Google Shape;356;p72" title="DanFoxHeadshot.jpeg"/>
          <p:cNvPicPr preferRelativeResize="0"/>
          <p:nvPr/>
        </p:nvPicPr>
        <p:blipFill>
          <a:blip r:embed="rId3">
            <a:alphaModFix/>
          </a:blip>
          <a:stretch>
            <a:fillRect/>
          </a:stretch>
        </p:blipFill>
        <p:spPr>
          <a:xfrm>
            <a:off x="1295800" y="731375"/>
            <a:ext cx="1524000" cy="1524000"/>
          </a:xfrm>
          <a:prstGeom prst="ellipse">
            <a:avLst/>
          </a:prstGeom>
          <a:noFill/>
          <a:ln>
            <a:noFill/>
          </a:ln>
        </p:spPr>
      </p:pic>
      <p:pic>
        <p:nvPicPr>
          <p:cNvPr id="357" name="Google Shape;357;p72" title="Manohar Image.jpg"/>
          <p:cNvPicPr preferRelativeResize="0"/>
          <p:nvPr/>
        </p:nvPicPr>
        <p:blipFill>
          <a:blip r:embed="rId4">
            <a:alphaModFix/>
          </a:blip>
          <a:stretch>
            <a:fillRect/>
          </a:stretch>
        </p:blipFill>
        <p:spPr>
          <a:xfrm>
            <a:off x="3851550" y="810595"/>
            <a:ext cx="1440900" cy="1444800"/>
          </a:xfrm>
          <a:prstGeom prst="ellipse">
            <a:avLst/>
          </a:prstGeom>
          <a:noFill/>
          <a:ln>
            <a:noFill/>
          </a:ln>
          <a:effectLst>
            <a:outerShdw blurRad="57150" rotWithShape="0" algn="bl" dir="5400000" dist="19050">
              <a:srgbClr val="000000">
                <a:alpha val="50000"/>
              </a:srgbClr>
            </a:outerShdw>
          </a:effectLst>
        </p:spPr>
      </p:pic>
      <p:pic>
        <p:nvPicPr>
          <p:cNvPr descr="image.png" id="358" name="Google Shape;358;p72"/>
          <p:cNvPicPr preferRelativeResize="0"/>
          <p:nvPr/>
        </p:nvPicPr>
        <p:blipFill rotWithShape="1">
          <a:blip r:embed="rId5">
            <a:alphaModFix/>
          </a:blip>
          <a:srcRect b="0" l="0" r="0" t="0"/>
          <a:stretch/>
        </p:blipFill>
        <p:spPr>
          <a:xfrm>
            <a:off x="6403398" y="770991"/>
            <a:ext cx="1524000" cy="1524000"/>
          </a:xfrm>
          <a:prstGeom prst="rect">
            <a:avLst/>
          </a:prstGeom>
          <a:noFill/>
          <a:ln>
            <a:noFill/>
          </a:ln>
        </p:spPr>
      </p:pic>
      <p:pic>
        <p:nvPicPr>
          <p:cNvPr id="359" name="Google Shape;359;p72" title="WhatsApp Image 2026-02-18 at 15.07.15.jpeg"/>
          <p:cNvPicPr preferRelativeResize="0"/>
          <p:nvPr/>
        </p:nvPicPr>
        <p:blipFill rotWithShape="1">
          <a:blip r:embed="rId6">
            <a:alphaModFix/>
          </a:blip>
          <a:srcRect b="21624" l="-3670" r="3670" t="0"/>
          <a:stretch/>
        </p:blipFill>
        <p:spPr>
          <a:xfrm>
            <a:off x="1256198" y="2983496"/>
            <a:ext cx="1524000" cy="1524000"/>
          </a:xfrm>
          <a:prstGeom prst="ellipse">
            <a:avLst/>
          </a:prstGeom>
          <a:noFill/>
          <a:ln>
            <a:noFill/>
          </a:ln>
        </p:spPr>
      </p:pic>
      <p:pic>
        <p:nvPicPr>
          <p:cNvPr id="360" name="Google Shape;360;p72" title="WhatsApp Image 2026-02-18 at 13.48.58.jpeg"/>
          <p:cNvPicPr preferRelativeResize="0"/>
          <p:nvPr/>
        </p:nvPicPr>
        <p:blipFill rotWithShape="1">
          <a:blip r:embed="rId7">
            <a:alphaModFix/>
          </a:blip>
          <a:srcRect b="3690" l="0" r="0" t="21308"/>
          <a:stretch/>
        </p:blipFill>
        <p:spPr>
          <a:xfrm>
            <a:off x="3809998" y="2983508"/>
            <a:ext cx="1524000" cy="1524000"/>
          </a:xfrm>
          <a:prstGeom prst="ellipse">
            <a:avLst/>
          </a:prstGeom>
          <a:noFill/>
          <a:ln>
            <a:noFill/>
          </a:ln>
        </p:spPr>
      </p:pic>
      <p:sp>
        <p:nvSpPr>
          <p:cNvPr id="361" name="Google Shape;361;p72"/>
          <p:cNvSpPr/>
          <p:nvPr/>
        </p:nvSpPr>
        <p:spPr>
          <a:xfrm>
            <a:off x="1171151" y="2324420"/>
            <a:ext cx="1694100" cy="5436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Daniel Fox</a:t>
            </a:r>
            <a:endParaRPr sz="12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1200">
                <a:solidFill>
                  <a:schemeClr val="dk1"/>
                </a:solidFill>
                <a:latin typeface="Albert Sans"/>
                <a:ea typeface="Albert Sans"/>
                <a:cs typeface="Albert Sans"/>
                <a:sym typeface="Albert Sans"/>
              </a:rPr>
              <a:t>Team Leader/</a:t>
            </a:r>
            <a:endParaRPr b="1" sz="12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1200">
                <a:solidFill>
                  <a:schemeClr val="dk1"/>
                </a:solidFill>
                <a:latin typeface="Albert Sans"/>
                <a:ea typeface="Albert Sans"/>
                <a:cs typeface="Albert Sans"/>
                <a:sym typeface="Albert Sans"/>
              </a:rPr>
              <a:t>Developer</a:t>
            </a:r>
            <a:endParaRPr b="1" sz="1200">
              <a:solidFill>
                <a:schemeClr val="dk1"/>
              </a:solidFill>
              <a:latin typeface="Albert Sans"/>
              <a:ea typeface="Albert Sans"/>
              <a:cs typeface="Albert Sans"/>
              <a:sym typeface="Albert Sans"/>
            </a:endParaRPr>
          </a:p>
        </p:txBody>
      </p:sp>
      <p:sp>
        <p:nvSpPr>
          <p:cNvPr id="362" name="Google Shape;362;p72"/>
          <p:cNvSpPr txBox="1"/>
          <p:nvPr/>
        </p:nvSpPr>
        <p:spPr>
          <a:xfrm>
            <a:off x="3909450" y="2324425"/>
            <a:ext cx="1444800" cy="644700"/>
          </a:xfrm>
          <a:prstGeom prst="rect">
            <a:avLst/>
          </a:prstGeom>
          <a:noFill/>
          <a:ln>
            <a:noFill/>
          </a:ln>
        </p:spPr>
        <p:txBody>
          <a:bodyPr anchorCtr="0" anchor="b" bIns="69225" lIns="69225" spcFirstLastPara="1" rIns="69225" wrap="square" tIns="69225">
            <a:normAutofit fontScale="85000"/>
          </a:bodyPr>
          <a:lstStyle/>
          <a:p>
            <a:pPr indent="0" lvl="0" marL="0" rtl="0" algn="ctr">
              <a:spcBef>
                <a:spcPts val="0"/>
              </a:spcBef>
              <a:spcAft>
                <a:spcPts val="0"/>
              </a:spcAft>
              <a:buNone/>
            </a:pPr>
            <a:r>
              <a:rPr lang="en" sz="1241">
                <a:solidFill>
                  <a:schemeClr val="dk2"/>
                </a:solidFill>
                <a:latin typeface="Albert Sans"/>
                <a:ea typeface="Albert Sans"/>
                <a:cs typeface="Albert Sans"/>
                <a:sym typeface="Albert Sans"/>
              </a:rPr>
              <a:t>Manohar Killamsetti</a:t>
            </a:r>
            <a:endParaRPr sz="1241">
              <a:solidFill>
                <a:schemeClr val="dk2"/>
              </a:solidFill>
              <a:latin typeface="Albert Sans"/>
              <a:ea typeface="Albert Sans"/>
              <a:cs typeface="Albert Sans"/>
              <a:sym typeface="Albert Sans"/>
            </a:endParaRPr>
          </a:p>
          <a:p>
            <a:pPr indent="0" lvl="0" marL="0" rtl="0" algn="ctr">
              <a:spcBef>
                <a:spcPts val="0"/>
              </a:spcBef>
              <a:spcAft>
                <a:spcPts val="0"/>
              </a:spcAft>
              <a:buNone/>
            </a:pPr>
            <a:r>
              <a:rPr b="1" lang="en" sz="1241">
                <a:solidFill>
                  <a:schemeClr val="dk2"/>
                </a:solidFill>
                <a:latin typeface="Albert Sans"/>
                <a:ea typeface="Albert Sans"/>
                <a:cs typeface="Albert Sans"/>
                <a:sym typeface="Albert Sans"/>
              </a:rPr>
              <a:t>Scrum Master/Developer</a:t>
            </a:r>
            <a:endParaRPr b="1" sz="1241">
              <a:solidFill>
                <a:schemeClr val="dk2"/>
              </a:solidFill>
              <a:latin typeface="Albert Sans"/>
              <a:ea typeface="Albert Sans"/>
              <a:cs typeface="Albert Sans"/>
              <a:sym typeface="Albert Sans"/>
            </a:endParaRPr>
          </a:p>
        </p:txBody>
      </p:sp>
      <p:sp>
        <p:nvSpPr>
          <p:cNvPr id="363" name="Google Shape;363;p72"/>
          <p:cNvSpPr/>
          <p:nvPr/>
        </p:nvSpPr>
        <p:spPr>
          <a:xfrm>
            <a:off x="6398451" y="2393445"/>
            <a:ext cx="1694100" cy="5436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Siming Li</a:t>
            </a:r>
            <a:endParaRPr sz="12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1200">
                <a:solidFill>
                  <a:schemeClr val="dk1"/>
                </a:solidFill>
                <a:latin typeface="Albert Sans"/>
                <a:ea typeface="Albert Sans"/>
                <a:cs typeface="Albert Sans"/>
                <a:sym typeface="Albert Sans"/>
              </a:rPr>
              <a:t>Developer/Tester</a:t>
            </a:r>
            <a:endParaRPr b="1" sz="1200">
              <a:solidFill>
                <a:schemeClr val="dk1"/>
              </a:solidFill>
              <a:latin typeface="Albert Sans"/>
              <a:ea typeface="Albert Sans"/>
              <a:cs typeface="Albert Sans"/>
              <a:sym typeface="Albert Sans"/>
            </a:endParaRPr>
          </a:p>
        </p:txBody>
      </p:sp>
      <p:sp>
        <p:nvSpPr>
          <p:cNvPr id="364" name="Google Shape;364;p72"/>
          <p:cNvSpPr/>
          <p:nvPr/>
        </p:nvSpPr>
        <p:spPr>
          <a:xfrm>
            <a:off x="1171151" y="4576513"/>
            <a:ext cx="1694100" cy="5436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Sarvesh Shah</a:t>
            </a:r>
            <a:endParaRPr sz="12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1200">
                <a:solidFill>
                  <a:schemeClr val="dk1"/>
                </a:solidFill>
                <a:latin typeface="Albert Sans"/>
                <a:ea typeface="Albert Sans"/>
                <a:cs typeface="Albert Sans"/>
                <a:sym typeface="Albert Sans"/>
              </a:rPr>
              <a:t>Cloud </a:t>
            </a:r>
            <a:r>
              <a:rPr b="1" lang="en" sz="1200">
                <a:solidFill>
                  <a:schemeClr val="dk1"/>
                </a:solidFill>
                <a:latin typeface="Albert Sans"/>
                <a:ea typeface="Albert Sans"/>
                <a:cs typeface="Albert Sans"/>
                <a:sym typeface="Albert Sans"/>
              </a:rPr>
              <a:t>Developer</a:t>
            </a:r>
            <a:endParaRPr b="1" sz="1200">
              <a:solidFill>
                <a:schemeClr val="dk1"/>
              </a:solidFill>
              <a:latin typeface="Albert Sans"/>
              <a:ea typeface="Albert Sans"/>
              <a:cs typeface="Albert Sans"/>
              <a:sym typeface="Albert Sans"/>
            </a:endParaRPr>
          </a:p>
        </p:txBody>
      </p:sp>
      <p:sp>
        <p:nvSpPr>
          <p:cNvPr id="365" name="Google Shape;365;p72"/>
          <p:cNvSpPr/>
          <p:nvPr/>
        </p:nvSpPr>
        <p:spPr>
          <a:xfrm>
            <a:off x="3724951" y="4576513"/>
            <a:ext cx="1694100" cy="5436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Swatej Goud</a:t>
            </a:r>
            <a:endParaRPr sz="12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1200">
                <a:solidFill>
                  <a:schemeClr val="dk1"/>
                </a:solidFill>
                <a:latin typeface="Albert Sans"/>
                <a:ea typeface="Albert Sans"/>
                <a:cs typeface="Albert Sans"/>
                <a:sym typeface="Albert Sans"/>
              </a:rPr>
              <a:t>Backend </a:t>
            </a:r>
            <a:r>
              <a:rPr b="1" lang="en" sz="1200">
                <a:solidFill>
                  <a:schemeClr val="dk1"/>
                </a:solidFill>
                <a:latin typeface="Albert Sans"/>
                <a:ea typeface="Albert Sans"/>
                <a:cs typeface="Albert Sans"/>
                <a:sym typeface="Albert Sans"/>
              </a:rPr>
              <a:t>Developer</a:t>
            </a:r>
            <a:endParaRPr b="1" sz="1200">
              <a:solidFill>
                <a:schemeClr val="dk1"/>
              </a:solidFill>
              <a:latin typeface="Albert Sans"/>
              <a:ea typeface="Albert Sans"/>
              <a:cs typeface="Albert Sans"/>
              <a:sym typeface="Albert Sans"/>
            </a:endParaRPr>
          </a:p>
        </p:txBody>
      </p:sp>
      <p:pic>
        <p:nvPicPr>
          <p:cNvPr id="366" name="Google Shape;366;p72" title="IMG_9094.JPG"/>
          <p:cNvPicPr preferRelativeResize="0"/>
          <p:nvPr/>
        </p:nvPicPr>
        <p:blipFill rotWithShape="1">
          <a:blip r:embed="rId8">
            <a:alphaModFix/>
          </a:blip>
          <a:srcRect b="31218" l="0" r="0" t="12532"/>
          <a:stretch/>
        </p:blipFill>
        <p:spPr>
          <a:xfrm>
            <a:off x="6568548" y="2983508"/>
            <a:ext cx="1524000" cy="1524000"/>
          </a:xfrm>
          <a:prstGeom prst="ellipse">
            <a:avLst/>
          </a:prstGeom>
          <a:noFill/>
          <a:ln>
            <a:noFill/>
          </a:ln>
        </p:spPr>
      </p:pic>
      <p:sp>
        <p:nvSpPr>
          <p:cNvPr id="367" name="Google Shape;367;p72"/>
          <p:cNvSpPr/>
          <p:nvPr/>
        </p:nvSpPr>
        <p:spPr>
          <a:xfrm>
            <a:off x="6483501" y="4576513"/>
            <a:ext cx="1694100" cy="5436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Deep Patel</a:t>
            </a:r>
            <a:endParaRPr sz="12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1200">
                <a:solidFill>
                  <a:schemeClr val="dk1"/>
                </a:solidFill>
                <a:latin typeface="Albert Sans"/>
                <a:ea typeface="Albert Sans"/>
                <a:cs typeface="Albert Sans"/>
                <a:sym typeface="Albert Sans"/>
              </a:rPr>
              <a:t>ML </a:t>
            </a:r>
            <a:r>
              <a:rPr b="1" lang="en" sz="1200">
                <a:solidFill>
                  <a:schemeClr val="dk1"/>
                </a:solidFill>
                <a:latin typeface="Albert Sans"/>
                <a:ea typeface="Albert Sans"/>
                <a:cs typeface="Albert Sans"/>
                <a:sym typeface="Albert Sans"/>
              </a:rPr>
              <a:t>Developer</a:t>
            </a:r>
            <a:endParaRPr b="1" sz="1200">
              <a:solidFill>
                <a:schemeClr val="dk1"/>
              </a:solidFill>
              <a:latin typeface="Albert Sans"/>
              <a:ea typeface="Albert Sans"/>
              <a:cs typeface="Albert Sans"/>
              <a:sym typeface="Albert Sans"/>
            </a:endParaRPr>
          </a:p>
        </p:txBody>
      </p:sp>
      <p:pic>
        <p:nvPicPr>
          <p:cNvPr id="368" name="Google Shape;368;p72" title="me.jpg"/>
          <p:cNvPicPr preferRelativeResize="0"/>
          <p:nvPr/>
        </p:nvPicPr>
        <p:blipFill rotWithShape="1">
          <a:blip r:embed="rId9">
            <a:alphaModFix/>
          </a:blip>
          <a:srcRect b="-4430" l="0" r="0" t="4430"/>
          <a:stretch/>
        </p:blipFill>
        <p:spPr>
          <a:xfrm>
            <a:off x="6523100" y="790775"/>
            <a:ext cx="1444800" cy="1484400"/>
          </a:xfrm>
          <a:prstGeom prst="ellipse">
            <a:avLst/>
          </a:prstGeom>
          <a:noFill/>
          <a:ln>
            <a:noFill/>
          </a:ln>
        </p:spPr>
      </p:pic>
      <p:pic>
        <p:nvPicPr>
          <p:cNvPr id="369" name="Google Shape;369;p72" title="Minimal Gradient by Slidesgo (2).jpg"/>
          <p:cNvPicPr preferRelativeResize="0"/>
          <p:nvPr>
            <p:ph idx="2" type="pic"/>
          </p:nvPr>
        </p:nvPicPr>
        <p:blipFill rotWithShape="1">
          <a:blip r:embed="rId10">
            <a:alphaModFix/>
          </a:blip>
          <a:srcRect b="19910" l="20913" r="40201" t="0"/>
          <a:stretch/>
        </p:blipFill>
        <p:spPr>
          <a:xfrm>
            <a:off x="8177600" y="4023961"/>
            <a:ext cx="966401" cy="111958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73"/>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Improvements</a:t>
            </a:r>
            <a:endParaRPr/>
          </a:p>
        </p:txBody>
      </p:sp>
      <p:pic>
        <p:nvPicPr>
          <p:cNvPr id="375" name="Google Shape;375;p73"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a:noFill/>
          <a:ln>
            <a:noFill/>
          </a:ln>
        </p:spPr>
      </p:pic>
      <p:sp>
        <p:nvSpPr>
          <p:cNvPr id="376" name="Google Shape;376;p73"/>
          <p:cNvSpPr txBox="1"/>
          <p:nvPr/>
        </p:nvSpPr>
        <p:spPr>
          <a:xfrm>
            <a:off x="1018650" y="1147775"/>
            <a:ext cx="6276900" cy="13698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Updated product backlog story points to correctly reflect Fibonacci numbers (slide 37) </a:t>
            </a:r>
            <a:endParaRPr>
              <a:solidFill>
                <a:schemeClr val="dk1"/>
              </a:solidFill>
              <a:latin typeface="Albert Sans"/>
              <a:ea typeface="Albert Sans"/>
              <a:cs typeface="Albert Sans"/>
              <a:sym typeface="Albert Sans"/>
            </a:endParaRPr>
          </a:p>
          <a:p>
            <a:pPr indent="-317500" lvl="0" marL="457200" rtl="0" algn="l">
              <a:lnSpc>
                <a:spcPct val="150000"/>
              </a:lnSpc>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Added averages along with the numbers in the metrics section (slides 51 - 54 )</a:t>
            </a:r>
            <a:endParaRPr>
              <a:solidFill>
                <a:schemeClr val="dk1"/>
              </a:solidFill>
              <a:latin typeface="Albert Sans"/>
              <a:ea typeface="Albert Sans"/>
              <a:cs typeface="Albert Sans"/>
              <a:sym typeface="Albert Sans"/>
            </a:endParaRPr>
          </a:p>
        </p:txBody>
      </p:sp>
      <p:sp>
        <p:nvSpPr>
          <p:cNvPr id="377" name="Google Shape;377;p73"/>
          <p:cNvSpPr/>
          <p:nvPr/>
        </p:nvSpPr>
        <p:spPr>
          <a:xfrm>
            <a:off x="3211350" y="156357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
        <p:nvSpPr>
          <p:cNvPr id="378" name="Google Shape;378;p73"/>
          <p:cNvSpPr/>
          <p:nvPr/>
        </p:nvSpPr>
        <p:spPr>
          <a:xfrm>
            <a:off x="2945850" y="219712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74"/>
          <p:cNvSpPr txBox="1"/>
          <p:nvPr>
            <p:ph idx="1" type="body"/>
          </p:nvPr>
        </p:nvSpPr>
        <p:spPr>
          <a:xfrm>
            <a:off x="845200" y="1199375"/>
            <a:ext cx="7423800" cy="2339700"/>
          </a:xfrm>
          <a:prstGeom prst="rect">
            <a:avLst/>
          </a:prstGeom>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a:t>Knee X-ray imaging is commonly used to evaluate osteoarthritis, yet interpreting radiographic signs of disease severity can be subjective and inconsistent due to subtle visual differences and reliance on manual assessment. While advanced imaging techniques such as MRI provide greater detail, they are expensive and less accessible. This creates a need for scalable and consistent analysis methods that can assist in assessing knee osteoarthritis using widely available X-ray images. </a:t>
            </a:r>
            <a:endParaRPr/>
          </a:p>
          <a:p>
            <a:pPr indent="0" lvl="0" marL="0" rtl="0" algn="l">
              <a:spcBef>
                <a:spcPts val="0"/>
              </a:spcBef>
              <a:spcAft>
                <a:spcPts val="0"/>
              </a:spcAft>
              <a:buClr>
                <a:schemeClr val="lt1"/>
              </a:buClr>
              <a:buSzPts val="1100"/>
              <a:buFont typeface="Arial"/>
              <a:buNone/>
            </a:pPr>
            <a:r>
              <a:t/>
            </a:r>
            <a:endParaRPr/>
          </a:p>
        </p:txBody>
      </p:sp>
      <p:sp>
        <p:nvSpPr>
          <p:cNvPr id="384" name="Google Shape;384;p74"/>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Statement</a:t>
            </a:r>
            <a:endParaRPr i="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75"/>
          <p:cNvSpPr txBox="1"/>
          <p:nvPr>
            <p:ph idx="1" type="body"/>
          </p:nvPr>
        </p:nvSpPr>
        <p:spPr>
          <a:xfrm>
            <a:off x="845200" y="1199375"/>
            <a:ext cx="6971100" cy="33567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Font typeface="Albert Sans"/>
              <a:buChar char="●"/>
            </a:pPr>
            <a:r>
              <a:rPr lang="en"/>
              <a:t>A web-based platform that uses deep learning to analyze knee X-ray images for knee osteoarthritis severity assessment. </a:t>
            </a:r>
            <a:endParaRPr/>
          </a:p>
          <a:p>
            <a:pPr indent="-317500" lvl="0" marL="457200" rtl="0" algn="l">
              <a:lnSpc>
                <a:spcPct val="150000"/>
              </a:lnSpc>
              <a:spcBef>
                <a:spcPts val="0"/>
              </a:spcBef>
              <a:spcAft>
                <a:spcPts val="0"/>
              </a:spcAft>
              <a:buClr>
                <a:schemeClr val="dk1"/>
              </a:buClr>
              <a:buSzPts val="1400"/>
              <a:buFont typeface="Albert Sans"/>
              <a:buChar char="●"/>
            </a:pPr>
            <a:r>
              <a:rPr lang="en"/>
              <a:t>Intended for individuals, researchers, and clinicians seeking consistent and scalable analysis of knee X-ray data. </a:t>
            </a:r>
            <a:endParaRPr/>
          </a:p>
          <a:p>
            <a:pPr indent="-317500" lvl="0" marL="457200" rtl="0" algn="l">
              <a:lnSpc>
                <a:spcPct val="150000"/>
              </a:lnSpc>
              <a:spcBef>
                <a:spcPts val="0"/>
              </a:spcBef>
              <a:spcAft>
                <a:spcPts val="0"/>
              </a:spcAft>
              <a:buClr>
                <a:schemeClr val="dk1"/>
              </a:buClr>
              <a:buSzPts val="1400"/>
              <a:buFont typeface="Albert Sans"/>
              <a:buChar char="●"/>
            </a:pPr>
            <a:r>
              <a:rPr lang="en"/>
              <a:t>Leverages publicly available datasets and established convolutional neural network (CNN) models. </a:t>
            </a:r>
            <a:endParaRPr/>
          </a:p>
          <a:p>
            <a:pPr indent="-317500" lvl="0" marL="457200" rtl="0" algn="l">
              <a:lnSpc>
                <a:spcPct val="150000"/>
              </a:lnSpc>
              <a:spcBef>
                <a:spcPts val="0"/>
              </a:spcBef>
              <a:spcAft>
                <a:spcPts val="0"/>
              </a:spcAft>
              <a:buClr>
                <a:schemeClr val="dk1"/>
              </a:buClr>
              <a:buSzPts val="1400"/>
              <a:buFont typeface="Albert Sans"/>
              <a:buChar char="●"/>
            </a:pPr>
            <a:r>
              <a:rPr lang="en"/>
              <a:t>Designed as an AI-assisted decision-support and research tool, not a diagnostic system. </a:t>
            </a:r>
            <a:endParaRPr/>
          </a:p>
          <a:p>
            <a:pPr indent="-317500" lvl="0" marL="457200" rtl="0" algn="l">
              <a:lnSpc>
                <a:spcPct val="150000"/>
              </a:lnSpc>
              <a:spcBef>
                <a:spcPts val="0"/>
              </a:spcBef>
              <a:spcAft>
                <a:spcPts val="0"/>
              </a:spcAft>
              <a:buClr>
                <a:schemeClr val="dk1"/>
              </a:buClr>
              <a:buSzPts val="1400"/>
              <a:buFont typeface="Albert Sans"/>
              <a:buChar char="●"/>
            </a:pPr>
            <a:r>
              <a:rPr lang="en"/>
              <a:t>Benefits include improved consistency, scalability, and reduced subjectivity in manual X-ray interpretation.</a:t>
            </a:r>
            <a:endParaRPr/>
          </a:p>
          <a:p>
            <a:pPr indent="0" lvl="0" marL="0" rtl="0" algn="l">
              <a:spcBef>
                <a:spcPts val="0"/>
              </a:spcBef>
              <a:spcAft>
                <a:spcPts val="0"/>
              </a:spcAft>
              <a:buClr>
                <a:schemeClr val="lt1"/>
              </a:buClr>
              <a:buSzPts val="1100"/>
              <a:buFont typeface="Arial"/>
              <a:buNone/>
            </a:pPr>
            <a:r>
              <a:t/>
            </a:r>
            <a:endParaRPr/>
          </a:p>
        </p:txBody>
      </p:sp>
      <p:sp>
        <p:nvSpPr>
          <p:cNvPr id="390" name="Google Shape;390;p75"/>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Definition</a:t>
            </a:r>
            <a:endParaRPr i="1"/>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76"/>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Project Description</a:t>
            </a:r>
            <a:endParaRPr i="1"/>
          </a:p>
        </p:txBody>
      </p:sp>
      <p:pic>
        <p:nvPicPr>
          <p:cNvPr id="396" name="Google Shape;396;p76"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397" name="Google Shape;397;p76" title="Screenshot 2026-03-22 at 9.50.02 AM.png"/>
          <p:cNvPicPr preferRelativeResize="0"/>
          <p:nvPr/>
        </p:nvPicPr>
        <p:blipFill>
          <a:blip r:embed="rId4">
            <a:alphaModFix/>
          </a:blip>
          <a:stretch>
            <a:fillRect/>
          </a:stretch>
        </p:blipFill>
        <p:spPr>
          <a:xfrm>
            <a:off x="2985213" y="857025"/>
            <a:ext cx="3173567" cy="39816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77"/>
          <p:cNvSpPr txBox="1"/>
          <p:nvPr>
            <p:ph idx="1" type="body"/>
          </p:nvPr>
        </p:nvSpPr>
        <p:spPr>
          <a:xfrm>
            <a:off x="845200" y="1199375"/>
            <a:ext cx="3069900" cy="335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b="1" lang="en" sz="1350">
                <a:latin typeface="Poppins"/>
                <a:ea typeface="Poppins"/>
                <a:cs typeface="Poppins"/>
                <a:sym typeface="Poppins"/>
              </a:rPr>
              <a:t>Meeting Pattern</a:t>
            </a:r>
            <a:endParaRPr sz="1050">
              <a:latin typeface="Arial"/>
              <a:ea typeface="Arial"/>
              <a:cs typeface="Arial"/>
              <a:sym typeface="Arial"/>
            </a:endParaRPr>
          </a:p>
          <a:p>
            <a:pPr indent="0" lvl="0" marL="0" rtl="0" algn="l">
              <a:spcBef>
                <a:spcPts val="0"/>
              </a:spcBef>
              <a:spcAft>
                <a:spcPts val="0"/>
              </a:spcAft>
              <a:buClr>
                <a:schemeClr val="lt1"/>
              </a:buClr>
              <a:buSzPts val="1100"/>
              <a:buFont typeface="Arial"/>
              <a:buNone/>
            </a:pPr>
            <a:r>
              <a:t/>
            </a:r>
            <a:endParaRPr sz="1700"/>
          </a:p>
          <a:p>
            <a:pPr indent="0" lvl="0" marL="0" rtl="0" algn="l">
              <a:lnSpc>
                <a:spcPct val="149960"/>
              </a:lnSpc>
              <a:spcBef>
                <a:spcPts val="0"/>
              </a:spcBef>
              <a:spcAft>
                <a:spcPts val="0"/>
              </a:spcAft>
              <a:buClr>
                <a:schemeClr val="dk1"/>
              </a:buClr>
              <a:buFont typeface="Arial"/>
              <a:buNone/>
            </a:pPr>
            <a:r>
              <a:rPr lang="en" sz="956">
                <a:latin typeface="Inter"/>
                <a:ea typeface="Inter"/>
                <a:cs typeface="Inter"/>
                <a:sym typeface="Inter"/>
              </a:rPr>
              <a:t>Synchronous sessions twice weekly (Sun/Tue). Mandated Agenda </a:t>
            </a:r>
            <a:endParaRPr sz="956">
              <a:latin typeface="Inter"/>
              <a:ea typeface="Inter"/>
              <a:cs typeface="Inter"/>
              <a:sym typeface="Inter"/>
            </a:endParaRPr>
          </a:p>
          <a:p>
            <a:pPr indent="0" lvl="0" marL="0" rtl="0" algn="l">
              <a:lnSpc>
                <a:spcPct val="149960"/>
              </a:lnSpc>
              <a:spcBef>
                <a:spcPts val="0"/>
              </a:spcBef>
              <a:spcAft>
                <a:spcPts val="0"/>
              </a:spcAft>
              <a:buClr>
                <a:schemeClr val="dk1"/>
              </a:buClr>
              <a:buFont typeface="Arial"/>
              <a:buNone/>
            </a:pPr>
            <a:r>
              <a:rPr lang="en" sz="956">
                <a:latin typeface="Inter"/>
                <a:ea typeface="Inter"/>
                <a:cs typeface="Inter"/>
                <a:sym typeface="Inter"/>
              </a:rPr>
              <a:t>documents for every session. </a:t>
            </a:r>
            <a:endParaRPr sz="956">
              <a:latin typeface="Inter"/>
              <a:ea typeface="Inter"/>
              <a:cs typeface="Inter"/>
              <a:sym typeface="Inter"/>
            </a:endParaRPr>
          </a:p>
          <a:p>
            <a:pPr indent="0" lvl="0" marL="0" rtl="0" algn="l">
              <a:lnSpc>
                <a:spcPct val="149960"/>
              </a:lnSpc>
              <a:spcBef>
                <a:spcPts val="0"/>
              </a:spcBef>
              <a:spcAft>
                <a:spcPts val="0"/>
              </a:spcAft>
              <a:buClr>
                <a:schemeClr val="dk1"/>
              </a:buClr>
              <a:buFont typeface="Arial"/>
              <a:buNone/>
            </a:pPr>
            <a:r>
              <a:rPr lang="en" sz="956">
                <a:latin typeface="Inter"/>
                <a:ea typeface="Inter"/>
                <a:cs typeface="Inter"/>
                <a:sym typeface="Inter"/>
              </a:rPr>
              <a:t>Continuous async sync via WhatsApp/Discord.</a:t>
            </a:r>
            <a:endParaRPr sz="1050">
              <a:latin typeface="Arial"/>
              <a:ea typeface="Arial"/>
              <a:cs typeface="Arial"/>
              <a:sym typeface="Arial"/>
            </a:endParaRPr>
          </a:p>
          <a:p>
            <a:pPr indent="0" lvl="0" marL="0" rtl="0" algn="l">
              <a:spcBef>
                <a:spcPts val="0"/>
              </a:spcBef>
              <a:spcAft>
                <a:spcPts val="0"/>
              </a:spcAft>
              <a:buClr>
                <a:schemeClr val="lt1"/>
              </a:buClr>
              <a:buSzPts val="1100"/>
              <a:buFont typeface="Arial"/>
              <a:buNone/>
            </a:pPr>
            <a:r>
              <a:t/>
            </a:r>
            <a:endParaRPr sz="1700"/>
          </a:p>
          <a:p>
            <a:pPr indent="0" lvl="0" marL="0" rtl="0" algn="l">
              <a:spcBef>
                <a:spcPts val="0"/>
              </a:spcBef>
              <a:spcAft>
                <a:spcPts val="0"/>
              </a:spcAft>
              <a:buClr>
                <a:schemeClr val="dk1"/>
              </a:buClr>
              <a:buFont typeface="Arial"/>
              <a:buNone/>
            </a:pPr>
            <a:r>
              <a:rPr b="1" lang="en" sz="1350">
                <a:latin typeface="Poppins"/>
                <a:ea typeface="Poppins"/>
                <a:cs typeface="Poppins"/>
                <a:sym typeface="Poppins"/>
              </a:rPr>
              <a:t>Decision Making</a:t>
            </a:r>
            <a:endParaRPr b="1" sz="1350">
              <a:latin typeface="Poppins"/>
              <a:ea typeface="Poppins"/>
              <a:cs typeface="Poppins"/>
              <a:sym typeface="Poppins"/>
            </a:endParaRPr>
          </a:p>
          <a:p>
            <a:pPr indent="0" lvl="0" marL="0" rtl="0" algn="l">
              <a:spcBef>
                <a:spcPts val="0"/>
              </a:spcBef>
              <a:spcAft>
                <a:spcPts val="0"/>
              </a:spcAft>
              <a:buClr>
                <a:schemeClr val="dk1"/>
              </a:buClr>
              <a:buFont typeface="Arial"/>
              <a:buNone/>
            </a:pPr>
            <a:r>
              <a:t/>
            </a:r>
            <a:endParaRPr b="1" sz="1350">
              <a:latin typeface="Poppins"/>
              <a:ea typeface="Poppins"/>
              <a:cs typeface="Poppins"/>
              <a:sym typeface="Poppins"/>
            </a:endParaRPr>
          </a:p>
          <a:p>
            <a:pPr indent="0" lvl="0" marL="0" rtl="0" algn="l">
              <a:lnSpc>
                <a:spcPct val="149960"/>
              </a:lnSpc>
              <a:spcBef>
                <a:spcPts val="0"/>
              </a:spcBef>
              <a:spcAft>
                <a:spcPts val="0"/>
              </a:spcAft>
              <a:buClr>
                <a:schemeClr val="dk1"/>
              </a:buClr>
              <a:buFont typeface="Arial"/>
              <a:buNone/>
            </a:pPr>
            <a:r>
              <a:rPr lang="en" sz="956">
                <a:latin typeface="Inter"/>
                <a:ea typeface="Inter"/>
                <a:cs typeface="Inter"/>
                <a:sym typeface="Inter"/>
              </a:rPr>
              <a:t>Majority-vote consensus based on researched evidence. Inclusive voicing of concerns during all discussion phases.</a:t>
            </a:r>
            <a:endParaRPr sz="1050">
              <a:latin typeface="Arial"/>
              <a:ea typeface="Arial"/>
              <a:cs typeface="Arial"/>
              <a:sym typeface="Arial"/>
            </a:endParaRPr>
          </a:p>
          <a:p>
            <a:pPr indent="0" lvl="0" marL="0" rtl="0" algn="l">
              <a:spcBef>
                <a:spcPts val="0"/>
              </a:spcBef>
              <a:spcAft>
                <a:spcPts val="0"/>
              </a:spcAft>
              <a:buClr>
                <a:schemeClr val="lt1"/>
              </a:buClr>
              <a:buSzPts val="1100"/>
              <a:buFont typeface="Arial"/>
              <a:buNone/>
            </a:pPr>
            <a:r>
              <a:t/>
            </a:r>
            <a:endParaRPr sz="1700"/>
          </a:p>
        </p:txBody>
      </p:sp>
      <p:sp>
        <p:nvSpPr>
          <p:cNvPr id="403" name="Google Shape;403;p77"/>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Agreement: Collaboration Standards</a:t>
            </a:r>
            <a:endParaRPr i="1"/>
          </a:p>
        </p:txBody>
      </p:sp>
      <p:pic>
        <p:nvPicPr>
          <p:cNvPr id="404" name="Google Shape;404;p77"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sp>
        <p:nvSpPr>
          <p:cNvPr id="405" name="Google Shape;405;p77"/>
          <p:cNvSpPr txBox="1"/>
          <p:nvPr/>
        </p:nvSpPr>
        <p:spPr>
          <a:xfrm>
            <a:off x="4783575" y="1199375"/>
            <a:ext cx="3000000" cy="229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50">
                <a:solidFill>
                  <a:schemeClr val="dk1"/>
                </a:solidFill>
                <a:latin typeface="Poppins"/>
                <a:ea typeface="Poppins"/>
                <a:cs typeface="Poppins"/>
                <a:sym typeface="Poppins"/>
              </a:rPr>
              <a:t>Technical Workflow</a:t>
            </a:r>
            <a:endParaRPr b="1" sz="1350">
              <a:solidFill>
                <a:schemeClr val="dk1"/>
              </a:solidFill>
              <a:latin typeface="Poppins"/>
              <a:ea typeface="Poppins"/>
              <a:cs typeface="Poppins"/>
              <a:sym typeface="Poppins"/>
            </a:endParaRPr>
          </a:p>
          <a:p>
            <a:pPr indent="0" lvl="0" marL="0" rtl="0" algn="l">
              <a:spcBef>
                <a:spcPts val="0"/>
              </a:spcBef>
              <a:spcAft>
                <a:spcPts val="0"/>
              </a:spcAft>
              <a:buNone/>
            </a:pPr>
            <a:r>
              <a:t/>
            </a:r>
            <a:endParaRPr b="1" sz="1350">
              <a:solidFill>
                <a:schemeClr val="dk1"/>
              </a:solidFill>
              <a:latin typeface="Poppins"/>
              <a:ea typeface="Poppins"/>
              <a:cs typeface="Poppins"/>
              <a:sym typeface="Poppins"/>
            </a:endParaRPr>
          </a:p>
          <a:p>
            <a:pPr indent="0" lvl="0" marL="0" rtl="0" algn="l">
              <a:lnSpc>
                <a:spcPct val="149960"/>
              </a:lnSpc>
              <a:spcBef>
                <a:spcPts val="0"/>
              </a:spcBef>
              <a:spcAft>
                <a:spcPts val="0"/>
              </a:spcAft>
              <a:buNone/>
            </a:pPr>
            <a:r>
              <a:rPr b="1" lang="en" sz="956">
                <a:solidFill>
                  <a:schemeClr val="dk1"/>
                </a:solidFill>
                <a:latin typeface="Inter"/>
                <a:ea typeface="Inter"/>
                <a:cs typeface="Inter"/>
                <a:sym typeface="Inter"/>
              </a:rPr>
              <a:t>No direct pushes to Main.</a:t>
            </a:r>
            <a:r>
              <a:rPr lang="en" sz="956">
                <a:solidFill>
                  <a:schemeClr val="dk1"/>
                </a:solidFill>
                <a:latin typeface="Inter"/>
                <a:ea typeface="Inter"/>
                <a:cs typeface="Inter"/>
                <a:sym typeface="Inter"/>
              </a:rPr>
              <a:t> Isolated feature branches only.</a:t>
            </a:r>
            <a:endParaRPr sz="1050">
              <a:solidFill>
                <a:schemeClr val="dk1"/>
              </a:solidFill>
            </a:endParaRPr>
          </a:p>
          <a:p>
            <a:pPr indent="0" lvl="0" marL="0" rtl="0" algn="l">
              <a:lnSpc>
                <a:spcPct val="149960"/>
              </a:lnSpc>
              <a:spcBef>
                <a:spcPts val="0"/>
              </a:spcBef>
              <a:spcAft>
                <a:spcPts val="0"/>
              </a:spcAft>
              <a:buNone/>
            </a:pPr>
            <a:r>
              <a:rPr b="1" lang="en" sz="956">
                <a:solidFill>
                  <a:schemeClr val="dk1"/>
                </a:solidFill>
                <a:latin typeface="Inter"/>
                <a:ea typeface="Inter"/>
                <a:cs typeface="Inter"/>
                <a:sym typeface="Inter"/>
              </a:rPr>
              <a:t>Peer Approval.</a:t>
            </a:r>
            <a:r>
              <a:rPr lang="en" sz="956">
                <a:solidFill>
                  <a:schemeClr val="dk1"/>
                </a:solidFill>
                <a:latin typeface="Inter"/>
                <a:ea typeface="Inter"/>
                <a:cs typeface="Inter"/>
                <a:sym typeface="Inter"/>
              </a:rPr>
              <a:t> Every PR requires at least one secondary reviewer.</a:t>
            </a:r>
            <a:endParaRPr sz="1050">
              <a:solidFill>
                <a:schemeClr val="dk1"/>
              </a:solidFill>
            </a:endParaRPr>
          </a:p>
          <a:p>
            <a:pPr indent="0" lvl="0" marL="0" rtl="0" algn="l">
              <a:lnSpc>
                <a:spcPct val="149960"/>
              </a:lnSpc>
              <a:spcBef>
                <a:spcPts val="0"/>
              </a:spcBef>
              <a:spcAft>
                <a:spcPts val="0"/>
              </a:spcAft>
              <a:buNone/>
            </a:pPr>
            <a:r>
              <a:rPr b="1" lang="en" sz="956">
                <a:solidFill>
                  <a:schemeClr val="dk1"/>
                </a:solidFill>
                <a:latin typeface="Inter"/>
                <a:ea typeface="Inter"/>
                <a:cs typeface="Inter"/>
                <a:sym typeface="Inter"/>
              </a:rPr>
              <a:t>Jira Hygiene.</a:t>
            </a:r>
            <a:r>
              <a:rPr lang="en" sz="956">
                <a:solidFill>
                  <a:schemeClr val="dk1"/>
                </a:solidFill>
                <a:latin typeface="Inter"/>
                <a:ea typeface="Inter"/>
                <a:cs typeface="Inter"/>
                <a:sym typeface="Inter"/>
              </a:rPr>
              <a:t> Mandatory linking of work to Jira tracker IDs.</a:t>
            </a:r>
            <a:endParaRPr sz="1050">
              <a:solidFill>
                <a:schemeClr val="dk1"/>
              </a:solidFill>
            </a:endParaRPr>
          </a:p>
          <a:p>
            <a:pPr indent="0" lvl="0" marL="0" rtl="0" algn="l">
              <a:lnSpc>
                <a:spcPct val="149960"/>
              </a:lnSpc>
              <a:spcBef>
                <a:spcPts val="0"/>
              </a:spcBef>
              <a:spcAft>
                <a:spcPts val="0"/>
              </a:spcAft>
              <a:buNone/>
            </a:pPr>
            <a:r>
              <a:rPr b="1" lang="en" sz="956">
                <a:solidFill>
                  <a:schemeClr val="dk1"/>
                </a:solidFill>
                <a:latin typeface="Inter"/>
                <a:ea typeface="Inter"/>
                <a:cs typeface="Inter"/>
                <a:sym typeface="Inter"/>
              </a:rPr>
              <a:t>Blockers.</a:t>
            </a:r>
            <a:r>
              <a:rPr lang="en" sz="956">
                <a:solidFill>
                  <a:schemeClr val="dk1"/>
                </a:solidFill>
                <a:latin typeface="Inter"/>
                <a:ea typeface="Inter"/>
                <a:cs typeface="Inter"/>
                <a:sym typeface="Inter"/>
              </a:rPr>
              <a:t> Resolve locally &amp; document attempts before escalation.</a:t>
            </a:r>
            <a:endParaRPr sz="105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78"/>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Agreement: Definition of “Done”</a:t>
            </a:r>
            <a:endParaRPr i="1"/>
          </a:p>
        </p:txBody>
      </p:sp>
      <p:graphicFrame>
        <p:nvGraphicFramePr>
          <p:cNvPr id="411" name="Google Shape;411;p78"/>
          <p:cNvGraphicFramePr/>
          <p:nvPr/>
        </p:nvGraphicFramePr>
        <p:xfrm>
          <a:off x="571500" y="1478708"/>
          <a:ext cx="3000000" cy="3000000"/>
        </p:xfrm>
        <a:graphic>
          <a:graphicData uri="http://schemas.openxmlformats.org/drawingml/2006/table">
            <a:tbl>
              <a:tblPr bandRow="1" firstRow="1">
                <a:noFill/>
                <a:tableStyleId>{0426C5D5-1E48-49AA-8CC8-1E12B9A1C2AD}</a:tableStyleId>
              </a:tblPr>
              <a:tblGrid>
                <a:gridCol w="1735825"/>
                <a:gridCol w="6265175"/>
              </a:tblGrid>
              <a:tr h="375050">
                <a:tc>
                  <a:txBody>
                    <a:bodyPr/>
                    <a:lstStyle/>
                    <a:p>
                      <a:pPr indent="0" lvl="0" marL="0" marR="0" rtl="0" algn="l">
                        <a:lnSpc>
                          <a:spcPct val="100000"/>
                        </a:lnSpc>
                        <a:spcBef>
                          <a:spcPts val="0"/>
                        </a:spcBef>
                        <a:spcAft>
                          <a:spcPts val="0"/>
                        </a:spcAft>
                        <a:buClr>
                          <a:srgbClr val="000000"/>
                        </a:buClr>
                        <a:buSzPts val="800"/>
                        <a:buFont typeface="Arial"/>
                        <a:buNone/>
                      </a:pPr>
                      <a:r>
                        <a:rPr b="0" lang="en" sz="800" u="none" cap="none" strike="noStrike">
                          <a:solidFill>
                            <a:srgbClr val="FFFFFF"/>
                          </a:solidFill>
                          <a:latin typeface="Inter"/>
                          <a:ea typeface="Inter"/>
                          <a:cs typeface="Inter"/>
                          <a:sym typeface="Inter"/>
                        </a:rPr>
                        <a:t>Category</a:t>
                      </a:r>
                      <a:endParaRPr b="0" sz="1100" u="none" cap="none" strike="noStrike">
                        <a:solidFill>
                          <a:srgbClr val="FFFFFF"/>
                        </a:solidFill>
                        <a:latin typeface="Inter"/>
                        <a:ea typeface="Inter"/>
                        <a:cs typeface="Inter"/>
                        <a:sym typeface="Inter"/>
                      </a:endParaRPr>
                    </a:p>
                  </a:txBody>
                  <a:tcPr marT="19050" marB="19050" marR="47625" marL="47625" anchor="ctr"/>
                </a:tc>
                <a:tc>
                  <a:txBody>
                    <a:bodyPr/>
                    <a:lstStyle/>
                    <a:p>
                      <a:pPr indent="0" lvl="0" marL="0" marR="0" rtl="0" algn="l">
                        <a:lnSpc>
                          <a:spcPct val="100000"/>
                        </a:lnSpc>
                        <a:spcBef>
                          <a:spcPts val="0"/>
                        </a:spcBef>
                        <a:spcAft>
                          <a:spcPts val="0"/>
                        </a:spcAft>
                        <a:buClr>
                          <a:srgbClr val="000000"/>
                        </a:buClr>
                        <a:buSzPts val="800"/>
                        <a:buFont typeface="Arial"/>
                        <a:buNone/>
                      </a:pPr>
                      <a:r>
                        <a:rPr b="0" lang="en" sz="800" u="none" cap="none" strike="noStrike">
                          <a:solidFill>
                            <a:srgbClr val="FFFFFF"/>
                          </a:solidFill>
                          <a:latin typeface="Inter"/>
                          <a:ea typeface="Inter"/>
                          <a:cs typeface="Inter"/>
                          <a:sym typeface="Inter"/>
                        </a:rPr>
                        <a:t>Standard for Completion</a:t>
                      </a:r>
                      <a:endParaRPr b="0" sz="1100" u="none" cap="none" strike="noStrike">
                        <a:solidFill>
                          <a:srgbClr val="FFFFFF"/>
                        </a:solidFill>
                        <a:latin typeface="Inter"/>
                        <a:ea typeface="Inter"/>
                        <a:cs typeface="Inter"/>
                        <a:sym typeface="Inter"/>
                      </a:endParaRPr>
                    </a:p>
                  </a:txBody>
                  <a:tcPr marT="19050" marB="19050" marR="47625" marL="47625" anchor="ctr"/>
                </a:tc>
              </a:tr>
              <a:tr h="37505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Execution</a:t>
                      </a:r>
                      <a:endParaRPr sz="1100" u="none" cap="none" strike="noStrike">
                        <a:solidFill>
                          <a:srgbClr val="3F3F3F"/>
                        </a:solidFill>
                        <a:latin typeface="Inter"/>
                        <a:ea typeface="Inter"/>
                        <a:cs typeface="Inter"/>
                        <a:sym typeface="Inter"/>
                      </a:endParaRPr>
                    </a:p>
                  </a:txBody>
                  <a:tcPr marT="19050" marB="19050" marR="47625" marL="47625" anchor="ct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Code runs without syntactical or runtime errors.</a:t>
                      </a:r>
                      <a:endParaRPr sz="1100" u="none" cap="none" strike="noStrike">
                        <a:solidFill>
                          <a:srgbClr val="3F3F3F"/>
                        </a:solidFill>
                        <a:latin typeface="Inter"/>
                        <a:ea typeface="Inter"/>
                        <a:cs typeface="Inter"/>
                        <a:sym typeface="Inter"/>
                      </a:endParaRPr>
                    </a:p>
                  </a:txBody>
                  <a:tcPr marT="19050" marB="19050" marR="47625" marL="47625" anchor="ctr"/>
                </a:tc>
              </a:tr>
              <a:tr h="37505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Compliance</a:t>
                      </a:r>
                      <a:endParaRPr sz="1100" u="none" cap="none" strike="noStrike">
                        <a:solidFill>
                          <a:srgbClr val="3F3F3F"/>
                        </a:solidFill>
                        <a:latin typeface="Inter"/>
                        <a:ea typeface="Inter"/>
                        <a:cs typeface="Inter"/>
                        <a:sym typeface="Inter"/>
                      </a:endParaRPr>
                    </a:p>
                  </a:txBody>
                  <a:tcPr marT="19050" marB="19050" marR="47625" marL="47625" anchor="ct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Work meets all Industry Standards.</a:t>
                      </a:r>
                      <a:endParaRPr sz="1100" u="none" cap="none" strike="noStrike">
                        <a:solidFill>
                          <a:srgbClr val="3F3F3F"/>
                        </a:solidFill>
                        <a:latin typeface="Inter"/>
                        <a:ea typeface="Inter"/>
                        <a:cs typeface="Inter"/>
                        <a:sym typeface="Inter"/>
                      </a:endParaRPr>
                    </a:p>
                  </a:txBody>
                  <a:tcPr marT="19050" marB="19050" marR="47625" marL="47625" anchor="ctr"/>
                </a:tc>
              </a:tr>
              <a:tr h="37505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Verification</a:t>
                      </a:r>
                      <a:endParaRPr sz="1100" u="none" cap="none" strike="noStrike">
                        <a:solidFill>
                          <a:srgbClr val="3F3F3F"/>
                        </a:solidFill>
                        <a:latin typeface="Inter"/>
                        <a:ea typeface="Inter"/>
                        <a:cs typeface="Inter"/>
                        <a:sym typeface="Inter"/>
                      </a:endParaRPr>
                    </a:p>
                  </a:txBody>
                  <a:tcPr marT="19050" marB="19050" marR="47625" marL="47625" anchor="ct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Work reviewed by multiple members &amp; verified on multiple systems.</a:t>
                      </a:r>
                      <a:endParaRPr sz="1100" u="none" cap="none" strike="noStrike">
                        <a:solidFill>
                          <a:srgbClr val="3F3F3F"/>
                        </a:solidFill>
                        <a:latin typeface="Inter"/>
                        <a:ea typeface="Inter"/>
                        <a:cs typeface="Inter"/>
                        <a:sym typeface="Inter"/>
                      </a:endParaRPr>
                    </a:p>
                  </a:txBody>
                  <a:tcPr marT="19050" marB="19050" marR="47625" marL="47625" anchor="ctr"/>
                </a:tc>
              </a:tr>
              <a:tr h="37505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Documentation</a:t>
                      </a:r>
                      <a:endParaRPr sz="1100" u="none" cap="none" strike="noStrike">
                        <a:solidFill>
                          <a:srgbClr val="3F3F3F"/>
                        </a:solidFill>
                        <a:latin typeface="Inter"/>
                        <a:ea typeface="Inter"/>
                        <a:cs typeface="Inter"/>
                        <a:sym typeface="Inter"/>
                      </a:endParaRPr>
                    </a:p>
                  </a:txBody>
                  <a:tcPr marT="19050" marB="19050" marR="47625" marL="47625" anchor="ct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All necessary docs tagged or updated along with code push.</a:t>
                      </a:r>
                      <a:endParaRPr sz="1100" u="none" cap="none" strike="noStrike">
                        <a:solidFill>
                          <a:srgbClr val="3F3F3F"/>
                        </a:solidFill>
                        <a:latin typeface="Inter"/>
                        <a:ea typeface="Inter"/>
                        <a:cs typeface="Inter"/>
                        <a:sym typeface="Inter"/>
                      </a:endParaRPr>
                    </a:p>
                  </a:txBody>
                  <a:tcPr marT="19050" marB="19050" marR="47625" marL="47625" anchor="ctr"/>
                </a:tc>
              </a:tr>
              <a:tr h="37505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Testing</a:t>
                      </a:r>
                      <a:endParaRPr sz="1100" u="none" cap="none" strike="noStrike">
                        <a:solidFill>
                          <a:srgbClr val="3F3F3F"/>
                        </a:solidFill>
                        <a:latin typeface="Inter"/>
                        <a:ea typeface="Inter"/>
                        <a:cs typeface="Inter"/>
                        <a:sym typeface="Inter"/>
                      </a:endParaRPr>
                    </a:p>
                  </a:txBody>
                  <a:tcPr marT="19050" marB="19050" marR="47625" marL="47625" anchor="ct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All pre-defined test scenarios must be passed.</a:t>
                      </a:r>
                      <a:endParaRPr sz="1100" u="none" cap="none" strike="noStrike">
                        <a:solidFill>
                          <a:srgbClr val="3F3F3F"/>
                        </a:solidFill>
                        <a:latin typeface="Inter"/>
                        <a:ea typeface="Inter"/>
                        <a:cs typeface="Inter"/>
                        <a:sym typeface="Inter"/>
                      </a:endParaRPr>
                    </a:p>
                  </a:txBody>
                  <a:tcPr marT="19050" marB="19050" marR="47625" marL="47625" anchor="ct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79"/>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Persona - 1: The </a:t>
            </a:r>
            <a:r>
              <a:rPr lang="en"/>
              <a:t>Practitioner</a:t>
            </a:r>
            <a:endParaRPr i="1"/>
          </a:p>
        </p:txBody>
      </p:sp>
      <p:pic>
        <p:nvPicPr>
          <p:cNvPr id="417" name="Google Shape;417;p79"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descr="image.png" id="418" name="Google Shape;418;p79"/>
          <p:cNvPicPr preferRelativeResize="0"/>
          <p:nvPr/>
        </p:nvPicPr>
        <p:blipFill rotWithShape="1">
          <a:blip r:embed="rId4">
            <a:alphaModFix/>
          </a:blip>
          <a:srcRect b="0" l="0" r="0" t="0"/>
          <a:stretch/>
        </p:blipFill>
        <p:spPr>
          <a:xfrm>
            <a:off x="5542099" y="1503759"/>
            <a:ext cx="3023257" cy="2857500"/>
          </a:xfrm>
          <a:prstGeom prst="rect">
            <a:avLst/>
          </a:prstGeom>
          <a:noFill/>
          <a:ln>
            <a:noFill/>
          </a:ln>
        </p:spPr>
      </p:pic>
      <p:sp>
        <p:nvSpPr>
          <p:cNvPr id="419" name="Google Shape;419;p79"/>
          <p:cNvSpPr txBox="1"/>
          <p:nvPr/>
        </p:nvSpPr>
        <p:spPr>
          <a:xfrm>
            <a:off x="578644" y="2417155"/>
            <a:ext cx="4534800" cy="678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1050" u="none" cap="none" strike="noStrike">
                <a:solidFill>
                  <a:schemeClr val="dk1"/>
                </a:solidFill>
                <a:latin typeface="Inter"/>
                <a:ea typeface="Inter"/>
                <a:cs typeface="Inter"/>
                <a:sym typeface="Inter"/>
              </a:rPr>
              <a:t>An expert in orthopedic medicine with 15 years of experience. Sarah operates in high-volume clinics where diagnostic speed is paramount to patient throughput and surgical triage.</a:t>
            </a:r>
            <a:endParaRPr b="0" i="0" sz="1100" u="none" cap="none" strike="noStrike">
              <a:solidFill>
                <a:schemeClr val="dk1"/>
              </a:solidFill>
              <a:latin typeface="Arial"/>
              <a:ea typeface="Arial"/>
              <a:cs typeface="Arial"/>
              <a:sym typeface="Arial"/>
            </a:endParaRPr>
          </a:p>
        </p:txBody>
      </p:sp>
      <p:sp>
        <p:nvSpPr>
          <p:cNvPr id="420" name="Google Shape;420;p79"/>
          <p:cNvSpPr txBox="1"/>
          <p:nvPr/>
        </p:nvSpPr>
        <p:spPr>
          <a:xfrm>
            <a:off x="578644" y="1699990"/>
            <a:ext cx="4534800" cy="1230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 sz="800" u="none" cap="none" strike="noStrike">
                <a:solidFill>
                  <a:schemeClr val="dk1"/>
                </a:solidFill>
                <a:latin typeface="Inter SemiBold"/>
                <a:ea typeface="Inter SemiBold"/>
                <a:cs typeface="Inter SemiBold"/>
                <a:sym typeface="Inter SemiBold"/>
              </a:rPr>
              <a:t>ORTHOPEDIC SURGEON | URBAN TEACHING HOSPITAL</a:t>
            </a:r>
            <a:endParaRPr b="0" i="0" sz="1100" u="none" cap="none" strike="noStrike">
              <a:solidFill>
                <a:schemeClr val="dk1"/>
              </a:solidFill>
              <a:latin typeface="Arial"/>
              <a:ea typeface="Arial"/>
              <a:cs typeface="Arial"/>
              <a:sym typeface="Arial"/>
            </a:endParaRPr>
          </a:p>
        </p:txBody>
      </p:sp>
      <p:sp>
        <p:nvSpPr>
          <p:cNvPr id="421" name="Google Shape;421;p79"/>
          <p:cNvSpPr txBox="1"/>
          <p:nvPr/>
        </p:nvSpPr>
        <p:spPr>
          <a:xfrm>
            <a:off x="578644" y="1959955"/>
            <a:ext cx="4761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800" u="none" cap="none" strike="noStrike">
                <a:solidFill>
                  <a:schemeClr val="dk1"/>
                </a:solidFill>
                <a:latin typeface="Inter"/>
                <a:ea typeface="Inter"/>
                <a:cs typeface="Inter"/>
                <a:sym typeface="Inter"/>
              </a:rPr>
              <a:t>Dr. Sarah Chen, 42</a:t>
            </a:r>
            <a:endParaRPr b="0" i="0" sz="1050" u="none" cap="none" strike="noStrike">
              <a:solidFill>
                <a:schemeClr val="dk1"/>
              </a:solidFill>
              <a:latin typeface="Arial"/>
              <a:ea typeface="Arial"/>
              <a:cs typeface="Arial"/>
              <a:sym typeface="Arial"/>
            </a:endParaRPr>
          </a:p>
        </p:txBody>
      </p:sp>
      <p:sp>
        <p:nvSpPr>
          <p:cNvPr id="422" name="Google Shape;422;p79"/>
          <p:cNvSpPr txBox="1"/>
          <p:nvPr/>
        </p:nvSpPr>
        <p:spPr>
          <a:xfrm>
            <a:off x="664956" y="3260637"/>
            <a:ext cx="21033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000" cap="none" strike="noStrike">
                <a:solidFill>
                  <a:schemeClr val="dk1"/>
                </a:solidFill>
                <a:latin typeface="Inter"/>
                <a:ea typeface="Inter"/>
                <a:cs typeface="Inter"/>
                <a:sym typeface="Inter"/>
              </a:rPr>
              <a:t>KEY GOALS</a:t>
            </a:r>
            <a:endParaRPr b="0" i="0" sz="1100" cap="none" strike="noStrike">
              <a:solidFill>
                <a:schemeClr val="dk1"/>
              </a:solidFill>
              <a:latin typeface="Arial"/>
              <a:ea typeface="Arial"/>
              <a:cs typeface="Arial"/>
              <a:sym typeface="Arial"/>
            </a:endParaRPr>
          </a:p>
        </p:txBody>
      </p:sp>
      <p:sp>
        <p:nvSpPr>
          <p:cNvPr id="423" name="Google Shape;423;p79"/>
          <p:cNvSpPr txBox="1"/>
          <p:nvPr/>
        </p:nvSpPr>
        <p:spPr>
          <a:xfrm>
            <a:off x="685801" y="3579130"/>
            <a:ext cx="2052900" cy="138600"/>
          </a:xfrm>
          <a:prstGeom prst="rect">
            <a:avLst/>
          </a:prstGeom>
          <a:noFill/>
          <a:ln>
            <a:noFill/>
          </a:ln>
        </p:spPr>
        <p:txBody>
          <a:bodyPr anchorCtr="0" anchor="t" bIns="0" lIns="0" spcFirstLastPara="1" rIns="0" wrap="square" tIns="0">
            <a:spAutoFit/>
          </a:bodyPr>
          <a:lstStyle/>
          <a:p>
            <a:pPr indent="-285750" lvl="0" marL="457200" marR="0" rtl="0" algn="l">
              <a:lnSpc>
                <a:spcPct val="160000"/>
              </a:lnSpc>
              <a:spcBef>
                <a:spcPts val="0"/>
              </a:spcBef>
              <a:spcAft>
                <a:spcPts val="0"/>
              </a:spcAft>
              <a:buClr>
                <a:schemeClr val="dk1"/>
              </a:buClr>
              <a:buSzPts val="900"/>
              <a:buFont typeface="Inter"/>
              <a:buChar char="●"/>
            </a:pPr>
            <a:r>
              <a:rPr b="0" i="0" lang="en" sz="900" u="none" cap="none" strike="noStrike">
                <a:solidFill>
                  <a:schemeClr val="dk1"/>
                </a:solidFill>
                <a:latin typeface="Inter"/>
                <a:ea typeface="Inter"/>
                <a:cs typeface="Inter"/>
                <a:sym typeface="Inter"/>
              </a:rPr>
              <a:t>Rapid knee X-ray triage</a:t>
            </a:r>
            <a:endParaRPr b="0" i="0" sz="1100" u="none" cap="none" strike="noStrike">
              <a:solidFill>
                <a:schemeClr val="dk1"/>
              </a:solidFill>
              <a:latin typeface="Arial"/>
              <a:ea typeface="Arial"/>
              <a:cs typeface="Arial"/>
              <a:sym typeface="Arial"/>
            </a:endParaRPr>
          </a:p>
        </p:txBody>
      </p:sp>
      <p:sp>
        <p:nvSpPr>
          <p:cNvPr id="424" name="Google Shape;424;p79"/>
          <p:cNvSpPr txBox="1"/>
          <p:nvPr/>
        </p:nvSpPr>
        <p:spPr>
          <a:xfrm>
            <a:off x="685801" y="3807730"/>
            <a:ext cx="2052900" cy="360300"/>
          </a:xfrm>
          <a:prstGeom prst="rect">
            <a:avLst/>
          </a:prstGeom>
          <a:noFill/>
          <a:ln>
            <a:noFill/>
          </a:ln>
        </p:spPr>
        <p:txBody>
          <a:bodyPr anchorCtr="0" anchor="t" bIns="0" lIns="0" spcFirstLastPara="1" rIns="0" wrap="square" tIns="0">
            <a:spAutoFit/>
          </a:bodyPr>
          <a:lstStyle/>
          <a:p>
            <a:pPr indent="-285750" lvl="0" marL="457200" marR="0" rtl="0" algn="l">
              <a:lnSpc>
                <a:spcPct val="160000"/>
              </a:lnSpc>
              <a:spcBef>
                <a:spcPts val="0"/>
              </a:spcBef>
              <a:spcAft>
                <a:spcPts val="0"/>
              </a:spcAft>
              <a:buClr>
                <a:schemeClr val="dk1"/>
              </a:buClr>
              <a:buSzPts val="900"/>
              <a:buFont typeface="Inter"/>
              <a:buChar char="●"/>
            </a:pPr>
            <a:r>
              <a:rPr b="0" i="0" lang="en" sz="900" u="none" cap="none" strike="noStrike">
                <a:solidFill>
                  <a:schemeClr val="dk1"/>
                </a:solidFill>
                <a:latin typeface="Inter"/>
                <a:ea typeface="Inter"/>
                <a:cs typeface="Inter"/>
                <a:sym typeface="Inter"/>
              </a:rPr>
              <a:t>Reduce initial assessment time</a:t>
            </a:r>
            <a:endParaRPr b="0" i="0" sz="1100" u="none" cap="none" strike="noStrike">
              <a:solidFill>
                <a:schemeClr val="dk1"/>
              </a:solidFill>
              <a:latin typeface="Arial"/>
              <a:ea typeface="Arial"/>
              <a:cs typeface="Arial"/>
              <a:sym typeface="Arial"/>
            </a:endParaRPr>
          </a:p>
        </p:txBody>
      </p:sp>
      <p:sp>
        <p:nvSpPr>
          <p:cNvPr id="425" name="Google Shape;425;p79"/>
          <p:cNvSpPr txBox="1"/>
          <p:nvPr/>
        </p:nvSpPr>
        <p:spPr>
          <a:xfrm>
            <a:off x="664950" y="4258025"/>
            <a:ext cx="2118300" cy="138600"/>
          </a:xfrm>
          <a:prstGeom prst="rect">
            <a:avLst/>
          </a:prstGeom>
          <a:noFill/>
          <a:ln>
            <a:noFill/>
          </a:ln>
        </p:spPr>
        <p:txBody>
          <a:bodyPr anchorCtr="0" anchor="t" bIns="0" lIns="0" spcFirstLastPara="1" rIns="0" wrap="square" tIns="0">
            <a:spAutoFit/>
          </a:bodyPr>
          <a:lstStyle/>
          <a:p>
            <a:pPr indent="-285750" lvl="0" marL="457200" marR="0" rtl="0" algn="l">
              <a:lnSpc>
                <a:spcPct val="160000"/>
              </a:lnSpc>
              <a:spcBef>
                <a:spcPts val="0"/>
              </a:spcBef>
              <a:spcAft>
                <a:spcPts val="0"/>
              </a:spcAft>
              <a:buClr>
                <a:schemeClr val="dk1"/>
              </a:buClr>
              <a:buSzPts val="900"/>
              <a:buFont typeface="Inter"/>
              <a:buChar char="●"/>
            </a:pPr>
            <a:r>
              <a:rPr b="0" i="0" lang="en" sz="900" u="none" cap="none" strike="noStrike">
                <a:solidFill>
                  <a:schemeClr val="dk1"/>
                </a:solidFill>
                <a:latin typeface="Inter"/>
                <a:ea typeface="Inter"/>
                <a:cs typeface="Inter"/>
                <a:sym typeface="Inter"/>
              </a:rPr>
              <a:t>Validation for borderline cases</a:t>
            </a:r>
            <a:endParaRPr b="0" i="0" sz="1100" u="none" cap="none" strike="noStrike">
              <a:solidFill>
                <a:schemeClr val="dk1"/>
              </a:solidFill>
              <a:latin typeface="Arial"/>
              <a:ea typeface="Arial"/>
              <a:cs typeface="Arial"/>
              <a:sym typeface="Arial"/>
            </a:endParaRPr>
          </a:p>
        </p:txBody>
      </p:sp>
      <p:sp>
        <p:nvSpPr>
          <p:cNvPr id="426" name="Google Shape;426;p79"/>
          <p:cNvSpPr txBox="1"/>
          <p:nvPr/>
        </p:nvSpPr>
        <p:spPr>
          <a:xfrm>
            <a:off x="3060315" y="3579130"/>
            <a:ext cx="2053200" cy="138600"/>
          </a:xfrm>
          <a:prstGeom prst="rect">
            <a:avLst/>
          </a:prstGeom>
          <a:noFill/>
          <a:ln>
            <a:noFill/>
          </a:ln>
        </p:spPr>
        <p:txBody>
          <a:bodyPr anchorCtr="0" anchor="t" bIns="0" lIns="0" spcFirstLastPara="1" rIns="0" wrap="square" tIns="0">
            <a:spAutoFit/>
          </a:bodyPr>
          <a:lstStyle/>
          <a:p>
            <a:pPr indent="-285750" lvl="0" marL="457200" marR="0" rtl="0" algn="l">
              <a:lnSpc>
                <a:spcPct val="160000"/>
              </a:lnSpc>
              <a:spcBef>
                <a:spcPts val="0"/>
              </a:spcBef>
              <a:spcAft>
                <a:spcPts val="0"/>
              </a:spcAft>
              <a:buClr>
                <a:schemeClr val="dk1"/>
              </a:buClr>
              <a:buSzPts val="900"/>
              <a:buFont typeface="Inter"/>
              <a:buChar char="●"/>
            </a:pPr>
            <a:r>
              <a:rPr b="0" i="0" lang="en" sz="900" u="none" cap="none" strike="noStrike">
                <a:solidFill>
                  <a:schemeClr val="dk1"/>
                </a:solidFill>
                <a:latin typeface="Inter"/>
                <a:ea typeface="Inter"/>
                <a:cs typeface="Inter"/>
                <a:sym typeface="Inter"/>
              </a:rPr>
              <a:t>Fatigue from patient volume</a:t>
            </a:r>
            <a:endParaRPr b="0" i="0" sz="1100" u="none" cap="none" strike="noStrike">
              <a:solidFill>
                <a:schemeClr val="dk1"/>
              </a:solidFill>
              <a:latin typeface="Arial"/>
              <a:ea typeface="Arial"/>
              <a:cs typeface="Arial"/>
              <a:sym typeface="Arial"/>
            </a:endParaRPr>
          </a:p>
        </p:txBody>
      </p:sp>
      <p:sp>
        <p:nvSpPr>
          <p:cNvPr id="427" name="Google Shape;427;p79"/>
          <p:cNvSpPr txBox="1"/>
          <p:nvPr/>
        </p:nvSpPr>
        <p:spPr>
          <a:xfrm>
            <a:off x="3060315" y="3807730"/>
            <a:ext cx="2053200" cy="138600"/>
          </a:xfrm>
          <a:prstGeom prst="rect">
            <a:avLst/>
          </a:prstGeom>
          <a:noFill/>
          <a:ln>
            <a:noFill/>
          </a:ln>
        </p:spPr>
        <p:txBody>
          <a:bodyPr anchorCtr="0" anchor="t" bIns="0" lIns="0" spcFirstLastPara="1" rIns="0" wrap="square" tIns="0">
            <a:spAutoFit/>
          </a:bodyPr>
          <a:lstStyle/>
          <a:p>
            <a:pPr indent="-285750" lvl="0" marL="457200" marR="0" rtl="0" algn="l">
              <a:lnSpc>
                <a:spcPct val="160000"/>
              </a:lnSpc>
              <a:spcBef>
                <a:spcPts val="0"/>
              </a:spcBef>
              <a:spcAft>
                <a:spcPts val="0"/>
              </a:spcAft>
              <a:buClr>
                <a:schemeClr val="dk1"/>
              </a:buClr>
              <a:buSzPts val="900"/>
              <a:buFont typeface="Inter"/>
              <a:buChar char="●"/>
            </a:pPr>
            <a:r>
              <a:rPr b="0" i="0" lang="en" sz="900" u="none" cap="none" strike="noStrike">
                <a:solidFill>
                  <a:schemeClr val="dk1"/>
                </a:solidFill>
                <a:latin typeface="Inter"/>
                <a:ea typeface="Inter"/>
                <a:cs typeface="Inter"/>
                <a:sym typeface="Inter"/>
              </a:rPr>
              <a:t>Reader reporting variability</a:t>
            </a:r>
            <a:endParaRPr b="0" i="0" sz="1100" u="none" cap="none" strike="noStrike">
              <a:solidFill>
                <a:schemeClr val="dk1"/>
              </a:solidFill>
              <a:latin typeface="Arial"/>
              <a:ea typeface="Arial"/>
              <a:cs typeface="Arial"/>
              <a:sym typeface="Arial"/>
            </a:endParaRPr>
          </a:p>
        </p:txBody>
      </p:sp>
      <p:sp>
        <p:nvSpPr>
          <p:cNvPr id="428" name="Google Shape;428;p79"/>
          <p:cNvSpPr txBox="1"/>
          <p:nvPr/>
        </p:nvSpPr>
        <p:spPr>
          <a:xfrm>
            <a:off x="3060315" y="4036330"/>
            <a:ext cx="2053200" cy="138600"/>
          </a:xfrm>
          <a:prstGeom prst="rect">
            <a:avLst/>
          </a:prstGeom>
          <a:noFill/>
          <a:ln>
            <a:noFill/>
          </a:ln>
        </p:spPr>
        <p:txBody>
          <a:bodyPr anchorCtr="0" anchor="t" bIns="0" lIns="0" spcFirstLastPara="1" rIns="0" wrap="square" tIns="0">
            <a:spAutoFit/>
          </a:bodyPr>
          <a:lstStyle/>
          <a:p>
            <a:pPr indent="-285750" lvl="0" marL="457200" marR="0" rtl="0" algn="l">
              <a:lnSpc>
                <a:spcPct val="160000"/>
              </a:lnSpc>
              <a:spcBef>
                <a:spcPts val="0"/>
              </a:spcBef>
              <a:spcAft>
                <a:spcPts val="0"/>
              </a:spcAft>
              <a:buClr>
                <a:schemeClr val="dk1"/>
              </a:buClr>
              <a:buSzPts val="900"/>
              <a:buFont typeface="Inter"/>
              <a:buChar char="●"/>
            </a:pPr>
            <a:r>
              <a:rPr b="0" i="0" lang="en" sz="900" u="none" cap="none" strike="noStrike">
                <a:solidFill>
                  <a:schemeClr val="dk1"/>
                </a:solidFill>
                <a:latin typeface="Inter"/>
                <a:ea typeface="Inter"/>
                <a:cs typeface="Inter"/>
                <a:sym typeface="Inter"/>
              </a:rPr>
              <a:t>Limited case analysis time</a:t>
            </a:r>
            <a:endParaRPr b="0" i="0" sz="1100" u="none" cap="none" strike="noStrike">
              <a:solidFill>
                <a:schemeClr val="dk1"/>
              </a:solidFill>
              <a:latin typeface="Arial"/>
              <a:ea typeface="Arial"/>
              <a:cs typeface="Arial"/>
              <a:sym typeface="Arial"/>
            </a:endParaRPr>
          </a:p>
        </p:txBody>
      </p:sp>
      <p:pic>
        <p:nvPicPr>
          <p:cNvPr descr="image.png" id="429" name="Google Shape;429;p79"/>
          <p:cNvPicPr preferRelativeResize="0"/>
          <p:nvPr/>
        </p:nvPicPr>
        <p:blipFill rotWithShape="1">
          <a:blip r:embed="rId5">
            <a:alphaModFix/>
          </a:blip>
          <a:srcRect b="0" l="0" r="0" t="0"/>
          <a:stretch/>
        </p:blipFill>
        <p:spPr>
          <a:xfrm>
            <a:off x="5542098" y="1503759"/>
            <a:ext cx="3038885" cy="2857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80"/>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Persona - 2: The Research Coordinator</a:t>
            </a:r>
            <a:endParaRPr i="1"/>
          </a:p>
        </p:txBody>
      </p:sp>
      <p:pic>
        <p:nvPicPr>
          <p:cNvPr id="435" name="Google Shape;435;p80"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descr="image.png" id="436" name="Google Shape;436;p80"/>
          <p:cNvPicPr preferRelativeResize="0"/>
          <p:nvPr/>
        </p:nvPicPr>
        <p:blipFill rotWithShape="1">
          <a:blip r:embed="rId4">
            <a:alphaModFix/>
          </a:blip>
          <a:srcRect b="0" l="0" r="0" t="0"/>
          <a:stretch/>
        </p:blipFill>
        <p:spPr>
          <a:xfrm>
            <a:off x="5542099" y="1503759"/>
            <a:ext cx="3023257" cy="2857500"/>
          </a:xfrm>
          <a:prstGeom prst="rect">
            <a:avLst/>
          </a:prstGeom>
          <a:noFill/>
          <a:ln>
            <a:noFill/>
          </a:ln>
        </p:spPr>
      </p:pic>
      <p:sp>
        <p:nvSpPr>
          <p:cNvPr id="437" name="Google Shape;437;p80"/>
          <p:cNvSpPr txBox="1"/>
          <p:nvPr/>
        </p:nvSpPr>
        <p:spPr>
          <a:xfrm>
            <a:off x="578644" y="2417155"/>
            <a:ext cx="4534800" cy="937500"/>
          </a:xfrm>
          <a:prstGeom prst="rect">
            <a:avLst/>
          </a:prstGeom>
          <a:noFill/>
          <a:ln>
            <a:noFill/>
          </a:ln>
        </p:spPr>
        <p:txBody>
          <a:bodyPr anchorCtr="0" anchor="t" bIns="0" lIns="0" spcFirstLastPara="1" rIns="0" wrap="square" tIns="0">
            <a:spAutoFit/>
          </a:bodyPr>
          <a:lstStyle/>
          <a:p>
            <a:pPr indent="0" lvl="0" marL="0" rtl="0" algn="l">
              <a:lnSpc>
                <a:spcPct val="160000"/>
              </a:lnSpc>
              <a:spcBef>
                <a:spcPts val="0"/>
              </a:spcBef>
              <a:spcAft>
                <a:spcPts val="0"/>
              </a:spcAft>
              <a:buNone/>
            </a:pPr>
            <a:r>
              <a:rPr lang="en" sz="1050">
                <a:solidFill>
                  <a:schemeClr val="dk1"/>
                </a:solidFill>
                <a:latin typeface="Inter"/>
                <a:ea typeface="Inter"/>
                <a:cs typeface="Inter"/>
                <a:sym typeface="Inter"/>
              </a:rPr>
              <a:t>A data-centric professional managing multi-site studies. Alex focuses on standardization, data integrity, and inter-rater reliability across large datasets.</a:t>
            </a:r>
            <a:endParaRPr sz="1100">
              <a:solidFill>
                <a:schemeClr val="dk1"/>
              </a:solidFill>
            </a:endParaRPr>
          </a:p>
          <a:p>
            <a:pPr indent="0" lvl="0" marL="0" marR="0" rtl="0" algn="l">
              <a:lnSpc>
                <a:spcPct val="160000"/>
              </a:lnSpc>
              <a:spcBef>
                <a:spcPts val="0"/>
              </a:spcBef>
              <a:spcAft>
                <a:spcPts val="0"/>
              </a:spcAft>
              <a:buNone/>
            </a:pPr>
            <a:r>
              <a:t/>
            </a:r>
            <a:endParaRPr sz="1050">
              <a:solidFill>
                <a:schemeClr val="dk1"/>
              </a:solidFill>
              <a:latin typeface="Inter"/>
              <a:ea typeface="Inter"/>
              <a:cs typeface="Inter"/>
              <a:sym typeface="Inter"/>
            </a:endParaRPr>
          </a:p>
        </p:txBody>
      </p:sp>
      <p:sp>
        <p:nvSpPr>
          <p:cNvPr id="438" name="Google Shape;438;p80"/>
          <p:cNvSpPr txBox="1"/>
          <p:nvPr/>
        </p:nvSpPr>
        <p:spPr>
          <a:xfrm>
            <a:off x="578644" y="1699990"/>
            <a:ext cx="4534800" cy="320100"/>
          </a:xfrm>
          <a:prstGeom prst="rect">
            <a:avLst/>
          </a:prstGeom>
          <a:noFill/>
          <a:ln>
            <a:noFill/>
          </a:ln>
        </p:spPr>
        <p:txBody>
          <a:bodyPr anchorCtr="0" anchor="t" bIns="0" lIns="0" spcFirstLastPara="1" rIns="0" wrap="square" tIns="0">
            <a:spAutoFit/>
          </a:bodyPr>
          <a:lstStyle/>
          <a:p>
            <a:pPr indent="0" lvl="0" marL="0" rtl="0" algn="l">
              <a:lnSpc>
                <a:spcPct val="159904"/>
              </a:lnSpc>
              <a:spcBef>
                <a:spcPts val="0"/>
              </a:spcBef>
              <a:spcAft>
                <a:spcPts val="0"/>
              </a:spcAft>
              <a:buClr>
                <a:schemeClr val="dk1"/>
              </a:buClr>
              <a:buFont typeface="Arial"/>
              <a:buNone/>
            </a:pPr>
            <a:r>
              <a:rPr lang="en" sz="800">
                <a:solidFill>
                  <a:schemeClr val="dk1"/>
                </a:solidFill>
                <a:latin typeface="Inter SemiBold"/>
                <a:ea typeface="Inter SemiBold"/>
                <a:cs typeface="Inter SemiBold"/>
                <a:sym typeface="Inter SemiBold"/>
              </a:rPr>
              <a:t>CLINICAL RESEARCH COORDINATOR</a:t>
            </a:r>
            <a:endParaRPr sz="1100">
              <a:solidFill>
                <a:schemeClr val="dk1"/>
              </a:solidFill>
            </a:endParaRPr>
          </a:p>
          <a:p>
            <a:pPr indent="0" lvl="0" marL="0" marR="0" rtl="0" algn="l">
              <a:lnSpc>
                <a:spcPct val="159904"/>
              </a:lnSpc>
              <a:spcBef>
                <a:spcPts val="0"/>
              </a:spcBef>
              <a:spcAft>
                <a:spcPts val="0"/>
              </a:spcAft>
              <a:buNone/>
            </a:pPr>
            <a:r>
              <a:t/>
            </a:r>
            <a:endParaRPr sz="800">
              <a:solidFill>
                <a:schemeClr val="dk1"/>
              </a:solidFill>
              <a:latin typeface="Inter SemiBold"/>
              <a:ea typeface="Inter SemiBold"/>
              <a:cs typeface="Inter SemiBold"/>
              <a:sym typeface="Inter SemiBold"/>
            </a:endParaRPr>
          </a:p>
        </p:txBody>
      </p:sp>
      <p:sp>
        <p:nvSpPr>
          <p:cNvPr id="439" name="Google Shape;439;p80"/>
          <p:cNvSpPr txBox="1"/>
          <p:nvPr/>
        </p:nvSpPr>
        <p:spPr>
          <a:xfrm>
            <a:off x="578644" y="1959955"/>
            <a:ext cx="4761600" cy="585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2000">
                <a:solidFill>
                  <a:schemeClr val="dk1"/>
                </a:solidFill>
                <a:latin typeface="Inter"/>
                <a:ea typeface="Inter"/>
                <a:cs typeface="Inter"/>
                <a:sym typeface="Inter"/>
              </a:rPr>
              <a:t>Alex Rodriguez, 29</a:t>
            </a:r>
            <a:endParaRPr sz="1100">
              <a:solidFill>
                <a:schemeClr val="dk1"/>
              </a:solidFill>
            </a:endParaRPr>
          </a:p>
          <a:p>
            <a:pPr indent="0" lvl="0" marL="0" marR="0" rtl="0" algn="l">
              <a:lnSpc>
                <a:spcPct val="100000"/>
              </a:lnSpc>
              <a:spcBef>
                <a:spcPts val="0"/>
              </a:spcBef>
              <a:spcAft>
                <a:spcPts val="0"/>
              </a:spcAft>
              <a:buNone/>
            </a:pPr>
            <a:r>
              <a:t/>
            </a:r>
            <a:endParaRPr b="1" sz="1800">
              <a:solidFill>
                <a:schemeClr val="dk1"/>
              </a:solidFill>
              <a:latin typeface="Inter"/>
              <a:ea typeface="Inter"/>
              <a:cs typeface="Inter"/>
              <a:sym typeface="Inter"/>
            </a:endParaRPr>
          </a:p>
        </p:txBody>
      </p:sp>
      <p:pic>
        <p:nvPicPr>
          <p:cNvPr descr="image.png" id="440" name="Google Shape;440;p80"/>
          <p:cNvPicPr preferRelativeResize="0"/>
          <p:nvPr/>
        </p:nvPicPr>
        <p:blipFill rotWithShape="1">
          <a:blip r:embed="rId5">
            <a:alphaModFix/>
          </a:blip>
          <a:srcRect b="0" l="0" r="0" t="0"/>
          <a:stretch/>
        </p:blipFill>
        <p:spPr>
          <a:xfrm>
            <a:off x="5294671" y="1461843"/>
            <a:ext cx="3163530" cy="2768374"/>
          </a:xfrm>
          <a:prstGeom prst="rect">
            <a:avLst/>
          </a:prstGeom>
          <a:noFill/>
          <a:ln>
            <a:noFill/>
          </a:ln>
        </p:spPr>
      </p:pic>
      <p:sp>
        <p:nvSpPr>
          <p:cNvPr id="441" name="Google Shape;441;p80"/>
          <p:cNvSpPr txBox="1"/>
          <p:nvPr/>
        </p:nvSpPr>
        <p:spPr>
          <a:xfrm>
            <a:off x="561549" y="3242718"/>
            <a:ext cx="34278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000" u="none" cap="none" strike="noStrike">
                <a:solidFill>
                  <a:schemeClr val="dk1"/>
                </a:solidFill>
                <a:latin typeface="Inter"/>
                <a:ea typeface="Inter"/>
                <a:cs typeface="Inter"/>
                <a:sym typeface="Inter"/>
              </a:rPr>
              <a:t>STRATEGIC GOALS</a:t>
            </a:r>
            <a:endParaRPr b="0" i="0" sz="1100" u="none" cap="none" strike="noStrike">
              <a:solidFill>
                <a:schemeClr val="dk1"/>
              </a:solidFill>
              <a:latin typeface="Arial"/>
              <a:ea typeface="Arial"/>
              <a:cs typeface="Arial"/>
              <a:sym typeface="Arial"/>
            </a:endParaRPr>
          </a:p>
        </p:txBody>
      </p:sp>
      <p:sp>
        <p:nvSpPr>
          <p:cNvPr id="442" name="Google Shape;442;p80"/>
          <p:cNvSpPr txBox="1"/>
          <p:nvPr/>
        </p:nvSpPr>
        <p:spPr>
          <a:xfrm>
            <a:off x="536447" y="3955073"/>
            <a:ext cx="34278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000" u="none" cap="none" strike="noStrike">
                <a:solidFill>
                  <a:schemeClr val="dk1"/>
                </a:solidFill>
                <a:latin typeface="Inter"/>
                <a:ea typeface="Inter"/>
                <a:cs typeface="Inter"/>
                <a:sym typeface="Inter"/>
              </a:rPr>
              <a:t>OPERATIONAL PAINS</a:t>
            </a:r>
            <a:endParaRPr b="0" i="0" sz="1100" u="none" cap="none" strike="noStrike">
              <a:solidFill>
                <a:schemeClr val="dk1"/>
              </a:solidFill>
              <a:latin typeface="Arial"/>
              <a:ea typeface="Arial"/>
              <a:cs typeface="Arial"/>
              <a:sym typeface="Arial"/>
            </a:endParaRPr>
          </a:p>
        </p:txBody>
      </p:sp>
      <p:sp>
        <p:nvSpPr>
          <p:cNvPr id="443" name="Google Shape;443;p80"/>
          <p:cNvSpPr txBox="1"/>
          <p:nvPr/>
        </p:nvSpPr>
        <p:spPr>
          <a:xfrm>
            <a:off x="561542" y="3481810"/>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Standardize severity grading</a:t>
            </a:r>
            <a:endParaRPr b="0" i="0" sz="1100" u="none" cap="none" strike="noStrike">
              <a:solidFill>
                <a:schemeClr val="dk1"/>
              </a:solidFill>
              <a:latin typeface="Arial"/>
              <a:ea typeface="Arial"/>
              <a:cs typeface="Arial"/>
              <a:sym typeface="Arial"/>
            </a:endParaRPr>
          </a:p>
        </p:txBody>
      </p:sp>
      <p:sp>
        <p:nvSpPr>
          <p:cNvPr id="444" name="Google Shape;444;p80"/>
          <p:cNvSpPr txBox="1"/>
          <p:nvPr/>
        </p:nvSpPr>
        <p:spPr>
          <a:xfrm>
            <a:off x="2272470" y="3481810"/>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Efficient batch processing</a:t>
            </a:r>
            <a:endParaRPr b="0" i="0" sz="1100" u="none" cap="none" strike="noStrike">
              <a:solidFill>
                <a:schemeClr val="dk1"/>
              </a:solidFill>
              <a:latin typeface="Arial"/>
              <a:ea typeface="Arial"/>
              <a:cs typeface="Arial"/>
              <a:sym typeface="Arial"/>
            </a:endParaRPr>
          </a:p>
        </p:txBody>
      </p:sp>
      <p:sp>
        <p:nvSpPr>
          <p:cNvPr id="445" name="Google Shape;445;p80"/>
          <p:cNvSpPr txBox="1"/>
          <p:nvPr/>
        </p:nvSpPr>
        <p:spPr>
          <a:xfrm>
            <a:off x="561542" y="3710410"/>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Structured data exporting</a:t>
            </a:r>
            <a:endParaRPr b="0" i="0" sz="1100" u="none" cap="none" strike="noStrike">
              <a:solidFill>
                <a:schemeClr val="dk1"/>
              </a:solidFill>
              <a:latin typeface="Arial"/>
              <a:ea typeface="Arial"/>
              <a:cs typeface="Arial"/>
              <a:sym typeface="Arial"/>
            </a:endParaRPr>
          </a:p>
        </p:txBody>
      </p:sp>
      <p:sp>
        <p:nvSpPr>
          <p:cNvPr id="446" name="Google Shape;446;p80"/>
          <p:cNvSpPr txBox="1"/>
          <p:nvPr/>
        </p:nvSpPr>
        <p:spPr>
          <a:xfrm>
            <a:off x="2272470" y="3710410"/>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Ensure rater reliability</a:t>
            </a:r>
            <a:endParaRPr b="0" i="0" sz="1100" u="none" cap="none" strike="noStrike">
              <a:solidFill>
                <a:schemeClr val="dk1"/>
              </a:solidFill>
              <a:latin typeface="Arial"/>
              <a:ea typeface="Arial"/>
              <a:cs typeface="Arial"/>
              <a:sym typeface="Arial"/>
            </a:endParaRPr>
          </a:p>
        </p:txBody>
      </p:sp>
      <p:sp>
        <p:nvSpPr>
          <p:cNvPr id="447" name="Google Shape;447;p80"/>
          <p:cNvSpPr txBox="1"/>
          <p:nvPr/>
        </p:nvSpPr>
        <p:spPr>
          <a:xfrm>
            <a:off x="625767" y="4180779"/>
            <a:ext cx="1603800" cy="36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Manual grading inconsistency</a:t>
            </a:r>
            <a:endParaRPr b="0" i="0" sz="1100" u="none" cap="none" strike="noStrike">
              <a:solidFill>
                <a:schemeClr val="dk1"/>
              </a:solidFill>
              <a:latin typeface="Arial"/>
              <a:ea typeface="Arial"/>
              <a:cs typeface="Arial"/>
              <a:sym typeface="Arial"/>
            </a:endParaRPr>
          </a:p>
        </p:txBody>
      </p:sp>
      <p:sp>
        <p:nvSpPr>
          <p:cNvPr id="448" name="Google Shape;448;p80"/>
          <p:cNvSpPr txBox="1"/>
          <p:nvPr/>
        </p:nvSpPr>
        <p:spPr>
          <a:xfrm>
            <a:off x="2336695" y="4174891"/>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Lengthy training cycles</a:t>
            </a:r>
            <a:endParaRPr b="0" i="0" sz="1100" u="none" cap="none" strike="noStrike">
              <a:solidFill>
                <a:schemeClr val="dk1"/>
              </a:solidFill>
              <a:latin typeface="Arial"/>
              <a:ea typeface="Arial"/>
              <a:cs typeface="Arial"/>
              <a:sym typeface="Arial"/>
            </a:endParaRPr>
          </a:p>
        </p:txBody>
      </p:sp>
      <p:sp>
        <p:nvSpPr>
          <p:cNvPr id="449" name="Google Shape;449;p80"/>
          <p:cNvSpPr txBox="1"/>
          <p:nvPr/>
        </p:nvSpPr>
        <p:spPr>
          <a:xfrm>
            <a:off x="625767" y="4612896"/>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Historical data re-analysis</a:t>
            </a:r>
            <a:endParaRPr b="0" i="0" sz="1100" u="none" cap="none" strike="noStrike">
              <a:solidFill>
                <a:schemeClr val="dk1"/>
              </a:solidFill>
              <a:latin typeface="Arial"/>
              <a:ea typeface="Arial"/>
              <a:cs typeface="Arial"/>
              <a:sym typeface="Arial"/>
            </a:endParaRPr>
          </a:p>
        </p:txBody>
      </p:sp>
      <p:sp>
        <p:nvSpPr>
          <p:cNvPr id="450" name="Google Shape;450;p80"/>
          <p:cNvSpPr txBox="1"/>
          <p:nvPr/>
        </p:nvSpPr>
        <p:spPr>
          <a:xfrm>
            <a:off x="2336695" y="4403491"/>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Audit trail requirements</a:t>
            </a:r>
            <a:endParaRPr b="0" i="0" sz="1100" u="none" cap="none" strike="noStrike">
              <a:solidFill>
                <a:schemeClr val="dk1"/>
              </a:solidFill>
              <a:latin typeface="Arial"/>
              <a:ea typeface="Arial"/>
              <a:cs typeface="Arial"/>
              <a:sym typeface="Arial"/>
            </a:endParaRPr>
          </a:p>
        </p:txBody>
      </p:sp>
      <p:sp>
        <p:nvSpPr>
          <p:cNvPr id="451" name="Google Shape;451;p80"/>
          <p:cNvSpPr txBox="1"/>
          <p:nvPr/>
        </p:nvSpPr>
        <p:spPr>
          <a:xfrm>
            <a:off x="625086" y="342616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52" name="Google Shape;452;p80"/>
          <p:cNvSpPr txBox="1"/>
          <p:nvPr/>
        </p:nvSpPr>
        <p:spPr>
          <a:xfrm>
            <a:off x="2336014" y="3426160"/>
            <a:ext cx="57300" cy="16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b="0" i="0" sz="1100" u="none" cap="none" strike="noStrike">
              <a:solidFill>
                <a:srgbClr val="FFFFFF"/>
              </a:solidFill>
              <a:latin typeface="Arial"/>
              <a:ea typeface="Arial"/>
              <a:cs typeface="Arial"/>
              <a:sym typeface="Arial"/>
            </a:endParaRPr>
          </a:p>
        </p:txBody>
      </p:sp>
      <p:sp>
        <p:nvSpPr>
          <p:cNvPr id="453" name="Google Shape;453;p80"/>
          <p:cNvSpPr txBox="1"/>
          <p:nvPr/>
        </p:nvSpPr>
        <p:spPr>
          <a:xfrm>
            <a:off x="625086" y="365476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54" name="Google Shape;454;p80"/>
          <p:cNvSpPr txBox="1"/>
          <p:nvPr/>
        </p:nvSpPr>
        <p:spPr>
          <a:xfrm>
            <a:off x="2336014" y="365476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55" name="Google Shape;455;p80"/>
          <p:cNvSpPr txBox="1"/>
          <p:nvPr/>
        </p:nvSpPr>
        <p:spPr>
          <a:xfrm>
            <a:off x="625086" y="4337441"/>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56" name="Google Shape;456;p80"/>
          <p:cNvSpPr txBox="1"/>
          <p:nvPr/>
        </p:nvSpPr>
        <p:spPr>
          <a:xfrm>
            <a:off x="2336014" y="4337441"/>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57" name="Google Shape;457;p80"/>
          <p:cNvSpPr txBox="1"/>
          <p:nvPr/>
        </p:nvSpPr>
        <p:spPr>
          <a:xfrm>
            <a:off x="625086" y="4566041"/>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58" name="Google Shape;458;p80"/>
          <p:cNvSpPr txBox="1"/>
          <p:nvPr/>
        </p:nvSpPr>
        <p:spPr>
          <a:xfrm>
            <a:off x="2336014" y="4566041"/>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81"/>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Persona - 3: The Learner</a:t>
            </a:r>
            <a:endParaRPr i="1"/>
          </a:p>
        </p:txBody>
      </p:sp>
      <p:sp>
        <p:nvSpPr>
          <p:cNvPr id="464" name="Google Shape;464;p81"/>
          <p:cNvSpPr txBox="1"/>
          <p:nvPr/>
        </p:nvSpPr>
        <p:spPr>
          <a:xfrm>
            <a:off x="4030414" y="2417155"/>
            <a:ext cx="4534800" cy="678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1050" u="none" cap="none" strike="noStrike">
                <a:solidFill>
                  <a:schemeClr val="dk1"/>
                </a:solidFill>
                <a:latin typeface="Inter"/>
                <a:ea typeface="Inter"/>
                <a:cs typeface="Inter"/>
                <a:sym typeface="Inter"/>
              </a:rPr>
              <a:t>A digital native in her clinical rotations. Maya uses the platform as a pedagogical tool to build pattern recognition skills and diagnostic confidence before her residency.</a:t>
            </a:r>
            <a:endParaRPr b="0" i="0" sz="1100" u="none" cap="none" strike="noStrike">
              <a:solidFill>
                <a:schemeClr val="dk1"/>
              </a:solidFill>
              <a:latin typeface="Arial"/>
              <a:ea typeface="Arial"/>
              <a:cs typeface="Arial"/>
              <a:sym typeface="Arial"/>
            </a:endParaRPr>
          </a:p>
        </p:txBody>
      </p:sp>
      <p:sp>
        <p:nvSpPr>
          <p:cNvPr id="465" name="Google Shape;465;p81"/>
          <p:cNvSpPr txBox="1"/>
          <p:nvPr/>
        </p:nvSpPr>
        <p:spPr>
          <a:xfrm>
            <a:off x="4030414" y="1699990"/>
            <a:ext cx="4534800" cy="1230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 sz="800" u="none" cap="none" strike="noStrike">
                <a:solidFill>
                  <a:schemeClr val="dk1"/>
                </a:solidFill>
                <a:latin typeface="Inter SemiBold"/>
                <a:ea typeface="Inter SemiBold"/>
                <a:cs typeface="Inter SemiBold"/>
                <a:sym typeface="Inter SemiBold"/>
              </a:rPr>
              <a:t>3RD YEAR MEDICAL STUDENT</a:t>
            </a:r>
            <a:endParaRPr b="0" i="0" sz="1100" u="none" cap="none" strike="noStrike">
              <a:solidFill>
                <a:schemeClr val="dk1"/>
              </a:solidFill>
              <a:latin typeface="Arial"/>
              <a:ea typeface="Arial"/>
              <a:cs typeface="Arial"/>
              <a:sym typeface="Arial"/>
            </a:endParaRPr>
          </a:p>
        </p:txBody>
      </p:sp>
      <p:sp>
        <p:nvSpPr>
          <p:cNvPr id="466" name="Google Shape;466;p81"/>
          <p:cNvSpPr txBox="1"/>
          <p:nvPr/>
        </p:nvSpPr>
        <p:spPr>
          <a:xfrm>
            <a:off x="4030414" y="1959955"/>
            <a:ext cx="47616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2000" u="none" cap="none" strike="noStrike">
                <a:solidFill>
                  <a:schemeClr val="dk1"/>
                </a:solidFill>
                <a:latin typeface="Inter"/>
                <a:ea typeface="Inter"/>
                <a:cs typeface="Inter"/>
                <a:sym typeface="Inter"/>
              </a:rPr>
              <a:t>Maya Patel, 24</a:t>
            </a:r>
            <a:endParaRPr b="0" i="0" sz="1100" u="none" cap="none" strike="noStrike">
              <a:solidFill>
                <a:schemeClr val="dk1"/>
              </a:solidFill>
              <a:latin typeface="Arial"/>
              <a:ea typeface="Arial"/>
              <a:cs typeface="Arial"/>
              <a:sym typeface="Arial"/>
            </a:endParaRPr>
          </a:p>
        </p:txBody>
      </p:sp>
      <p:sp>
        <p:nvSpPr>
          <p:cNvPr id="467" name="Google Shape;467;p81"/>
          <p:cNvSpPr txBox="1"/>
          <p:nvPr/>
        </p:nvSpPr>
        <p:spPr>
          <a:xfrm>
            <a:off x="4111656" y="3359312"/>
            <a:ext cx="20733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000" u="none" cap="none" strike="noStrike">
                <a:solidFill>
                  <a:schemeClr val="dk1"/>
                </a:solidFill>
                <a:latin typeface="Inter"/>
                <a:ea typeface="Inter"/>
                <a:cs typeface="Inter"/>
                <a:sym typeface="Inter"/>
              </a:rPr>
              <a:t>LEARNING GOALS</a:t>
            </a:r>
            <a:endParaRPr b="0" i="0" sz="1100" u="none" cap="none" strike="noStrike">
              <a:solidFill>
                <a:schemeClr val="dk1"/>
              </a:solidFill>
              <a:latin typeface="Arial"/>
              <a:ea typeface="Arial"/>
              <a:cs typeface="Arial"/>
              <a:sym typeface="Arial"/>
            </a:endParaRPr>
          </a:p>
        </p:txBody>
      </p:sp>
      <p:sp>
        <p:nvSpPr>
          <p:cNvPr id="468" name="Google Shape;468;p81"/>
          <p:cNvSpPr txBox="1"/>
          <p:nvPr/>
        </p:nvSpPr>
        <p:spPr>
          <a:xfrm>
            <a:off x="6486284" y="3359312"/>
            <a:ext cx="20733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000" u="none" cap="none" strike="noStrike">
                <a:solidFill>
                  <a:schemeClr val="dk1"/>
                </a:solidFill>
                <a:latin typeface="Inter"/>
                <a:ea typeface="Inter"/>
                <a:cs typeface="Inter"/>
                <a:sym typeface="Inter"/>
              </a:rPr>
              <a:t>ACCESS OBSTACLES</a:t>
            </a:r>
            <a:endParaRPr b="0" i="0" sz="1100" u="none" cap="none" strike="noStrike">
              <a:solidFill>
                <a:schemeClr val="dk1"/>
              </a:solidFill>
              <a:latin typeface="Arial"/>
              <a:ea typeface="Arial"/>
              <a:cs typeface="Arial"/>
              <a:sym typeface="Arial"/>
            </a:endParaRPr>
          </a:p>
        </p:txBody>
      </p:sp>
      <p:sp>
        <p:nvSpPr>
          <p:cNvPr id="469" name="Google Shape;469;p81"/>
          <p:cNvSpPr txBox="1"/>
          <p:nvPr/>
        </p:nvSpPr>
        <p:spPr>
          <a:xfrm>
            <a:off x="4137570" y="3579130"/>
            <a:ext cx="20532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Identify radiographic signs</a:t>
            </a:r>
            <a:endParaRPr b="0" i="0" sz="1100" u="none" cap="none" strike="noStrike">
              <a:solidFill>
                <a:schemeClr val="dk1"/>
              </a:solidFill>
              <a:latin typeface="Arial"/>
              <a:ea typeface="Arial"/>
              <a:cs typeface="Arial"/>
              <a:sym typeface="Arial"/>
            </a:endParaRPr>
          </a:p>
        </p:txBody>
      </p:sp>
      <p:sp>
        <p:nvSpPr>
          <p:cNvPr id="470" name="Google Shape;470;p81"/>
          <p:cNvSpPr txBox="1"/>
          <p:nvPr/>
        </p:nvSpPr>
        <p:spPr>
          <a:xfrm>
            <a:off x="4137570" y="3807730"/>
            <a:ext cx="20532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Immediate feedback practice</a:t>
            </a:r>
            <a:endParaRPr b="0" i="0" sz="1100" u="none" cap="none" strike="noStrike">
              <a:solidFill>
                <a:schemeClr val="dk1"/>
              </a:solidFill>
              <a:latin typeface="Arial"/>
              <a:ea typeface="Arial"/>
              <a:cs typeface="Arial"/>
              <a:sym typeface="Arial"/>
            </a:endParaRPr>
          </a:p>
        </p:txBody>
      </p:sp>
      <p:sp>
        <p:nvSpPr>
          <p:cNvPr id="471" name="Google Shape;471;p81"/>
          <p:cNvSpPr txBox="1"/>
          <p:nvPr/>
        </p:nvSpPr>
        <p:spPr>
          <a:xfrm>
            <a:off x="4137570" y="4036330"/>
            <a:ext cx="20532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Grade/Clinical correlation</a:t>
            </a:r>
            <a:endParaRPr b="0" i="0" sz="1100" u="none" cap="none" strike="noStrike">
              <a:solidFill>
                <a:schemeClr val="dk1"/>
              </a:solidFill>
              <a:latin typeface="Arial"/>
              <a:ea typeface="Arial"/>
              <a:cs typeface="Arial"/>
              <a:sym typeface="Arial"/>
            </a:endParaRPr>
          </a:p>
        </p:txBody>
      </p:sp>
      <p:sp>
        <p:nvSpPr>
          <p:cNvPr id="472" name="Google Shape;472;p81"/>
          <p:cNvSpPr txBox="1"/>
          <p:nvPr/>
        </p:nvSpPr>
        <p:spPr>
          <a:xfrm>
            <a:off x="6512198" y="3579130"/>
            <a:ext cx="20532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Limited diverse case access</a:t>
            </a:r>
            <a:endParaRPr b="0" i="0" sz="1100" u="none" cap="none" strike="noStrike">
              <a:solidFill>
                <a:schemeClr val="dk1"/>
              </a:solidFill>
              <a:latin typeface="Arial"/>
              <a:ea typeface="Arial"/>
              <a:cs typeface="Arial"/>
              <a:sym typeface="Arial"/>
            </a:endParaRPr>
          </a:p>
        </p:txBody>
      </p:sp>
      <p:sp>
        <p:nvSpPr>
          <p:cNvPr id="473" name="Google Shape;473;p81"/>
          <p:cNvSpPr txBox="1"/>
          <p:nvPr/>
        </p:nvSpPr>
        <p:spPr>
          <a:xfrm>
            <a:off x="6512198" y="3807730"/>
            <a:ext cx="20532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Assessment uncertainty</a:t>
            </a:r>
            <a:endParaRPr b="0" i="0" sz="1100" u="none" cap="none" strike="noStrike">
              <a:solidFill>
                <a:schemeClr val="dk1"/>
              </a:solidFill>
              <a:latin typeface="Arial"/>
              <a:ea typeface="Arial"/>
              <a:cs typeface="Arial"/>
              <a:sym typeface="Arial"/>
            </a:endParaRPr>
          </a:p>
        </p:txBody>
      </p:sp>
      <p:sp>
        <p:nvSpPr>
          <p:cNvPr id="474" name="Google Shape;474;p81"/>
          <p:cNvSpPr txBox="1"/>
          <p:nvPr/>
        </p:nvSpPr>
        <p:spPr>
          <a:xfrm>
            <a:off x="6512198" y="4036330"/>
            <a:ext cx="20532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Limited attending time</a:t>
            </a:r>
            <a:endParaRPr b="0" i="0" sz="1100" u="none" cap="none" strike="noStrike">
              <a:solidFill>
                <a:schemeClr val="dk1"/>
              </a:solidFill>
              <a:latin typeface="Arial"/>
              <a:ea typeface="Arial"/>
              <a:cs typeface="Arial"/>
              <a:sym typeface="Arial"/>
            </a:endParaRPr>
          </a:p>
        </p:txBody>
      </p:sp>
      <p:sp>
        <p:nvSpPr>
          <p:cNvPr id="475" name="Google Shape;475;p81"/>
          <p:cNvSpPr txBox="1"/>
          <p:nvPr/>
        </p:nvSpPr>
        <p:spPr>
          <a:xfrm>
            <a:off x="4030414" y="357913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76" name="Google Shape;476;p81"/>
          <p:cNvSpPr txBox="1"/>
          <p:nvPr/>
        </p:nvSpPr>
        <p:spPr>
          <a:xfrm>
            <a:off x="4030414" y="380773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77" name="Google Shape;477;p81"/>
          <p:cNvSpPr txBox="1"/>
          <p:nvPr/>
        </p:nvSpPr>
        <p:spPr>
          <a:xfrm>
            <a:off x="4030414" y="403633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78" name="Google Shape;478;p81"/>
          <p:cNvSpPr txBox="1"/>
          <p:nvPr/>
        </p:nvSpPr>
        <p:spPr>
          <a:xfrm>
            <a:off x="6405041" y="357913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79" name="Google Shape;479;p81"/>
          <p:cNvSpPr txBox="1"/>
          <p:nvPr/>
        </p:nvSpPr>
        <p:spPr>
          <a:xfrm>
            <a:off x="6405041" y="380773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80" name="Google Shape;480;p81"/>
          <p:cNvSpPr txBox="1"/>
          <p:nvPr/>
        </p:nvSpPr>
        <p:spPr>
          <a:xfrm>
            <a:off x="6405041" y="403633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pic>
        <p:nvPicPr>
          <p:cNvPr descr="image.png" id="481" name="Google Shape;481;p81"/>
          <p:cNvPicPr preferRelativeResize="0"/>
          <p:nvPr/>
        </p:nvPicPr>
        <p:blipFill rotWithShape="1">
          <a:blip r:embed="rId3">
            <a:alphaModFix/>
          </a:blip>
          <a:srcRect b="0" l="0" r="0" t="0"/>
          <a:stretch/>
        </p:blipFill>
        <p:spPr>
          <a:xfrm>
            <a:off x="489962" y="1532334"/>
            <a:ext cx="2946300" cy="2754000"/>
          </a:xfrm>
          <a:prstGeom prst="roundRect">
            <a:avLst>
              <a:gd fmla="val 8681" name="adj"/>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82"/>
          <p:cNvSpPr txBox="1"/>
          <p:nvPr>
            <p:ph idx="1" type="body"/>
          </p:nvPr>
        </p:nvSpPr>
        <p:spPr>
          <a:xfrm>
            <a:off x="845200" y="1199375"/>
            <a:ext cx="6971100" cy="3356700"/>
          </a:xfrm>
          <a:prstGeom prst="rect">
            <a:avLst/>
          </a:prstGeom>
        </p:spPr>
        <p:txBody>
          <a:bodyPr anchorCtr="0" anchor="t" bIns="91425" lIns="91425" spcFirstLastPara="1" rIns="91425" wrap="square" tIns="91425">
            <a:noAutofit/>
          </a:bodyPr>
          <a:lstStyle/>
          <a:p>
            <a:pPr indent="-336550" lvl="0" marL="457200" rtl="0" algn="l">
              <a:lnSpc>
                <a:spcPct val="150000"/>
              </a:lnSpc>
              <a:spcBef>
                <a:spcPts val="0"/>
              </a:spcBef>
              <a:spcAft>
                <a:spcPts val="0"/>
              </a:spcAft>
              <a:buClr>
                <a:schemeClr val="dk1"/>
              </a:buClr>
              <a:buSzPts val="1700"/>
              <a:buFont typeface="Albert Sans"/>
              <a:buChar char="●"/>
            </a:pPr>
            <a:r>
              <a:rPr lang="en" sz="1700"/>
              <a:t>Web-based interface</a:t>
            </a:r>
            <a:endParaRPr sz="1700"/>
          </a:p>
          <a:p>
            <a:pPr indent="-336550" lvl="0" marL="457200" rtl="0" algn="l">
              <a:lnSpc>
                <a:spcPct val="150000"/>
              </a:lnSpc>
              <a:spcBef>
                <a:spcPts val="0"/>
              </a:spcBef>
              <a:spcAft>
                <a:spcPts val="0"/>
              </a:spcAft>
              <a:buClr>
                <a:schemeClr val="dk1"/>
              </a:buClr>
              <a:buSzPts val="1700"/>
              <a:buFont typeface="Albert Sans"/>
              <a:buChar char="●"/>
            </a:pPr>
            <a:r>
              <a:rPr lang="en" sz="1700"/>
              <a:t>Image preprocessing pipeline</a:t>
            </a:r>
            <a:endParaRPr sz="1700"/>
          </a:p>
          <a:p>
            <a:pPr indent="-336550" lvl="0" marL="457200" rtl="0" algn="l">
              <a:lnSpc>
                <a:spcPct val="150000"/>
              </a:lnSpc>
              <a:spcBef>
                <a:spcPts val="0"/>
              </a:spcBef>
              <a:spcAft>
                <a:spcPts val="0"/>
              </a:spcAft>
              <a:buClr>
                <a:schemeClr val="dk1"/>
              </a:buClr>
              <a:buSzPts val="1700"/>
              <a:buFont typeface="Albert Sans"/>
              <a:buChar char="●"/>
            </a:pPr>
            <a:r>
              <a:rPr lang="en" sz="1700"/>
              <a:t>Deep learning model</a:t>
            </a:r>
            <a:endParaRPr sz="1700"/>
          </a:p>
          <a:p>
            <a:pPr indent="-336550" lvl="0" marL="457200" rtl="0" algn="l">
              <a:lnSpc>
                <a:spcPct val="150000"/>
              </a:lnSpc>
              <a:spcBef>
                <a:spcPts val="0"/>
              </a:spcBef>
              <a:spcAft>
                <a:spcPts val="0"/>
              </a:spcAft>
              <a:buClr>
                <a:schemeClr val="dk1"/>
              </a:buClr>
              <a:buSzPts val="1700"/>
              <a:buFont typeface="Albert Sans"/>
              <a:buChar char="●"/>
            </a:pPr>
            <a:r>
              <a:rPr lang="en" sz="1700"/>
              <a:t>Severity assessment output</a:t>
            </a:r>
            <a:endParaRPr sz="1700"/>
          </a:p>
          <a:p>
            <a:pPr indent="-336550" lvl="0" marL="457200" rtl="0" algn="l">
              <a:lnSpc>
                <a:spcPct val="150000"/>
              </a:lnSpc>
              <a:spcBef>
                <a:spcPts val="0"/>
              </a:spcBef>
              <a:spcAft>
                <a:spcPts val="0"/>
              </a:spcAft>
              <a:buClr>
                <a:schemeClr val="dk1"/>
              </a:buClr>
              <a:buSzPts val="1700"/>
              <a:buFont typeface="Albert Sans"/>
              <a:buChar char="●"/>
            </a:pPr>
            <a:r>
              <a:rPr lang="en" sz="1700"/>
              <a:t>Basic result visualization</a:t>
            </a:r>
            <a:endParaRPr sz="1700"/>
          </a:p>
          <a:p>
            <a:pPr indent="-336550" lvl="0" marL="457200" rtl="0" algn="l">
              <a:lnSpc>
                <a:spcPct val="150000"/>
              </a:lnSpc>
              <a:spcBef>
                <a:spcPts val="0"/>
              </a:spcBef>
              <a:spcAft>
                <a:spcPts val="0"/>
              </a:spcAft>
              <a:buClr>
                <a:schemeClr val="dk1"/>
              </a:buClr>
              <a:buSzPts val="1700"/>
              <a:buFont typeface="Albert Sans"/>
              <a:buChar char="●"/>
            </a:pPr>
            <a:r>
              <a:rPr lang="en" sz="1700"/>
              <a:t>Mobile-responsive UI</a:t>
            </a:r>
            <a:endParaRPr sz="1700"/>
          </a:p>
          <a:p>
            <a:pPr indent="0" lvl="0" marL="0" rtl="0" algn="l">
              <a:spcBef>
                <a:spcPts val="0"/>
              </a:spcBef>
              <a:spcAft>
                <a:spcPts val="0"/>
              </a:spcAft>
              <a:buClr>
                <a:schemeClr val="lt1"/>
              </a:buClr>
              <a:buSzPts val="1100"/>
              <a:buFont typeface="Arial"/>
              <a:buNone/>
            </a:pPr>
            <a:r>
              <a:t/>
            </a:r>
            <a:endParaRPr/>
          </a:p>
        </p:txBody>
      </p:sp>
      <p:sp>
        <p:nvSpPr>
          <p:cNvPr id="487" name="Google Shape;487;p82"/>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will our MVP be?</a:t>
            </a:r>
            <a:endParaRPr i="1"/>
          </a:p>
        </p:txBody>
      </p:sp>
      <p:pic>
        <p:nvPicPr>
          <p:cNvPr id="488" name="Google Shape;488;p82"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3"/>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Design (Figma)</a:t>
            </a:r>
            <a:endParaRPr/>
          </a:p>
        </p:txBody>
      </p:sp>
      <p:pic>
        <p:nvPicPr>
          <p:cNvPr id="494" name="Google Shape;494;p83" title="Minimal Gradient by Slidesgo (2).jpg"/>
          <p:cNvPicPr preferRelativeResize="0"/>
          <p:nvPr>
            <p:ph idx="2" type="pic"/>
          </p:nvPr>
        </p:nvPicPr>
        <p:blipFill rotWithShape="1">
          <a:blip r:embed="rId3">
            <a:alphaModFix/>
          </a:blip>
          <a:srcRect b="19910" l="20913" r="40201" t="0"/>
          <a:stretch/>
        </p:blipFill>
        <p:spPr>
          <a:xfrm>
            <a:off x="7453523" y="3185100"/>
            <a:ext cx="1690476" cy="1958450"/>
          </a:xfrm>
          <a:prstGeom prst="rect">
            <a:avLst/>
          </a:prstGeom>
        </p:spPr>
      </p:pic>
      <p:pic>
        <p:nvPicPr>
          <p:cNvPr id="495" name="Google Shape;495;p83" title="Screenshot 2026-03-20 at 1.22.30 PM.png"/>
          <p:cNvPicPr preferRelativeResize="0"/>
          <p:nvPr/>
        </p:nvPicPr>
        <p:blipFill>
          <a:blip r:embed="rId4">
            <a:alphaModFix/>
          </a:blip>
          <a:stretch>
            <a:fillRect/>
          </a:stretch>
        </p:blipFill>
        <p:spPr>
          <a:xfrm>
            <a:off x="997638" y="1002250"/>
            <a:ext cx="7148723" cy="373095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84"/>
          <p:cNvSpPr txBox="1"/>
          <p:nvPr>
            <p:ph type="title"/>
          </p:nvPr>
        </p:nvSpPr>
        <p:spPr>
          <a:xfrm>
            <a:off x="469800" y="857025"/>
            <a:ext cx="3465300" cy="40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Albert Sans"/>
                <a:ea typeface="Albert Sans"/>
                <a:cs typeface="Albert Sans"/>
                <a:sym typeface="Albert Sans"/>
              </a:rPr>
              <a:t>Languages:</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Frontend:</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Backend:</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ML/DL Libraries:</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Database:</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Cloud:</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Tools:</a:t>
            </a:r>
            <a:endParaRPr sz="1700">
              <a:latin typeface="Albert Sans"/>
              <a:ea typeface="Albert Sans"/>
              <a:cs typeface="Albert Sans"/>
              <a:sym typeface="Albert Sans"/>
            </a:endParaRPr>
          </a:p>
        </p:txBody>
      </p:sp>
      <p:sp>
        <p:nvSpPr>
          <p:cNvPr id="501" name="Google Shape;501;p84"/>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Tools &amp; Technologies</a:t>
            </a:r>
            <a:endParaRPr i="1"/>
          </a:p>
        </p:txBody>
      </p:sp>
      <p:pic>
        <p:nvPicPr>
          <p:cNvPr id="502" name="Google Shape;502;p84"/>
          <p:cNvPicPr preferRelativeResize="0"/>
          <p:nvPr/>
        </p:nvPicPr>
        <p:blipFill rotWithShape="1">
          <a:blip r:embed="rId3">
            <a:alphaModFix/>
          </a:blip>
          <a:srcRect b="0" l="0" r="0" t="0"/>
          <a:stretch/>
        </p:blipFill>
        <p:spPr>
          <a:xfrm>
            <a:off x="1769975" y="857025"/>
            <a:ext cx="463250" cy="463250"/>
          </a:xfrm>
          <a:prstGeom prst="rect">
            <a:avLst/>
          </a:prstGeom>
          <a:noFill/>
          <a:ln>
            <a:noFill/>
          </a:ln>
        </p:spPr>
      </p:pic>
      <p:pic>
        <p:nvPicPr>
          <p:cNvPr id="503" name="Google Shape;503;p84"/>
          <p:cNvPicPr preferRelativeResize="0"/>
          <p:nvPr/>
        </p:nvPicPr>
        <p:blipFill rotWithShape="1">
          <a:blip r:embed="rId4">
            <a:alphaModFix/>
          </a:blip>
          <a:srcRect b="0" l="0" r="0" t="0"/>
          <a:stretch/>
        </p:blipFill>
        <p:spPr>
          <a:xfrm>
            <a:off x="2306810" y="2393525"/>
            <a:ext cx="463250" cy="463250"/>
          </a:xfrm>
          <a:prstGeom prst="rect">
            <a:avLst/>
          </a:prstGeom>
          <a:noFill/>
          <a:ln>
            <a:noFill/>
          </a:ln>
        </p:spPr>
      </p:pic>
      <p:pic>
        <p:nvPicPr>
          <p:cNvPr id="504" name="Google Shape;504;p84"/>
          <p:cNvPicPr preferRelativeResize="0"/>
          <p:nvPr/>
        </p:nvPicPr>
        <p:blipFill rotWithShape="1">
          <a:blip r:embed="rId5">
            <a:alphaModFix/>
          </a:blip>
          <a:srcRect b="0" l="0" r="0" t="0"/>
          <a:stretch/>
        </p:blipFill>
        <p:spPr>
          <a:xfrm>
            <a:off x="1323875" y="3462474"/>
            <a:ext cx="463250" cy="463232"/>
          </a:xfrm>
          <a:prstGeom prst="rect">
            <a:avLst/>
          </a:prstGeom>
          <a:noFill/>
          <a:ln>
            <a:noFill/>
          </a:ln>
        </p:spPr>
      </p:pic>
      <p:pic>
        <p:nvPicPr>
          <p:cNvPr id="505" name="Google Shape;505;p84"/>
          <p:cNvPicPr preferRelativeResize="0"/>
          <p:nvPr/>
        </p:nvPicPr>
        <p:blipFill rotWithShape="1">
          <a:blip r:embed="rId6">
            <a:alphaModFix/>
          </a:blip>
          <a:srcRect b="0" l="0" r="0" t="0"/>
          <a:stretch/>
        </p:blipFill>
        <p:spPr>
          <a:xfrm>
            <a:off x="1233150" y="4233300"/>
            <a:ext cx="463250" cy="463250"/>
          </a:xfrm>
          <a:prstGeom prst="rect">
            <a:avLst/>
          </a:prstGeom>
          <a:noFill/>
          <a:ln>
            <a:noFill/>
          </a:ln>
        </p:spPr>
      </p:pic>
      <p:pic>
        <p:nvPicPr>
          <p:cNvPr id="506" name="Google Shape;506;p84"/>
          <p:cNvPicPr preferRelativeResize="0"/>
          <p:nvPr/>
        </p:nvPicPr>
        <p:blipFill rotWithShape="1">
          <a:blip r:embed="rId7">
            <a:alphaModFix/>
          </a:blip>
          <a:srcRect b="0" l="0" r="0" t="0"/>
          <a:stretch/>
        </p:blipFill>
        <p:spPr>
          <a:xfrm>
            <a:off x="1769976" y="4233303"/>
            <a:ext cx="463250" cy="463250"/>
          </a:xfrm>
          <a:prstGeom prst="rect">
            <a:avLst/>
          </a:prstGeom>
          <a:noFill/>
          <a:ln>
            <a:noFill/>
          </a:ln>
        </p:spPr>
      </p:pic>
      <p:pic>
        <p:nvPicPr>
          <p:cNvPr id="507" name="Google Shape;507;p84"/>
          <p:cNvPicPr preferRelativeResize="0"/>
          <p:nvPr/>
        </p:nvPicPr>
        <p:blipFill rotWithShape="1">
          <a:blip r:embed="rId8">
            <a:alphaModFix/>
          </a:blip>
          <a:srcRect b="0" l="0" r="0" t="0"/>
          <a:stretch/>
        </p:blipFill>
        <p:spPr>
          <a:xfrm>
            <a:off x="2310745" y="857034"/>
            <a:ext cx="463250" cy="463235"/>
          </a:xfrm>
          <a:prstGeom prst="rect">
            <a:avLst/>
          </a:prstGeom>
          <a:noFill/>
          <a:ln>
            <a:noFill/>
          </a:ln>
        </p:spPr>
      </p:pic>
      <p:pic>
        <p:nvPicPr>
          <p:cNvPr id="508" name="Google Shape;508;p84"/>
          <p:cNvPicPr preferRelativeResize="0"/>
          <p:nvPr/>
        </p:nvPicPr>
        <p:blipFill rotWithShape="1">
          <a:blip r:embed="rId9">
            <a:alphaModFix/>
          </a:blip>
          <a:srcRect b="0" l="0" r="0" t="0"/>
          <a:stretch/>
        </p:blipFill>
        <p:spPr>
          <a:xfrm>
            <a:off x="1769975" y="1393649"/>
            <a:ext cx="463252" cy="463248"/>
          </a:xfrm>
          <a:prstGeom prst="rect">
            <a:avLst/>
          </a:prstGeom>
          <a:noFill/>
          <a:ln>
            <a:noFill/>
          </a:ln>
        </p:spPr>
      </p:pic>
      <p:pic>
        <p:nvPicPr>
          <p:cNvPr id="509" name="Google Shape;509;p84"/>
          <p:cNvPicPr preferRelativeResize="0"/>
          <p:nvPr/>
        </p:nvPicPr>
        <p:blipFill>
          <a:blip r:embed="rId10">
            <a:alphaModFix/>
          </a:blip>
          <a:stretch>
            <a:fillRect/>
          </a:stretch>
        </p:blipFill>
        <p:spPr>
          <a:xfrm>
            <a:off x="2310750" y="1393650"/>
            <a:ext cx="463250" cy="463250"/>
          </a:xfrm>
          <a:prstGeom prst="rect">
            <a:avLst/>
          </a:prstGeom>
          <a:noFill/>
          <a:ln>
            <a:noFill/>
          </a:ln>
        </p:spPr>
      </p:pic>
      <p:pic>
        <p:nvPicPr>
          <p:cNvPr id="510" name="Google Shape;510;p84"/>
          <p:cNvPicPr preferRelativeResize="0"/>
          <p:nvPr/>
        </p:nvPicPr>
        <p:blipFill rotWithShape="1">
          <a:blip r:embed="rId11">
            <a:alphaModFix/>
          </a:blip>
          <a:srcRect b="0" l="0" r="0" t="0"/>
          <a:stretch/>
        </p:blipFill>
        <p:spPr>
          <a:xfrm>
            <a:off x="1769978" y="1878196"/>
            <a:ext cx="463250" cy="463238"/>
          </a:xfrm>
          <a:prstGeom prst="rect">
            <a:avLst/>
          </a:prstGeom>
          <a:noFill/>
          <a:ln>
            <a:noFill/>
          </a:ln>
        </p:spPr>
      </p:pic>
      <p:sp>
        <p:nvSpPr>
          <p:cNvPr id="511" name="Google Shape;511;p84"/>
          <p:cNvSpPr txBox="1"/>
          <p:nvPr>
            <p:ph type="title"/>
          </p:nvPr>
        </p:nvSpPr>
        <p:spPr>
          <a:xfrm>
            <a:off x="4831975" y="857025"/>
            <a:ext cx="3465300" cy="40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Albert Sans"/>
                <a:ea typeface="Albert Sans"/>
                <a:cs typeface="Albert Sans"/>
                <a:sym typeface="Albert Sans"/>
              </a:rPr>
              <a:t>ML Inference: </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Misc. Libraries: </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p:txBody>
      </p:sp>
      <p:pic>
        <p:nvPicPr>
          <p:cNvPr id="512" name="Google Shape;512;p84"/>
          <p:cNvPicPr preferRelativeResize="0"/>
          <p:nvPr/>
        </p:nvPicPr>
        <p:blipFill rotWithShape="1">
          <a:blip r:embed="rId12">
            <a:alphaModFix/>
          </a:blip>
          <a:srcRect b="0" l="0" r="0" t="0"/>
          <a:stretch/>
        </p:blipFill>
        <p:spPr>
          <a:xfrm>
            <a:off x="6332999" y="857013"/>
            <a:ext cx="463250" cy="463263"/>
          </a:xfrm>
          <a:prstGeom prst="rect">
            <a:avLst/>
          </a:prstGeom>
          <a:noFill/>
          <a:ln>
            <a:noFill/>
          </a:ln>
        </p:spPr>
      </p:pic>
      <p:pic>
        <p:nvPicPr>
          <p:cNvPr id="513" name="Google Shape;513;p84"/>
          <p:cNvPicPr preferRelativeResize="0"/>
          <p:nvPr/>
        </p:nvPicPr>
        <p:blipFill rotWithShape="1">
          <a:blip r:embed="rId13">
            <a:alphaModFix/>
          </a:blip>
          <a:srcRect b="0" l="0" r="0" t="0"/>
          <a:stretch/>
        </p:blipFill>
        <p:spPr>
          <a:xfrm>
            <a:off x="2306793" y="4233289"/>
            <a:ext cx="463250" cy="463263"/>
          </a:xfrm>
          <a:prstGeom prst="rect">
            <a:avLst/>
          </a:prstGeom>
          <a:noFill/>
          <a:ln>
            <a:noFill/>
          </a:ln>
        </p:spPr>
      </p:pic>
      <p:pic>
        <p:nvPicPr>
          <p:cNvPr id="514" name="Google Shape;514;p84"/>
          <p:cNvPicPr preferRelativeResize="0"/>
          <p:nvPr/>
        </p:nvPicPr>
        <p:blipFill rotWithShape="1">
          <a:blip r:embed="rId14">
            <a:alphaModFix/>
          </a:blip>
          <a:srcRect b="0" l="0" r="0" t="0"/>
          <a:stretch/>
        </p:blipFill>
        <p:spPr>
          <a:xfrm>
            <a:off x="2843626" y="4233295"/>
            <a:ext cx="463250" cy="463250"/>
          </a:xfrm>
          <a:prstGeom prst="rect">
            <a:avLst/>
          </a:prstGeom>
          <a:noFill/>
          <a:ln>
            <a:noFill/>
          </a:ln>
        </p:spPr>
      </p:pic>
      <p:pic>
        <p:nvPicPr>
          <p:cNvPr id="515" name="Google Shape;515;p84"/>
          <p:cNvPicPr preferRelativeResize="0"/>
          <p:nvPr/>
        </p:nvPicPr>
        <p:blipFill rotWithShape="1">
          <a:blip r:embed="rId15">
            <a:alphaModFix/>
          </a:blip>
          <a:srcRect b="0" l="0" r="0" t="0"/>
          <a:stretch/>
        </p:blipFill>
        <p:spPr>
          <a:xfrm>
            <a:off x="6448906" y="1393649"/>
            <a:ext cx="463250" cy="463250"/>
          </a:xfrm>
          <a:prstGeom prst="rect">
            <a:avLst/>
          </a:prstGeom>
          <a:noFill/>
          <a:ln>
            <a:noFill/>
          </a:ln>
        </p:spPr>
      </p:pic>
      <p:pic>
        <p:nvPicPr>
          <p:cNvPr id="516" name="Google Shape;516;p84"/>
          <p:cNvPicPr preferRelativeResize="0"/>
          <p:nvPr/>
        </p:nvPicPr>
        <p:blipFill rotWithShape="1">
          <a:blip r:embed="rId16">
            <a:alphaModFix/>
          </a:blip>
          <a:srcRect b="0" l="0" r="0" t="0"/>
          <a:stretch/>
        </p:blipFill>
        <p:spPr>
          <a:xfrm>
            <a:off x="6912150" y="1365049"/>
            <a:ext cx="463250" cy="463250"/>
          </a:xfrm>
          <a:prstGeom prst="rect">
            <a:avLst/>
          </a:prstGeom>
          <a:noFill/>
          <a:ln>
            <a:noFill/>
          </a:ln>
        </p:spPr>
      </p:pic>
      <p:pic>
        <p:nvPicPr>
          <p:cNvPr id="517" name="Google Shape;517;p84"/>
          <p:cNvPicPr preferRelativeResize="0"/>
          <p:nvPr/>
        </p:nvPicPr>
        <p:blipFill>
          <a:blip r:embed="rId17">
            <a:alphaModFix/>
          </a:blip>
          <a:stretch>
            <a:fillRect/>
          </a:stretch>
        </p:blipFill>
        <p:spPr>
          <a:xfrm>
            <a:off x="2306800" y="1878188"/>
            <a:ext cx="463250" cy="463250"/>
          </a:xfrm>
          <a:prstGeom prst="rect">
            <a:avLst/>
          </a:prstGeom>
          <a:noFill/>
          <a:ln>
            <a:noFill/>
          </a:ln>
        </p:spPr>
      </p:pic>
      <p:pic>
        <p:nvPicPr>
          <p:cNvPr id="518" name="Google Shape;518;p84"/>
          <p:cNvPicPr preferRelativeResize="0"/>
          <p:nvPr/>
        </p:nvPicPr>
        <p:blipFill>
          <a:blip r:embed="rId18">
            <a:alphaModFix/>
          </a:blip>
          <a:stretch>
            <a:fillRect/>
          </a:stretch>
        </p:blipFill>
        <p:spPr>
          <a:xfrm>
            <a:off x="1902324" y="2908875"/>
            <a:ext cx="600241" cy="463250"/>
          </a:xfrm>
          <a:prstGeom prst="rect">
            <a:avLst/>
          </a:prstGeom>
          <a:noFill/>
          <a:ln>
            <a:noFill/>
          </a:ln>
        </p:spPr>
      </p:pic>
      <p:sp>
        <p:nvSpPr>
          <p:cNvPr id="519" name="Google Shape;519;p84"/>
          <p:cNvSpPr/>
          <p:nvPr/>
        </p:nvSpPr>
        <p:spPr>
          <a:xfrm>
            <a:off x="2603225" y="315702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85"/>
          <p:cNvSpPr/>
          <p:nvPr/>
        </p:nvSpPr>
        <p:spPr>
          <a:xfrm>
            <a:off x="975360" y="73152"/>
            <a:ext cx="45720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FRONTEND</a:t>
            </a:r>
            <a:endParaRPr b="0" i="0" sz="2800" u="none" cap="none" strike="noStrike">
              <a:solidFill>
                <a:schemeClr val="dk1"/>
              </a:solidFill>
              <a:latin typeface="Inter"/>
              <a:ea typeface="Inter"/>
              <a:cs typeface="Inter"/>
              <a:sym typeface="Inter"/>
            </a:endParaRPr>
          </a:p>
        </p:txBody>
      </p:sp>
      <p:sp>
        <p:nvSpPr>
          <p:cNvPr id="525" name="Google Shape;525;p85"/>
          <p:cNvSpPr/>
          <p:nvPr/>
        </p:nvSpPr>
        <p:spPr>
          <a:xfrm>
            <a:off x="975360" y="566928"/>
            <a:ext cx="6400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Inter"/>
                <a:ea typeface="Inter"/>
                <a:cs typeface="Inter"/>
                <a:sym typeface="Inter"/>
              </a:rPr>
              <a:t>React · Vite · Tailwind CSS · TypeScript</a:t>
            </a:r>
            <a:endParaRPr b="0" i="0" sz="1300" u="none" cap="none" strike="noStrike">
              <a:solidFill>
                <a:schemeClr val="dk1"/>
              </a:solidFill>
              <a:latin typeface="Inter"/>
              <a:ea typeface="Inter"/>
              <a:cs typeface="Inter"/>
              <a:sym typeface="Inter"/>
            </a:endParaRPr>
          </a:p>
        </p:txBody>
      </p:sp>
      <p:pic>
        <p:nvPicPr>
          <p:cNvPr descr="preencoded.png" id="526" name="Google Shape;526;p85"/>
          <p:cNvPicPr preferRelativeResize="0"/>
          <p:nvPr/>
        </p:nvPicPr>
        <p:blipFill rotWithShape="1">
          <a:blip r:embed="rId3">
            <a:alphaModFix/>
          </a:blip>
          <a:srcRect b="0" l="0" r="0" t="0"/>
          <a:stretch/>
        </p:blipFill>
        <p:spPr>
          <a:xfrm>
            <a:off x="320040" y="1280160"/>
            <a:ext cx="411480" cy="411480"/>
          </a:xfrm>
          <a:prstGeom prst="rect">
            <a:avLst/>
          </a:prstGeom>
          <a:noFill/>
          <a:ln>
            <a:noFill/>
          </a:ln>
        </p:spPr>
      </p:pic>
      <p:sp>
        <p:nvSpPr>
          <p:cNvPr id="527" name="Google Shape;527;p85"/>
          <p:cNvSpPr/>
          <p:nvPr/>
        </p:nvSpPr>
        <p:spPr>
          <a:xfrm>
            <a:off x="795528" y="1307592"/>
            <a:ext cx="13716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dk1"/>
                </a:solidFill>
                <a:latin typeface="Inter"/>
                <a:ea typeface="Inter"/>
                <a:cs typeface="Inter"/>
                <a:sym typeface="Inter"/>
              </a:rPr>
              <a:t>React 18</a:t>
            </a:r>
            <a:endParaRPr b="0" i="0" sz="1300" u="none" cap="none" strike="noStrike">
              <a:solidFill>
                <a:schemeClr val="dk1"/>
              </a:solidFill>
              <a:latin typeface="Inter"/>
              <a:ea typeface="Inter"/>
              <a:cs typeface="Inter"/>
              <a:sym typeface="Inter"/>
            </a:endParaRPr>
          </a:p>
        </p:txBody>
      </p:sp>
      <p:sp>
        <p:nvSpPr>
          <p:cNvPr id="528" name="Google Shape;528;p85"/>
          <p:cNvSpPr/>
          <p:nvPr/>
        </p:nvSpPr>
        <p:spPr>
          <a:xfrm>
            <a:off x="795528" y="1527048"/>
            <a:ext cx="1371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Component-based UI</a:t>
            </a:r>
            <a:endParaRPr b="0" i="0" sz="1000" u="none" cap="none" strike="noStrike">
              <a:solidFill>
                <a:schemeClr val="dk1"/>
              </a:solidFill>
              <a:latin typeface="Inter"/>
              <a:ea typeface="Inter"/>
              <a:cs typeface="Inter"/>
              <a:sym typeface="Inter"/>
            </a:endParaRPr>
          </a:p>
        </p:txBody>
      </p:sp>
      <p:sp>
        <p:nvSpPr>
          <p:cNvPr id="529" name="Google Shape;529;p85"/>
          <p:cNvSpPr/>
          <p:nvPr/>
        </p:nvSpPr>
        <p:spPr>
          <a:xfrm>
            <a:off x="320040" y="1819656"/>
            <a:ext cx="1847088"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85"/>
          <p:cNvSpPr/>
          <p:nvPr/>
        </p:nvSpPr>
        <p:spPr>
          <a:xfrm>
            <a:off x="338328" y="200253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85"/>
          <p:cNvSpPr/>
          <p:nvPr/>
        </p:nvSpPr>
        <p:spPr>
          <a:xfrm>
            <a:off x="457200" y="194767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Open-source JavaScript library for interactive UIs</a:t>
            </a:r>
            <a:endParaRPr b="0" i="0" sz="950" u="none" cap="none" strike="noStrike">
              <a:solidFill>
                <a:schemeClr val="dk1"/>
              </a:solidFill>
              <a:latin typeface="Inter"/>
              <a:ea typeface="Inter"/>
              <a:cs typeface="Inter"/>
              <a:sym typeface="Inter"/>
            </a:endParaRPr>
          </a:p>
        </p:txBody>
      </p:sp>
      <p:sp>
        <p:nvSpPr>
          <p:cNvPr id="532" name="Google Shape;532;p85"/>
          <p:cNvSpPr/>
          <p:nvPr/>
        </p:nvSpPr>
        <p:spPr>
          <a:xfrm>
            <a:off x="338328" y="264261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85"/>
          <p:cNvSpPr/>
          <p:nvPr/>
        </p:nvSpPr>
        <p:spPr>
          <a:xfrm>
            <a:off x="457200" y="258775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Reusable component architecture for maintainability</a:t>
            </a:r>
            <a:endParaRPr b="0" i="0" sz="950" u="none" cap="none" strike="noStrike">
              <a:solidFill>
                <a:schemeClr val="dk1"/>
              </a:solidFill>
              <a:latin typeface="Inter"/>
              <a:ea typeface="Inter"/>
              <a:cs typeface="Inter"/>
              <a:sym typeface="Inter"/>
            </a:endParaRPr>
          </a:p>
        </p:txBody>
      </p:sp>
      <p:sp>
        <p:nvSpPr>
          <p:cNvPr id="534" name="Google Shape;534;p85"/>
          <p:cNvSpPr/>
          <p:nvPr/>
        </p:nvSpPr>
        <p:spPr>
          <a:xfrm>
            <a:off x="338328" y="328269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85"/>
          <p:cNvSpPr/>
          <p:nvPr/>
        </p:nvSpPr>
        <p:spPr>
          <a:xfrm>
            <a:off x="457200" y="322783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State management with useState and useEffect hooks</a:t>
            </a:r>
            <a:endParaRPr b="0" i="0" sz="950" u="none" cap="none" strike="noStrike">
              <a:solidFill>
                <a:schemeClr val="dk1"/>
              </a:solidFill>
              <a:latin typeface="Inter"/>
              <a:ea typeface="Inter"/>
              <a:cs typeface="Inter"/>
              <a:sym typeface="Inter"/>
            </a:endParaRPr>
          </a:p>
        </p:txBody>
      </p:sp>
      <p:sp>
        <p:nvSpPr>
          <p:cNvPr id="536" name="Google Shape;536;p85"/>
          <p:cNvSpPr/>
          <p:nvPr/>
        </p:nvSpPr>
        <p:spPr>
          <a:xfrm>
            <a:off x="338328" y="392277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85"/>
          <p:cNvSpPr/>
          <p:nvPr/>
        </p:nvSpPr>
        <p:spPr>
          <a:xfrm>
            <a:off x="457200" y="386791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Pages: Landing, Login, Register, Upload, Gallery</a:t>
            </a:r>
            <a:endParaRPr b="0" i="0" sz="950" u="none" cap="none" strike="noStrike">
              <a:solidFill>
                <a:schemeClr val="dk1"/>
              </a:solidFill>
              <a:latin typeface="Inter"/>
              <a:ea typeface="Inter"/>
              <a:cs typeface="Inter"/>
              <a:sym typeface="Inter"/>
            </a:endParaRPr>
          </a:p>
        </p:txBody>
      </p:sp>
      <p:pic>
        <p:nvPicPr>
          <p:cNvPr descr="preencoded.png" id="538" name="Google Shape;538;p85"/>
          <p:cNvPicPr preferRelativeResize="0"/>
          <p:nvPr/>
        </p:nvPicPr>
        <p:blipFill rotWithShape="1">
          <a:blip r:embed="rId4">
            <a:alphaModFix/>
          </a:blip>
          <a:srcRect b="0" l="0" r="0" t="0"/>
          <a:stretch/>
        </p:blipFill>
        <p:spPr>
          <a:xfrm>
            <a:off x="2532888" y="1280160"/>
            <a:ext cx="411480" cy="411480"/>
          </a:xfrm>
          <a:prstGeom prst="rect">
            <a:avLst/>
          </a:prstGeom>
          <a:noFill/>
          <a:ln>
            <a:noFill/>
          </a:ln>
        </p:spPr>
      </p:pic>
      <p:sp>
        <p:nvSpPr>
          <p:cNvPr id="539" name="Google Shape;539;p85"/>
          <p:cNvSpPr/>
          <p:nvPr/>
        </p:nvSpPr>
        <p:spPr>
          <a:xfrm>
            <a:off x="3008376" y="1307592"/>
            <a:ext cx="13716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dk1"/>
                </a:solidFill>
                <a:latin typeface="Inter"/>
                <a:ea typeface="Inter"/>
                <a:cs typeface="Inter"/>
                <a:sym typeface="Inter"/>
              </a:rPr>
              <a:t>Vite</a:t>
            </a:r>
            <a:endParaRPr b="0" i="0" sz="1300" u="none" cap="none" strike="noStrike">
              <a:solidFill>
                <a:schemeClr val="dk1"/>
              </a:solidFill>
              <a:latin typeface="Inter"/>
              <a:ea typeface="Inter"/>
              <a:cs typeface="Inter"/>
              <a:sym typeface="Inter"/>
            </a:endParaRPr>
          </a:p>
        </p:txBody>
      </p:sp>
      <p:sp>
        <p:nvSpPr>
          <p:cNvPr id="540" name="Google Shape;540;p85"/>
          <p:cNvSpPr/>
          <p:nvPr/>
        </p:nvSpPr>
        <p:spPr>
          <a:xfrm>
            <a:off x="3008376" y="1527048"/>
            <a:ext cx="1371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Build toolchain</a:t>
            </a:r>
            <a:endParaRPr b="0" i="0" sz="1000" u="none" cap="none" strike="noStrike">
              <a:solidFill>
                <a:schemeClr val="dk1"/>
              </a:solidFill>
              <a:latin typeface="Inter"/>
              <a:ea typeface="Inter"/>
              <a:cs typeface="Inter"/>
              <a:sym typeface="Inter"/>
            </a:endParaRPr>
          </a:p>
        </p:txBody>
      </p:sp>
      <p:sp>
        <p:nvSpPr>
          <p:cNvPr id="541" name="Google Shape;541;p85"/>
          <p:cNvSpPr/>
          <p:nvPr/>
        </p:nvSpPr>
        <p:spPr>
          <a:xfrm>
            <a:off x="2532888" y="1819656"/>
            <a:ext cx="1847088"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85"/>
          <p:cNvSpPr/>
          <p:nvPr/>
        </p:nvSpPr>
        <p:spPr>
          <a:xfrm>
            <a:off x="2551176" y="200253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85"/>
          <p:cNvSpPr/>
          <p:nvPr/>
        </p:nvSpPr>
        <p:spPr>
          <a:xfrm>
            <a:off x="2670048" y="194767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Lightning-fast HMR and dev server startup</a:t>
            </a:r>
            <a:endParaRPr b="0" i="0" sz="950" u="none" cap="none" strike="noStrike">
              <a:solidFill>
                <a:schemeClr val="dk1"/>
              </a:solidFill>
              <a:latin typeface="Inter"/>
              <a:ea typeface="Inter"/>
              <a:cs typeface="Inter"/>
              <a:sym typeface="Inter"/>
            </a:endParaRPr>
          </a:p>
        </p:txBody>
      </p:sp>
      <p:sp>
        <p:nvSpPr>
          <p:cNvPr id="544" name="Google Shape;544;p85"/>
          <p:cNvSpPr/>
          <p:nvPr/>
        </p:nvSpPr>
        <p:spPr>
          <a:xfrm>
            <a:off x="2551176" y="264261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85"/>
          <p:cNvSpPr/>
          <p:nvPr/>
        </p:nvSpPr>
        <p:spPr>
          <a:xfrm>
            <a:off x="2670048" y="258775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Instant compilation during development</a:t>
            </a:r>
            <a:endParaRPr b="0" i="0" sz="950" u="none" cap="none" strike="noStrike">
              <a:solidFill>
                <a:schemeClr val="dk1"/>
              </a:solidFill>
              <a:latin typeface="Inter"/>
              <a:ea typeface="Inter"/>
              <a:cs typeface="Inter"/>
              <a:sym typeface="Inter"/>
            </a:endParaRPr>
          </a:p>
        </p:txBody>
      </p:sp>
      <p:sp>
        <p:nvSpPr>
          <p:cNvPr id="546" name="Google Shape;546;p85"/>
          <p:cNvSpPr/>
          <p:nvPr/>
        </p:nvSpPr>
        <p:spPr>
          <a:xfrm>
            <a:off x="2551176" y="328269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85"/>
          <p:cNvSpPr/>
          <p:nvPr/>
        </p:nvSpPr>
        <p:spPr>
          <a:xfrm>
            <a:off x="2670048" y="322783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Optimised production builds with tree-shaking</a:t>
            </a:r>
            <a:endParaRPr b="0" i="0" sz="950" u="none" cap="none" strike="noStrike">
              <a:solidFill>
                <a:schemeClr val="dk1"/>
              </a:solidFill>
              <a:latin typeface="Inter"/>
              <a:ea typeface="Inter"/>
              <a:cs typeface="Inter"/>
              <a:sym typeface="Inter"/>
            </a:endParaRPr>
          </a:p>
        </p:txBody>
      </p:sp>
      <p:sp>
        <p:nvSpPr>
          <p:cNvPr id="548" name="Google Shape;548;p85"/>
          <p:cNvSpPr/>
          <p:nvPr/>
        </p:nvSpPr>
        <p:spPr>
          <a:xfrm>
            <a:off x="2551176" y="392277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85"/>
          <p:cNvSpPr/>
          <p:nvPr/>
        </p:nvSpPr>
        <p:spPr>
          <a:xfrm>
            <a:off x="2670048" y="386791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Configured with Vite proxy to backend</a:t>
            </a:r>
            <a:endParaRPr b="0" i="0" sz="950" u="none" cap="none" strike="noStrike">
              <a:solidFill>
                <a:schemeClr val="dk1"/>
              </a:solidFill>
              <a:latin typeface="Inter"/>
              <a:ea typeface="Inter"/>
              <a:cs typeface="Inter"/>
              <a:sym typeface="Inter"/>
            </a:endParaRPr>
          </a:p>
        </p:txBody>
      </p:sp>
      <p:pic>
        <p:nvPicPr>
          <p:cNvPr descr="preencoded.png" id="550" name="Google Shape;550;p85"/>
          <p:cNvPicPr preferRelativeResize="0"/>
          <p:nvPr/>
        </p:nvPicPr>
        <p:blipFill rotWithShape="1">
          <a:blip r:embed="rId5">
            <a:alphaModFix/>
          </a:blip>
          <a:srcRect b="0" l="0" r="0" t="0"/>
          <a:stretch/>
        </p:blipFill>
        <p:spPr>
          <a:xfrm>
            <a:off x="4745736" y="1280160"/>
            <a:ext cx="411480" cy="411480"/>
          </a:xfrm>
          <a:prstGeom prst="rect">
            <a:avLst/>
          </a:prstGeom>
          <a:noFill/>
          <a:ln>
            <a:noFill/>
          </a:ln>
        </p:spPr>
      </p:pic>
      <p:sp>
        <p:nvSpPr>
          <p:cNvPr id="551" name="Google Shape;551;p85"/>
          <p:cNvSpPr/>
          <p:nvPr/>
        </p:nvSpPr>
        <p:spPr>
          <a:xfrm>
            <a:off x="5221224" y="1307592"/>
            <a:ext cx="13716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dk1"/>
                </a:solidFill>
                <a:latin typeface="Inter"/>
                <a:ea typeface="Inter"/>
                <a:cs typeface="Inter"/>
                <a:sym typeface="Inter"/>
              </a:rPr>
              <a:t>Tailwind CSS</a:t>
            </a:r>
            <a:endParaRPr b="0" i="0" sz="1300" u="none" cap="none" strike="noStrike">
              <a:solidFill>
                <a:schemeClr val="dk1"/>
              </a:solidFill>
              <a:latin typeface="Inter"/>
              <a:ea typeface="Inter"/>
              <a:cs typeface="Inter"/>
              <a:sym typeface="Inter"/>
            </a:endParaRPr>
          </a:p>
        </p:txBody>
      </p:sp>
      <p:sp>
        <p:nvSpPr>
          <p:cNvPr id="552" name="Google Shape;552;p85"/>
          <p:cNvSpPr/>
          <p:nvPr/>
        </p:nvSpPr>
        <p:spPr>
          <a:xfrm>
            <a:off x="5221224" y="1527048"/>
            <a:ext cx="1371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Utility-first styling</a:t>
            </a:r>
            <a:endParaRPr b="0" i="0" sz="1000" u="none" cap="none" strike="noStrike">
              <a:solidFill>
                <a:schemeClr val="dk1"/>
              </a:solidFill>
              <a:latin typeface="Inter"/>
              <a:ea typeface="Inter"/>
              <a:cs typeface="Inter"/>
              <a:sym typeface="Inter"/>
            </a:endParaRPr>
          </a:p>
        </p:txBody>
      </p:sp>
      <p:sp>
        <p:nvSpPr>
          <p:cNvPr id="553" name="Google Shape;553;p85"/>
          <p:cNvSpPr/>
          <p:nvPr/>
        </p:nvSpPr>
        <p:spPr>
          <a:xfrm>
            <a:off x="4745736" y="1819656"/>
            <a:ext cx="1847088"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85"/>
          <p:cNvSpPr/>
          <p:nvPr/>
        </p:nvSpPr>
        <p:spPr>
          <a:xfrm>
            <a:off x="4764024" y="200253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85"/>
          <p:cNvSpPr/>
          <p:nvPr/>
        </p:nvSpPr>
        <p:spPr>
          <a:xfrm>
            <a:off x="4882896" y="194767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Direct utility approach replaces custom CSS files</a:t>
            </a:r>
            <a:endParaRPr b="0" i="0" sz="950" u="none" cap="none" strike="noStrike">
              <a:solidFill>
                <a:schemeClr val="dk1"/>
              </a:solidFill>
              <a:latin typeface="Inter"/>
              <a:ea typeface="Inter"/>
              <a:cs typeface="Inter"/>
              <a:sym typeface="Inter"/>
            </a:endParaRPr>
          </a:p>
        </p:txBody>
      </p:sp>
      <p:sp>
        <p:nvSpPr>
          <p:cNvPr id="556" name="Google Shape;556;p85"/>
          <p:cNvSpPr/>
          <p:nvPr/>
        </p:nvSpPr>
        <p:spPr>
          <a:xfrm>
            <a:off x="4764024" y="264261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85"/>
          <p:cNvSpPr/>
          <p:nvPr/>
        </p:nvSpPr>
        <p:spPr>
          <a:xfrm>
            <a:off x="4882896" y="258775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Consistent design tokens across all components</a:t>
            </a:r>
            <a:endParaRPr b="0" i="0" sz="950" u="none" cap="none" strike="noStrike">
              <a:solidFill>
                <a:schemeClr val="dk1"/>
              </a:solidFill>
              <a:latin typeface="Inter"/>
              <a:ea typeface="Inter"/>
              <a:cs typeface="Inter"/>
              <a:sym typeface="Inter"/>
            </a:endParaRPr>
          </a:p>
        </p:txBody>
      </p:sp>
      <p:sp>
        <p:nvSpPr>
          <p:cNvPr id="558" name="Google Shape;558;p85"/>
          <p:cNvSpPr/>
          <p:nvPr/>
        </p:nvSpPr>
        <p:spPr>
          <a:xfrm>
            <a:off x="4764024" y="328269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85"/>
          <p:cNvSpPr/>
          <p:nvPr/>
        </p:nvSpPr>
        <p:spPr>
          <a:xfrm>
            <a:off x="4882896" y="322783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Responsive layouts with mobile-first breakpoints</a:t>
            </a:r>
            <a:endParaRPr b="0" i="0" sz="950" u="none" cap="none" strike="noStrike">
              <a:solidFill>
                <a:schemeClr val="dk1"/>
              </a:solidFill>
              <a:latin typeface="Inter"/>
              <a:ea typeface="Inter"/>
              <a:cs typeface="Inter"/>
              <a:sym typeface="Inter"/>
            </a:endParaRPr>
          </a:p>
        </p:txBody>
      </p:sp>
      <p:sp>
        <p:nvSpPr>
          <p:cNvPr id="560" name="Google Shape;560;p85"/>
          <p:cNvSpPr/>
          <p:nvPr/>
        </p:nvSpPr>
        <p:spPr>
          <a:xfrm>
            <a:off x="4764024" y="392277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85"/>
          <p:cNvSpPr/>
          <p:nvPr/>
        </p:nvSpPr>
        <p:spPr>
          <a:xfrm>
            <a:off x="4882896" y="386791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Dark-mode ready with zero extra config</a:t>
            </a:r>
            <a:endParaRPr b="0" i="0" sz="950" u="none" cap="none" strike="noStrike">
              <a:solidFill>
                <a:schemeClr val="dk1"/>
              </a:solidFill>
              <a:latin typeface="Inter"/>
              <a:ea typeface="Inter"/>
              <a:cs typeface="Inter"/>
              <a:sym typeface="Inter"/>
            </a:endParaRPr>
          </a:p>
        </p:txBody>
      </p:sp>
      <p:pic>
        <p:nvPicPr>
          <p:cNvPr descr="preencoded.png" id="562" name="Google Shape;562;p85"/>
          <p:cNvPicPr preferRelativeResize="0"/>
          <p:nvPr/>
        </p:nvPicPr>
        <p:blipFill rotWithShape="1">
          <a:blip r:embed="rId6">
            <a:alphaModFix/>
          </a:blip>
          <a:srcRect b="0" l="0" r="0" t="0"/>
          <a:stretch/>
        </p:blipFill>
        <p:spPr>
          <a:xfrm>
            <a:off x="6958584" y="1280160"/>
            <a:ext cx="411480" cy="411480"/>
          </a:xfrm>
          <a:prstGeom prst="rect">
            <a:avLst/>
          </a:prstGeom>
          <a:noFill/>
          <a:ln>
            <a:noFill/>
          </a:ln>
        </p:spPr>
      </p:pic>
      <p:sp>
        <p:nvSpPr>
          <p:cNvPr id="563" name="Google Shape;563;p85"/>
          <p:cNvSpPr/>
          <p:nvPr/>
        </p:nvSpPr>
        <p:spPr>
          <a:xfrm>
            <a:off x="7434072" y="1307592"/>
            <a:ext cx="13716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dk1"/>
                </a:solidFill>
                <a:latin typeface="Inter"/>
                <a:ea typeface="Inter"/>
                <a:cs typeface="Inter"/>
                <a:sym typeface="Inter"/>
              </a:rPr>
              <a:t>TypeScript</a:t>
            </a:r>
            <a:endParaRPr b="0" i="0" sz="1300" u="none" cap="none" strike="noStrike">
              <a:solidFill>
                <a:schemeClr val="dk1"/>
              </a:solidFill>
              <a:latin typeface="Inter"/>
              <a:ea typeface="Inter"/>
              <a:cs typeface="Inter"/>
              <a:sym typeface="Inter"/>
            </a:endParaRPr>
          </a:p>
        </p:txBody>
      </p:sp>
      <p:sp>
        <p:nvSpPr>
          <p:cNvPr id="564" name="Google Shape;564;p85"/>
          <p:cNvSpPr/>
          <p:nvPr/>
        </p:nvSpPr>
        <p:spPr>
          <a:xfrm>
            <a:off x="7434072" y="1527048"/>
            <a:ext cx="1371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Type-safe JavaScript</a:t>
            </a:r>
            <a:endParaRPr b="0" i="0" sz="1000" u="none" cap="none" strike="noStrike">
              <a:solidFill>
                <a:schemeClr val="dk1"/>
              </a:solidFill>
              <a:latin typeface="Inter"/>
              <a:ea typeface="Inter"/>
              <a:cs typeface="Inter"/>
              <a:sym typeface="Inter"/>
            </a:endParaRPr>
          </a:p>
        </p:txBody>
      </p:sp>
      <p:sp>
        <p:nvSpPr>
          <p:cNvPr id="565" name="Google Shape;565;p85"/>
          <p:cNvSpPr/>
          <p:nvPr/>
        </p:nvSpPr>
        <p:spPr>
          <a:xfrm>
            <a:off x="6958584" y="1819656"/>
            <a:ext cx="1847088"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85"/>
          <p:cNvSpPr/>
          <p:nvPr/>
        </p:nvSpPr>
        <p:spPr>
          <a:xfrm>
            <a:off x="6976872" y="200253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85"/>
          <p:cNvSpPr/>
          <p:nvPr/>
        </p:nvSpPr>
        <p:spPr>
          <a:xfrm>
            <a:off x="7095744" y="194767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Static typing catches errors at compile time</a:t>
            </a:r>
            <a:endParaRPr b="0" i="0" sz="950" u="none" cap="none" strike="noStrike">
              <a:solidFill>
                <a:schemeClr val="dk1"/>
              </a:solidFill>
              <a:latin typeface="Inter"/>
              <a:ea typeface="Inter"/>
              <a:cs typeface="Inter"/>
              <a:sym typeface="Inter"/>
            </a:endParaRPr>
          </a:p>
        </p:txBody>
      </p:sp>
      <p:sp>
        <p:nvSpPr>
          <p:cNvPr id="568" name="Google Shape;568;p85"/>
          <p:cNvSpPr/>
          <p:nvPr/>
        </p:nvSpPr>
        <p:spPr>
          <a:xfrm>
            <a:off x="6976872" y="264261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85"/>
          <p:cNvSpPr/>
          <p:nvPr/>
        </p:nvSpPr>
        <p:spPr>
          <a:xfrm>
            <a:off x="7095744" y="258775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Typed props and API response interfaces</a:t>
            </a:r>
            <a:endParaRPr b="0" i="0" sz="950" u="none" cap="none" strike="noStrike">
              <a:solidFill>
                <a:schemeClr val="dk1"/>
              </a:solidFill>
              <a:latin typeface="Inter"/>
              <a:ea typeface="Inter"/>
              <a:cs typeface="Inter"/>
              <a:sym typeface="Inter"/>
            </a:endParaRPr>
          </a:p>
        </p:txBody>
      </p:sp>
      <p:sp>
        <p:nvSpPr>
          <p:cNvPr id="570" name="Google Shape;570;p85"/>
          <p:cNvSpPr/>
          <p:nvPr/>
        </p:nvSpPr>
        <p:spPr>
          <a:xfrm>
            <a:off x="6976872" y="328269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85"/>
          <p:cNvSpPr/>
          <p:nvPr/>
        </p:nvSpPr>
        <p:spPr>
          <a:xfrm>
            <a:off x="7095744" y="322783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Improves IDE autocomplete and refactoring</a:t>
            </a:r>
            <a:endParaRPr b="0" i="0" sz="950" u="none" cap="none" strike="noStrike">
              <a:solidFill>
                <a:schemeClr val="dk1"/>
              </a:solidFill>
              <a:latin typeface="Inter"/>
              <a:ea typeface="Inter"/>
              <a:cs typeface="Inter"/>
              <a:sym typeface="Inter"/>
            </a:endParaRPr>
          </a:p>
        </p:txBody>
      </p:sp>
      <p:sp>
        <p:nvSpPr>
          <p:cNvPr id="572" name="Google Shape;572;p85"/>
          <p:cNvSpPr/>
          <p:nvPr/>
        </p:nvSpPr>
        <p:spPr>
          <a:xfrm>
            <a:off x="6976872" y="392277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85"/>
          <p:cNvSpPr/>
          <p:nvPr/>
        </p:nvSpPr>
        <p:spPr>
          <a:xfrm>
            <a:off x="7095744" y="386791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Compiled to JavaScript for browser execution</a:t>
            </a:r>
            <a:endParaRPr b="0" i="0" sz="950" u="none" cap="none" strike="noStrike">
              <a:solidFill>
                <a:schemeClr val="dk1"/>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86"/>
          <p:cNvSpPr/>
          <p:nvPr/>
        </p:nvSpPr>
        <p:spPr>
          <a:xfrm>
            <a:off x="1066800" y="73152"/>
            <a:ext cx="45720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BACKEND</a:t>
            </a:r>
            <a:endParaRPr b="0" i="0" sz="2800" u="none" cap="none" strike="noStrike">
              <a:solidFill>
                <a:schemeClr val="dk1"/>
              </a:solidFill>
              <a:latin typeface="Inter"/>
              <a:ea typeface="Inter"/>
              <a:cs typeface="Inter"/>
              <a:sym typeface="Inter"/>
            </a:endParaRPr>
          </a:p>
        </p:txBody>
      </p:sp>
      <p:sp>
        <p:nvSpPr>
          <p:cNvPr id="579" name="Google Shape;579;p86"/>
          <p:cNvSpPr/>
          <p:nvPr/>
        </p:nvSpPr>
        <p:spPr>
          <a:xfrm>
            <a:off x="1066800" y="566928"/>
            <a:ext cx="6400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Inter"/>
                <a:ea typeface="Inter"/>
                <a:cs typeface="Inter"/>
                <a:sym typeface="Inter"/>
              </a:rPr>
              <a:t>Node.js · Express.js · JWT · bcrypt</a:t>
            </a:r>
            <a:endParaRPr b="0" i="0" sz="1300" u="none" cap="none" strike="noStrike">
              <a:solidFill>
                <a:schemeClr val="dk1"/>
              </a:solidFill>
              <a:latin typeface="Inter"/>
              <a:ea typeface="Inter"/>
              <a:cs typeface="Inter"/>
              <a:sym typeface="Inter"/>
            </a:endParaRPr>
          </a:p>
        </p:txBody>
      </p:sp>
      <p:sp>
        <p:nvSpPr>
          <p:cNvPr id="580" name="Google Shape;580;p86"/>
          <p:cNvSpPr/>
          <p:nvPr/>
        </p:nvSpPr>
        <p:spPr>
          <a:xfrm>
            <a:off x="274320" y="1143000"/>
            <a:ext cx="64008" cy="82296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1" name="Google Shape;581;p86"/>
          <p:cNvPicPr preferRelativeResize="0"/>
          <p:nvPr/>
        </p:nvPicPr>
        <p:blipFill rotWithShape="1">
          <a:blip r:embed="rId3">
            <a:alphaModFix/>
          </a:blip>
          <a:srcRect b="0" l="0" r="0" t="0"/>
          <a:stretch/>
        </p:blipFill>
        <p:spPr>
          <a:xfrm>
            <a:off x="457200" y="1325880"/>
            <a:ext cx="411480" cy="411480"/>
          </a:xfrm>
          <a:prstGeom prst="rect">
            <a:avLst/>
          </a:prstGeom>
          <a:noFill/>
          <a:ln>
            <a:noFill/>
          </a:ln>
        </p:spPr>
      </p:pic>
      <p:sp>
        <p:nvSpPr>
          <p:cNvPr id="582" name="Google Shape;582;p86"/>
          <p:cNvSpPr/>
          <p:nvPr/>
        </p:nvSpPr>
        <p:spPr>
          <a:xfrm>
            <a:off x="1005840" y="1234440"/>
            <a:ext cx="16459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Node.js</a:t>
            </a:r>
            <a:endParaRPr b="0" i="0" sz="1400" u="none" cap="none" strike="noStrike">
              <a:solidFill>
                <a:schemeClr val="dk1"/>
              </a:solidFill>
              <a:latin typeface="Inter"/>
              <a:ea typeface="Inter"/>
              <a:cs typeface="Inter"/>
              <a:sym typeface="Inter"/>
            </a:endParaRPr>
          </a:p>
        </p:txBody>
      </p:sp>
      <p:sp>
        <p:nvSpPr>
          <p:cNvPr id="583" name="Google Shape;583;p86"/>
          <p:cNvSpPr/>
          <p:nvPr/>
        </p:nvSpPr>
        <p:spPr>
          <a:xfrm>
            <a:off x="1005840" y="1527048"/>
            <a:ext cx="1645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Runtime environment</a:t>
            </a:r>
            <a:endParaRPr b="0" i="0" sz="1000" u="none" cap="none" strike="noStrike">
              <a:solidFill>
                <a:schemeClr val="dk1"/>
              </a:solidFill>
              <a:latin typeface="Inter"/>
              <a:ea typeface="Inter"/>
              <a:cs typeface="Inter"/>
              <a:sym typeface="Inter"/>
            </a:endParaRPr>
          </a:p>
        </p:txBody>
      </p:sp>
      <p:sp>
        <p:nvSpPr>
          <p:cNvPr id="584" name="Google Shape;584;p86"/>
          <p:cNvSpPr/>
          <p:nvPr/>
        </p:nvSpPr>
        <p:spPr>
          <a:xfrm>
            <a:off x="2834640" y="1252728"/>
            <a:ext cx="585216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Inter"/>
                <a:ea typeface="Inter"/>
                <a:cs typeface="Inter"/>
                <a:sym typeface="Inter"/>
              </a:rPr>
              <a:t>JavaScript runtime built on Chrome's V8 engine. Enables server-side JS execution with non-blocking I/O for high concurrency — perfect for handling multiple concurrent upload and analysis requests.</a:t>
            </a:r>
            <a:endParaRPr b="0" i="0" sz="1100" u="none" cap="none" strike="noStrike">
              <a:solidFill>
                <a:schemeClr val="dk1"/>
              </a:solidFill>
              <a:latin typeface="Inter"/>
              <a:ea typeface="Inter"/>
              <a:cs typeface="Inter"/>
              <a:sym typeface="Inter"/>
            </a:endParaRPr>
          </a:p>
        </p:txBody>
      </p:sp>
      <p:sp>
        <p:nvSpPr>
          <p:cNvPr id="585" name="Google Shape;585;p86"/>
          <p:cNvSpPr/>
          <p:nvPr/>
        </p:nvSpPr>
        <p:spPr>
          <a:xfrm>
            <a:off x="274320" y="2075688"/>
            <a:ext cx="64008" cy="822960"/>
          </a:xfrm>
          <a:prstGeom prst="rect">
            <a:avLst/>
          </a:prstGeom>
          <a:solidFill>
            <a:srgbClr val="37474F"/>
          </a:solidFill>
          <a:ln cap="flat" cmpd="sng" w="12700">
            <a:solidFill>
              <a:srgbClr val="37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6" name="Google Shape;586;p86"/>
          <p:cNvPicPr preferRelativeResize="0"/>
          <p:nvPr/>
        </p:nvPicPr>
        <p:blipFill rotWithShape="1">
          <a:blip r:embed="rId4">
            <a:alphaModFix/>
          </a:blip>
          <a:srcRect b="0" l="0" r="0" t="0"/>
          <a:stretch/>
        </p:blipFill>
        <p:spPr>
          <a:xfrm>
            <a:off x="457200" y="2258568"/>
            <a:ext cx="411480" cy="411480"/>
          </a:xfrm>
          <a:prstGeom prst="rect">
            <a:avLst/>
          </a:prstGeom>
          <a:solidFill>
            <a:schemeClr val="dk1"/>
          </a:solidFill>
          <a:ln>
            <a:noFill/>
          </a:ln>
        </p:spPr>
      </p:pic>
      <p:sp>
        <p:nvSpPr>
          <p:cNvPr id="587" name="Google Shape;587;p86"/>
          <p:cNvSpPr/>
          <p:nvPr/>
        </p:nvSpPr>
        <p:spPr>
          <a:xfrm>
            <a:off x="1005840" y="2167128"/>
            <a:ext cx="16459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Express.js</a:t>
            </a:r>
            <a:endParaRPr b="0" i="0" sz="1400" u="none" cap="none" strike="noStrike">
              <a:solidFill>
                <a:schemeClr val="dk1"/>
              </a:solidFill>
              <a:latin typeface="Inter"/>
              <a:ea typeface="Inter"/>
              <a:cs typeface="Inter"/>
              <a:sym typeface="Inter"/>
            </a:endParaRPr>
          </a:p>
        </p:txBody>
      </p:sp>
      <p:sp>
        <p:nvSpPr>
          <p:cNvPr id="588" name="Google Shape;588;p86"/>
          <p:cNvSpPr/>
          <p:nvPr/>
        </p:nvSpPr>
        <p:spPr>
          <a:xfrm>
            <a:off x="1005840" y="2459736"/>
            <a:ext cx="1645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Web framework</a:t>
            </a:r>
            <a:endParaRPr b="0" i="0" sz="1000" u="none" cap="none" strike="noStrike">
              <a:solidFill>
                <a:schemeClr val="dk1"/>
              </a:solidFill>
              <a:latin typeface="Inter"/>
              <a:ea typeface="Inter"/>
              <a:cs typeface="Inter"/>
              <a:sym typeface="Inter"/>
            </a:endParaRPr>
          </a:p>
        </p:txBody>
      </p:sp>
      <p:sp>
        <p:nvSpPr>
          <p:cNvPr id="589" name="Google Shape;589;p86"/>
          <p:cNvSpPr/>
          <p:nvPr/>
        </p:nvSpPr>
        <p:spPr>
          <a:xfrm>
            <a:off x="2834640" y="2185416"/>
            <a:ext cx="585216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Inter"/>
                <a:ea typeface="Inter"/>
                <a:cs typeface="Inter"/>
                <a:sym typeface="Inter"/>
              </a:rPr>
              <a:t>Minimal and flexible Node.js web framework. Handles all REST API routes: auth (register/login), image presign, raw file upload, image metadata registration, and image retrieval with JWT middleware.</a:t>
            </a:r>
            <a:endParaRPr b="0" i="0" sz="1100" u="none" cap="none" strike="noStrike">
              <a:solidFill>
                <a:schemeClr val="dk1"/>
              </a:solidFill>
              <a:latin typeface="Inter"/>
              <a:ea typeface="Inter"/>
              <a:cs typeface="Inter"/>
              <a:sym typeface="Inter"/>
            </a:endParaRPr>
          </a:p>
        </p:txBody>
      </p:sp>
      <p:sp>
        <p:nvSpPr>
          <p:cNvPr id="590" name="Google Shape;590;p86"/>
          <p:cNvSpPr/>
          <p:nvPr/>
        </p:nvSpPr>
        <p:spPr>
          <a:xfrm>
            <a:off x="274320" y="3008376"/>
            <a:ext cx="64008" cy="822960"/>
          </a:xfrm>
          <a:prstGeom prst="rect">
            <a:avLst/>
          </a:prstGeom>
          <a:solidFill>
            <a:srgbClr val="00695C"/>
          </a:solidFill>
          <a:ln cap="flat" cmpd="sng" w="12700">
            <a:solidFill>
              <a:srgbClr val="0069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1" name="Google Shape;591;p86"/>
          <p:cNvPicPr preferRelativeResize="0"/>
          <p:nvPr/>
        </p:nvPicPr>
        <p:blipFill rotWithShape="1">
          <a:blip r:embed="rId5">
            <a:alphaModFix/>
          </a:blip>
          <a:srcRect b="0" l="0" r="0" t="0"/>
          <a:stretch/>
        </p:blipFill>
        <p:spPr>
          <a:xfrm>
            <a:off x="457200" y="3191256"/>
            <a:ext cx="411480" cy="411480"/>
          </a:xfrm>
          <a:prstGeom prst="rect">
            <a:avLst/>
          </a:prstGeom>
          <a:noFill/>
          <a:ln>
            <a:noFill/>
          </a:ln>
        </p:spPr>
      </p:pic>
      <p:sp>
        <p:nvSpPr>
          <p:cNvPr id="592" name="Google Shape;592;p86"/>
          <p:cNvSpPr/>
          <p:nvPr/>
        </p:nvSpPr>
        <p:spPr>
          <a:xfrm>
            <a:off x="1005840" y="3099816"/>
            <a:ext cx="16459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JWT Auth</a:t>
            </a:r>
            <a:endParaRPr b="0" i="0" sz="1400" u="none" cap="none" strike="noStrike">
              <a:solidFill>
                <a:schemeClr val="dk1"/>
              </a:solidFill>
              <a:latin typeface="Inter"/>
              <a:ea typeface="Inter"/>
              <a:cs typeface="Inter"/>
              <a:sym typeface="Inter"/>
            </a:endParaRPr>
          </a:p>
        </p:txBody>
      </p:sp>
      <p:sp>
        <p:nvSpPr>
          <p:cNvPr id="593" name="Google Shape;593;p86"/>
          <p:cNvSpPr/>
          <p:nvPr/>
        </p:nvSpPr>
        <p:spPr>
          <a:xfrm>
            <a:off x="1005840" y="3392424"/>
            <a:ext cx="1645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Stateless authentication</a:t>
            </a:r>
            <a:endParaRPr b="0" i="0" sz="1000" u="none" cap="none" strike="noStrike">
              <a:solidFill>
                <a:schemeClr val="dk1"/>
              </a:solidFill>
              <a:latin typeface="Inter"/>
              <a:ea typeface="Inter"/>
              <a:cs typeface="Inter"/>
              <a:sym typeface="Inter"/>
            </a:endParaRPr>
          </a:p>
        </p:txBody>
      </p:sp>
      <p:sp>
        <p:nvSpPr>
          <p:cNvPr id="594" name="Google Shape;594;p86"/>
          <p:cNvSpPr/>
          <p:nvPr/>
        </p:nvSpPr>
        <p:spPr>
          <a:xfrm>
            <a:off x="2834640" y="3118104"/>
            <a:ext cx="585216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Inter"/>
                <a:ea typeface="Inter"/>
                <a:cs typeface="Inter"/>
                <a:sym typeface="Inter"/>
              </a:rPr>
              <a:t>JSON Web Tokens secure every protected route via the requireAuth middleware. Tokens are signed with a secret, expire in 1 hour, and carry userId + email so any route knows who made the request.</a:t>
            </a:r>
            <a:endParaRPr b="0" i="0" sz="1100" u="none" cap="none" strike="noStrike">
              <a:solidFill>
                <a:schemeClr val="dk1"/>
              </a:solidFill>
              <a:latin typeface="Inter"/>
              <a:ea typeface="Inter"/>
              <a:cs typeface="Inter"/>
              <a:sym typeface="Inter"/>
            </a:endParaRPr>
          </a:p>
        </p:txBody>
      </p:sp>
      <p:sp>
        <p:nvSpPr>
          <p:cNvPr id="595" name="Google Shape;595;p86"/>
          <p:cNvSpPr/>
          <p:nvPr/>
        </p:nvSpPr>
        <p:spPr>
          <a:xfrm>
            <a:off x="274320" y="3941064"/>
            <a:ext cx="64008" cy="82296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6" name="Google Shape;596;p86"/>
          <p:cNvPicPr preferRelativeResize="0"/>
          <p:nvPr/>
        </p:nvPicPr>
        <p:blipFill rotWithShape="1">
          <a:blip r:embed="rId6">
            <a:alphaModFix/>
          </a:blip>
          <a:srcRect b="0" l="0" r="0" t="0"/>
          <a:stretch/>
        </p:blipFill>
        <p:spPr>
          <a:xfrm>
            <a:off x="457200" y="4123944"/>
            <a:ext cx="411480" cy="411480"/>
          </a:xfrm>
          <a:prstGeom prst="rect">
            <a:avLst/>
          </a:prstGeom>
          <a:noFill/>
          <a:ln>
            <a:noFill/>
          </a:ln>
        </p:spPr>
      </p:pic>
      <p:sp>
        <p:nvSpPr>
          <p:cNvPr id="597" name="Google Shape;597;p86"/>
          <p:cNvSpPr/>
          <p:nvPr/>
        </p:nvSpPr>
        <p:spPr>
          <a:xfrm>
            <a:off x="1005840" y="4032504"/>
            <a:ext cx="16459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bcrypt</a:t>
            </a:r>
            <a:endParaRPr b="0" i="0" sz="1400" u="none" cap="none" strike="noStrike">
              <a:solidFill>
                <a:schemeClr val="dk1"/>
              </a:solidFill>
              <a:latin typeface="Inter"/>
              <a:ea typeface="Inter"/>
              <a:cs typeface="Inter"/>
              <a:sym typeface="Inter"/>
            </a:endParaRPr>
          </a:p>
        </p:txBody>
      </p:sp>
      <p:sp>
        <p:nvSpPr>
          <p:cNvPr id="598" name="Google Shape;598;p86"/>
          <p:cNvSpPr/>
          <p:nvPr/>
        </p:nvSpPr>
        <p:spPr>
          <a:xfrm>
            <a:off x="1005840" y="4325112"/>
            <a:ext cx="1645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Password hashing</a:t>
            </a:r>
            <a:endParaRPr b="0" i="0" sz="1000" u="none" cap="none" strike="noStrike">
              <a:solidFill>
                <a:schemeClr val="dk1"/>
              </a:solidFill>
              <a:latin typeface="Inter"/>
              <a:ea typeface="Inter"/>
              <a:cs typeface="Inter"/>
              <a:sym typeface="Inter"/>
            </a:endParaRPr>
          </a:p>
        </p:txBody>
      </p:sp>
      <p:sp>
        <p:nvSpPr>
          <p:cNvPr id="599" name="Google Shape;599;p86"/>
          <p:cNvSpPr/>
          <p:nvPr/>
        </p:nvSpPr>
        <p:spPr>
          <a:xfrm>
            <a:off x="2834640" y="4050792"/>
            <a:ext cx="585216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Inter"/>
                <a:ea typeface="Inter"/>
                <a:cs typeface="Inter"/>
                <a:sym typeface="Inter"/>
              </a:rPr>
              <a:t>Industry-standard adaptive hashing algorithm. Passwords are never stored in plain text — bcrypt hashes with salt rounds of 10, making brute-force attacks computationally infeasible.</a:t>
            </a:r>
            <a:endParaRPr b="0" i="0" sz="1100" u="none" cap="none" strike="noStrike">
              <a:solidFill>
                <a:schemeClr val="dk1"/>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87"/>
          <p:cNvSpPr/>
          <p:nvPr/>
        </p:nvSpPr>
        <p:spPr>
          <a:xfrm>
            <a:off x="937260" y="73152"/>
            <a:ext cx="5486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DATABASE &amp; CLOUD</a:t>
            </a:r>
            <a:endParaRPr b="0" i="0" sz="2800" u="none" cap="none" strike="noStrike">
              <a:solidFill>
                <a:schemeClr val="dk1"/>
              </a:solidFill>
              <a:latin typeface="Inter"/>
              <a:ea typeface="Inter"/>
              <a:cs typeface="Inter"/>
              <a:sym typeface="Inter"/>
            </a:endParaRPr>
          </a:p>
        </p:txBody>
      </p:sp>
      <p:sp>
        <p:nvSpPr>
          <p:cNvPr id="605" name="Google Shape;605;p87"/>
          <p:cNvSpPr/>
          <p:nvPr/>
        </p:nvSpPr>
        <p:spPr>
          <a:xfrm>
            <a:off x="937260" y="566928"/>
            <a:ext cx="6400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Inter"/>
                <a:ea typeface="Inter"/>
                <a:cs typeface="Inter"/>
                <a:sym typeface="Inter"/>
              </a:rPr>
              <a:t>MongoDB · AWS · Local filesystem</a:t>
            </a:r>
            <a:endParaRPr b="0" i="0" sz="1300" u="none" cap="none" strike="noStrike">
              <a:solidFill>
                <a:schemeClr val="dk1"/>
              </a:solidFill>
              <a:latin typeface="Inter"/>
              <a:ea typeface="Inter"/>
              <a:cs typeface="Inter"/>
              <a:sym typeface="Inter"/>
            </a:endParaRPr>
          </a:p>
        </p:txBody>
      </p:sp>
      <p:pic>
        <p:nvPicPr>
          <p:cNvPr descr="preencoded.png" id="606" name="Google Shape;606;p87"/>
          <p:cNvPicPr preferRelativeResize="0"/>
          <p:nvPr/>
        </p:nvPicPr>
        <p:blipFill rotWithShape="1">
          <a:blip r:embed="rId3">
            <a:alphaModFix/>
          </a:blip>
          <a:srcRect b="0" l="0" r="0" t="0"/>
          <a:stretch/>
        </p:blipFill>
        <p:spPr>
          <a:xfrm>
            <a:off x="411480" y="1207008"/>
            <a:ext cx="457200" cy="457200"/>
          </a:xfrm>
          <a:prstGeom prst="rect">
            <a:avLst/>
          </a:prstGeom>
          <a:noFill/>
          <a:ln>
            <a:noFill/>
          </a:ln>
        </p:spPr>
      </p:pic>
      <p:sp>
        <p:nvSpPr>
          <p:cNvPr id="607" name="Google Shape;607;p87"/>
          <p:cNvSpPr/>
          <p:nvPr/>
        </p:nvSpPr>
        <p:spPr>
          <a:xfrm>
            <a:off x="960120" y="1207008"/>
            <a:ext cx="3200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Inter"/>
                <a:ea typeface="Inter"/>
                <a:cs typeface="Inter"/>
                <a:sym typeface="Inter"/>
              </a:rPr>
              <a:t>MongoDB</a:t>
            </a:r>
            <a:endParaRPr b="0" i="0" sz="1600" u="none" cap="none" strike="noStrike">
              <a:solidFill>
                <a:schemeClr val="dk1"/>
              </a:solidFill>
              <a:latin typeface="Inter"/>
              <a:ea typeface="Inter"/>
              <a:cs typeface="Inter"/>
              <a:sym typeface="Inter"/>
            </a:endParaRPr>
          </a:p>
        </p:txBody>
      </p:sp>
      <p:sp>
        <p:nvSpPr>
          <p:cNvPr id="608" name="Google Shape;608;p87"/>
          <p:cNvSpPr/>
          <p:nvPr/>
        </p:nvSpPr>
        <p:spPr>
          <a:xfrm>
            <a:off x="960120" y="1481328"/>
            <a:ext cx="3200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Inter"/>
                <a:ea typeface="Inter"/>
                <a:cs typeface="Inter"/>
                <a:sym typeface="Inter"/>
              </a:rPr>
              <a:t>NoSQL document database</a:t>
            </a:r>
            <a:endParaRPr b="0" i="0" sz="1100" u="none" cap="none" strike="noStrike">
              <a:solidFill>
                <a:schemeClr val="dk1"/>
              </a:solidFill>
              <a:latin typeface="Inter"/>
              <a:ea typeface="Inter"/>
              <a:cs typeface="Inter"/>
              <a:sym typeface="Inter"/>
            </a:endParaRPr>
          </a:p>
        </p:txBody>
      </p:sp>
      <p:sp>
        <p:nvSpPr>
          <p:cNvPr id="609" name="Google Shape;609;p87"/>
          <p:cNvSpPr/>
          <p:nvPr/>
        </p:nvSpPr>
        <p:spPr>
          <a:xfrm>
            <a:off x="411480" y="1792224"/>
            <a:ext cx="3749040" cy="13716"/>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87"/>
          <p:cNvSpPr/>
          <p:nvPr/>
        </p:nvSpPr>
        <p:spPr>
          <a:xfrm>
            <a:off x="411480" y="1920240"/>
            <a:ext cx="36576" cy="4572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87"/>
          <p:cNvSpPr/>
          <p:nvPr/>
        </p:nvSpPr>
        <p:spPr>
          <a:xfrm>
            <a:off x="530352" y="1938528"/>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users collection</a:t>
            </a:r>
            <a:endParaRPr b="0" i="0" sz="1100" u="none" cap="none" strike="noStrike">
              <a:solidFill>
                <a:schemeClr val="dk1"/>
              </a:solidFill>
              <a:latin typeface="Inter"/>
              <a:ea typeface="Inter"/>
              <a:cs typeface="Inter"/>
              <a:sym typeface="Inter"/>
            </a:endParaRPr>
          </a:p>
        </p:txBody>
      </p:sp>
      <p:sp>
        <p:nvSpPr>
          <p:cNvPr id="612" name="Google Shape;612;p87"/>
          <p:cNvSpPr/>
          <p:nvPr/>
        </p:nvSpPr>
        <p:spPr>
          <a:xfrm>
            <a:off x="530352" y="2157984"/>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Stores email, hashed password, userId, timestamps</a:t>
            </a:r>
            <a:endParaRPr b="0" i="0" sz="1000" u="none" cap="none" strike="noStrike">
              <a:solidFill>
                <a:schemeClr val="dk1"/>
              </a:solidFill>
              <a:latin typeface="Inter"/>
              <a:ea typeface="Inter"/>
              <a:cs typeface="Inter"/>
              <a:sym typeface="Inter"/>
            </a:endParaRPr>
          </a:p>
        </p:txBody>
      </p:sp>
      <p:sp>
        <p:nvSpPr>
          <p:cNvPr id="613" name="Google Shape;613;p87"/>
          <p:cNvSpPr/>
          <p:nvPr/>
        </p:nvSpPr>
        <p:spPr>
          <a:xfrm>
            <a:off x="411480" y="2596896"/>
            <a:ext cx="36576" cy="4572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87"/>
          <p:cNvSpPr/>
          <p:nvPr/>
        </p:nvSpPr>
        <p:spPr>
          <a:xfrm>
            <a:off x="530352" y="2615184"/>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images collection</a:t>
            </a:r>
            <a:endParaRPr b="0" i="0" sz="1100" u="none" cap="none" strike="noStrike">
              <a:solidFill>
                <a:schemeClr val="dk1"/>
              </a:solidFill>
              <a:latin typeface="Inter"/>
              <a:ea typeface="Inter"/>
              <a:cs typeface="Inter"/>
              <a:sym typeface="Inter"/>
            </a:endParaRPr>
          </a:p>
        </p:txBody>
      </p:sp>
      <p:sp>
        <p:nvSpPr>
          <p:cNvPr id="615" name="Google Shape;615;p87"/>
          <p:cNvSpPr/>
          <p:nvPr/>
        </p:nvSpPr>
        <p:spPr>
          <a:xfrm>
            <a:off x="530352" y="283464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fileUrl, originalName, contentType, uploadedBy { userId, email }</a:t>
            </a:r>
            <a:endParaRPr b="0" i="0" sz="1000" u="none" cap="none" strike="noStrike">
              <a:solidFill>
                <a:schemeClr val="dk1"/>
              </a:solidFill>
              <a:latin typeface="Inter"/>
              <a:ea typeface="Inter"/>
              <a:cs typeface="Inter"/>
              <a:sym typeface="Inter"/>
            </a:endParaRPr>
          </a:p>
        </p:txBody>
      </p:sp>
      <p:sp>
        <p:nvSpPr>
          <p:cNvPr id="616" name="Google Shape;616;p87"/>
          <p:cNvSpPr/>
          <p:nvPr/>
        </p:nvSpPr>
        <p:spPr>
          <a:xfrm>
            <a:off x="411480" y="3273552"/>
            <a:ext cx="36576" cy="4572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87"/>
          <p:cNvSpPr/>
          <p:nvPr/>
        </p:nvSpPr>
        <p:spPr>
          <a:xfrm>
            <a:off x="530352" y="3291840"/>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predictions collection</a:t>
            </a:r>
            <a:endParaRPr b="0" i="0" sz="1100" u="none" cap="none" strike="noStrike">
              <a:solidFill>
                <a:schemeClr val="dk1"/>
              </a:solidFill>
              <a:latin typeface="Inter"/>
              <a:ea typeface="Inter"/>
              <a:cs typeface="Inter"/>
              <a:sym typeface="Inter"/>
            </a:endParaRPr>
          </a:p>
        </p:txBody>
      </p:sp>
      <p:sp>
        <p:nvSpPr>
          <p:cNvPr id="618" name="Google Shape;618;p87"/>
          <p:cNvSpPr/>
          <p:nvPr/>
        </p:nvSpPr>
        <p:spPr>
          <a:xfrm>
            <a:off x="530352" y="3511296"/>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imageId FK, klGrade, confidence, probabilities, modelVersion</a:t>
            </a:r>
            <a:endParaRPr b="0" i="0" sz="1000" u="none" cap="none" strike="noStrike">
              <a:solidFill>
                <a:schemeClr val="dk1"/>
              </a:solidFill>
              <a:latin typeface="Inter"/>
              <a:ea typeface="Inter"/>
              <a:cs typeface="Inter"/>
              <a:sym typeface="Inter"/>
            </a:endParaRPr>
          </a:p>
        </p:txBody>
      </p:sp>
      <p:sp>
        <p:nvSpPr>
          <p:cNvPr id="619" name="Google Shape;619;p87"/>
          <p:cNvSpPr/>
          <p:nvPr/>
        </p:nvSpPr>
        <p:spPr>
          <a:xfrm>
            <a:off x="411480" y="3950208"/>
            <a:ext cx="36576" cy="4572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87"/>
          <p:cNvSpPr/>
          <p:nvPr/>
        </p:nvSpPr>
        <p:spPr>
          <a:xfrm>
            <a:off x="530352" y="3968496"/>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Indexing</a:t>
            </a:r>
            <a:endParaRPr b="0" i="0" sz="1100" u="none" cap="none" strike="noStrike">
              <a:solidFill>
                <a:schemeClr val="dk1"/>
              </a:solidFill>
              <a:latin typeface="Inter"/>
              <a:ea typeface="Inter"/>
              <a:cs typeface="Inter"/>
              <a:sym typeface="Inter"/>
            </a:endParaRPr>
          </a:p>
        </p:txBody>
      </p:sp>
      <p:sp>
        <p:nvSpPr>
          <p:cNvPr id="621" name="Google Shape;621;p87"/>
          <p:cNvSpPr/>
          <p:nvPr/>
        </p:nvSpPr>
        <p:spPr>
          <a:xfrm>
            <a:off x="530352" y="4187952"/>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Unique index on users.email prevents duplicate accounts</a:t>
            </a:r>
            <a:endParaRPr b="0" i="0" sz="1000" u="none" cap="none" strike="noStrike">
              <a:solidFill>
                <a:schemeClr val="dk1"/>
              </a:solidFill>
              <a:latin typeface="Inter"/>
              <a:ea typeface="Inter"/>
              <a:cs typeface="Inter"/>
              <a:sym typeface="Inter"/>
            </a:endParaRPr>
          </a:p>
        </p:txBody>
      </p:sp>
      <p:pic>
        <p:nvPicPr>
          <p:cNvPr descr="preencoded.png" id="622" name="Google Shape;622;p87"/>
          <p:cNvPicPr preferRelativeResize="0"/>
          <p:nvPr/>
        </p:nvPicPr>
        <p:blipFill rotWithShape="1">
          <a:blip r:embed="rId4">
            <a:alphaModFix/>
          </a:blip>
          <a:srcRect b="0" l="0" r="0" t="0"/>
          <a:stretch/>
        </p:blipFill>
        <p:spPr>
          <a:xfrm>
            <a:off x="4892040" y="1207008"/>
            <a:ext cx="457200" cy="457200"/>
          </a:xfrm>
          <a:prstGeom prst="rect">
            <a:avLst/>
          </a:prstGeom>
          <a:noFill/>
          <a:ln>
            <a:noFill/>
          </a:ln>
        </p:spPr>
      </p:pic>
      <p:sp>
        <p:nvSpPr>
          <p:cNvPr id="623" name="Google Shape;623;p87"/>
          <p:cNvSpPr/>
          <p:nvPr/>
        </p:nvSpPr>
        <p:spPr>
          <a:xfrm>
            <a:off x="5440680" y="1207008"/>
            <a:ext cx="3200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Inter"/>
                <a:ea typeface="Inter"/>
                <a:cs typeface="Inter"/>
                <a:sym typeface="Inter"/>
              </a:rPr>
              <a:t>AWS / Cloud</a:t>
            </a:r>
            <a:endParaRPr b="0" i="0" sz="1600" u="none" cap="none" strike="noStrike">
              <a:solidFill>
                <a:schemeClr val="dk1"/>
              </a:solidFill>
              <a:latin typeface="Inter"/>
              <a:ea typeface="Inter"/>
              <a:cs typeface="Inter"/>
              <a:sym typeface="Inter"/>
            </a:endParaRPr>
          </a:p>
        </p:txBody>
      </p:sp>
      <p:sp>
        <p:nvSpPr>
          <p:cNvPr id="624" name="Google Shape;624;p87"/>
          <p:cNvSpPr/>
          <p:nvPr/>
        </p:nvSpPr>
        <p:spPr>
          <a:xfrm>
            <a:off x="5440680" y="1481328"/>
            <a:ext cx="3200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Inter"/>
                <a:ea typeface="Inter"/>
                <a:cs typeface="Inter"/>
                <a:sym typeface="Inter"/>
              </a:rPr>
              <a:t>Cloud infrastructure (planned)</a:t>
            </a:r>
            <a:endParaRPr b="0" i="0" sz="1100" u="none" cap="none" strike="noStrike">
              <a:solidFill>
                <a:schemeClr val="dk1"/>
              </a:solidFill>
              <a:latin typeface="Inter"/>
              <a:ea typeface="Inter"/>
              <a:cs typeface="Inter"/>
              <a:sym typeface="Inter"/>
            </a:endParaRPr>
          </a:p>
        </p:txBody>
      </p:sp>
      <p:sp>
        <p:nvSpPr>
          <p:cNvPr id="625" name="Google Shape;625;p87"/>
          <p:cNvSpPr/>
          <p:nvPr/>
        </p:nvSpPr>
        <p:spPr>
          <a:xfrm>
            <a:off x="4892040" y="1792224"/>
            <a:ext cx="3749040" cy="13716"/>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87"/>
          <p:cNvSpPr/>
          <p:nvPr/>
        </p:nvSpPr>
        <p:spPr>
          <a:xfrm>
            <a:off x="4892040" y="1920240"/>
            <a:ext cx="36576" cy="45720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87"/>
          <p:cNvSpPr/>
          <p:nvPr/>
        </p:nvSpPr>
        <p:spPr>
          <a:xfrm>
            <a:off x="5010912" y="1938528"/>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Amazon S3</a:t>
            </a:r>
            <a:endParaRPr b="0" i="0" sz="1100" u="none" cap="none" strike="noStrike">
              <a:solidFill>
                <a:schemeClr val="dk1"/>
              </a:solidFill>
              <a:latin typeface="Inter"/>
              <a:ea typeface="Inter"/>
              <a:cs typeface="Inter"/>
              <a:sym typeface="Inter"/>
            </a:endParaRPr>
          </a:p>
        </p:txBody>
      </p:sp>
      <p:sp>
        <p:nvSpPr>
          <p:cNvPr id="628" name="Google Shape;628;p87"/>
          <p:cNvSpPr/>
          <p:nvPr/>
        </p:nvSpPr>
        <p:spPr>
          <a:xfrm>
            <a:off x="5010912" y="2157984"/>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Object storage for uploaded X-ray images at scale</a:t>
            </a:r>
            <a:endParaRPr b="0" i="0" sz="1000" u="none" cap="none" strike="noStrike">
              <a:solidFill>
                <a:schemeClr val="dk1"/>
              </a:solidFill>
              <a:latin typeface="Inter"/>
              <a:ea typeface="Inter"/>
              <a:cs typeface="Inter"/>
              <a:sym typeface="Inter"/>
            </a:endParaRPr>
          </a:p>
        </p:txBody>
      </p:sp>
      <p:sp>
        <p:nvSpPr>
          <p:cNvPr id="629" name="Google Shape;629;p87"/>
          <p:cNvSpPr/>
          <p:nvPr/>
        </p:nvSpPr>
        <p:spPr>
          <a:xfrm>
            <a:off x="4892040" y="2596896"/>
            <a:ext cx="36576" cy="45720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87"/>
          <p:cNvSpPr/>
          <p:nvPr/>
        </p:nvSpPr>
        <p:spPr>
          <a:xfrm>
            <a:off x="5010912" y="2615184"/>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EC2 / Lambda</a:t>
            </a:r>
            <a:endParaRPr b="0" i="0" sz="1100" u="none" cap="none" strike="noStrike">
              <a:solidFill>
                <a:schemeClr val="dk1"/>
              </a:solidFill>
              <a:latin typeface="Inter"/>
              <a:ea typeface="Inter"/>
              <a:cs typeface="Inter"/>
              <a:sym typeface="Inter"/>
            </a:endParaRPr>
          </a:p>
        </p:txBody>
      </p:sp>
      <p:sp>
        <p:nvSpPr>
          <p:cNvPr id="631" name="Google Shape;631;p87"/>
          <p:cNvSpPr/>
          <p:nvPr/>
        </p:nvSpPr>
        <p:spPr>
          <a:xfrm>
            <a:off x="5010912" y="283464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Scalable compute for Express backend and ML inference</a:t>
            </a:r>
            <a:endParaRPr b="0" i="0" sz="1000" u="none" cap="none" strike="noStrike">
              <a:solidFill>
                <a:schemeClr val="dk1"/>
              </a:solidFill>
              <a:latin typeface="Inter"/>
              <a:ea typeface="Inter"/>
              <a:cs typeface="Inter"/>
              <a:sym typeface="Inter"/>
            </a:endParaRPr>
          </a:p>
        </p:txBody>
      </p:sp>
      <p:sp>
        <p:nvSpPr>
          <p:cNvPr id="632" name="Google Shape;632;p87"/>
          <p:cNvSpPr/>
          <p:nvPr/>
        </p:nvSpPr>
        <p:spPr>
          <a:xfrm>
            <a:off x="4892040" y="3273552"/>
            <a:ext cx="36576" cy="45720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87"/>
          <p:cNvSpPr/>
          <p:nvPr/>
        </p:nvSpPr>
        <p:spPr>
          <a:xfrm>
            <a:off x="5010912" y="3291840"/>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CloudFront</a:t>
            </a:r>
            <a:endParaRPr b="0" i="0" sz="1100" u="none" cap="none" strike="noStrike">
              <a:solidFill>
                <a:schemeClr val="dk1"/>
              </a:solidFill>
              <a:latin typeface="Inter"/>
              <a:ea typeface="Inter"/>
              <a:cs typeface="Inter"/>
              <a:sym typeface="Inter"/>
            </a:endParaRPr>
          </a:p>
        </p:txBody>
      </p:sp>
      <p:sp>
        <p:nvSpPr>
          <p:cNvPr id="634" name="Google Shape;634;p87"/>
          <p:cNvSpPr/>
          <p:nvPr/>
        </p:nvSpPr>
        <p:spPr>
          <a:xfrm>
            <a:off x="5010912" y="3511296"/>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CDN for fast global delivery of static assets</a:t>
            </a:r>
            <a:endParaRPr b="0" i="0" sz="1000" u="none" cap="none" strike="noStrike">
              <a:solidFill>
                <a:schemeClr val="dk1"/>
              </a:solidFill>
              <a:latin typeface="Inter"/>
              <a:ea typeface="Inter"/>
              <a:cs typeface="Inter"/>
              <a:sym typeface="Inter"/>
            </a:endParaRPr>
          </a:p>
        </p:txBody>
      </p:sp>
      <p:sp>
        <p:nvSpPr>
          <p:cNvPr id="635" name="Google Shape;635;p87"/>
          <p:cNvSpPr/>
          <p:nvPr/>
        </p:nvSpPr>
        <p:spPr>
          <a:xfrm>
            <a:off x="4892040" y="3950208"/>
            <a:ext cx="36576" cy="45720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87"/>
          <p:cNvSpPr/>
          <p:nvPr/>
        </p:nvSpPr>
        <p:spPr>
          <a:xfrm>
            <a:off x="5010912" y="3968496"/>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Current dev</a:t>
            </a:r>
            <a:endParaRPr b="0" i="0" sz="1100" u="none" cap="none" strike="noStrike">
              <a:solidFill>
                <a:schemeClr val="dk1"/>
              </a:solidFill>
              <a:latin typeface="Inter"/>
              <a:ea typeface="Inter"/>
              <a:cs typeface="Inter"/>
              <a:sym typeface="Inter"/>
            </a:endParaRPr>
          </a:p>
        </p:txBody>
      </p:sp>
      <p:sp>
        <p:nvSpPr>
          <p:cNvPr id="637" name="Google Shape;637;p87"/>
          <p:cNvSpPr/>
          <p:nvPr/>
        </p:nvSpPr>
        <p:spPr>
          <a:xfrm>
            <a:off x="5010912" y="4187952"/>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Local filesystem /uploads/ used during development</a:t>
            </a:r>
            <a:endParaRPr b="0" i="0" sz="1000" u="none" cap="none" strike="noStrike">
              <a:solidFill>
                <a:schemeClr val="dk1"/>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88"/>
          <p:cNvSpPr/>
          <p:nvPr/>
        </p:nvSpPr>
        <p:spPr>
          <a:xfrm>
            <a:off x="822960" y="73152"/>
            <a:ext cx="5486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DEVOPS &amp; TOOLS</a:t>
            </a:r>
            <a:endParaRPr b="0" i="0" sz="2800" u="none" cap="none" strike="noStrike">
              <a:solidFill>
                <a:schemeClr val="dk1"/>
              </a:solidFill>
              <a:latin typeface="Inter"/>
              <a:ea typeface="Inter"/>
              <a:cs typeface="Inter"/>
              <a:sym typeface="Inter"/>
            </a:endParaRPr>
          </a:p>
        </p:txBody>
      </p:sp>
      <p:sp>
        <p:nvSpPr>
          <p:cNvPr id="643" name="Google Shape;643;p88"/>
          <p:cNvSpPr/>
          <p:nvPr/>
        </p:nvSpPr>
        <p:spPr>
          <a:xfrm>
            <a:off x="822960" y="566928"/>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Inter"/>
                <a:ea typeface="Inter"/>
                <a:cs typeface="Inter"/>
                <a:sym typeface="Inter"/>
              </a:rPr>
              <a:t>Docker · GitHub · Jira · VS Code · Jest · Vitest</a:t>
            </a:r>
            <a:endParaRPr b="0" i="0" sz="1300" u="none" cap="none" strike="noStrike">
              <a:solidFill>
                <a:schemeClr val="dk1"/>
              </a:solidFill>
              <a:latin typeface="Inter"/>
              <a:ea typeface="Inter"/>
              <a:cs typeface="Inter"/>
              <a:sym typeface="Inter"/>
            </a:endParaRPr>
          </a:p>
        </p:txBody>
      </p:sp>
      <p:pic>
        <p:nvPicPr>
          <p:cNvPr descr="preencoded.png" id="644" name="Google Shape;644;p88"/>
          <p:cNvPicPr preferRelativeResize="0"/>
          <p:nvPr/>
        </p:nvPicPr>
        <p:blipFill rotWithShape="1">
          <a:blip r:embed="rId3">
            <a:alphaModFix/>
          </a:blip>
          <a:srcRect b="0" l="0" r="0" t="0"/>
          <a:stretch/>
        </p:blipFill>
        <p:spPr>
          <a:xfrm>
            <a:off x="411480" y="1280160"/>
            <a:ext cx="411480" cy="411480"/>
          </a:xfrm>
          <a:prstGeom prst="rect">
            <a:avLst/>
          </a:prstGeom>
          <a:noFill/>
          <a:ln>
            <a:noFill/>
          </a:ln>
        </p:spPr>
      </p:pic>
      <p:sp>
        <p:nvSpPr>
          <p:cNvPr id="645" name="Google Shape;645;p88"/>
          <p:cNvSpPr/>
          <p:nvPr/>
        </p:nvSpPr>
        <p:spPr>
          <a:xfrm>
            <a:off x="914400" y="1344168"/>
            <a:ext cx="1965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Docker</a:t>
            </a:r>
            <a:endParaRPr b="0" i="0" sz="1400" u="none" cap="none" strike="noStrike">
              <a:solidFill>
                <a:schemeClr val="dk1"/>
              </a:solidFill>
              <a:latin typeface="Inter"/>
              <a:ea typeface="Inter"/>
              <a:cs typeface="Inter"/>
              <a:sym typeface="Inter"/>
            </a:endParaRPr>
          </a:p>
        </p:txBody>
      </p:sp>
      <p:sp>
        <p:nvSpPr>
          <p:cNvPr id="646" name="Google Shape;646;p88"/>
          <p:cNvSpPr/>
          <p:nvPr/>
        </p:nvSpPr>
        <p:spPr>
          <a:xfrm>
            <a:off x="384048" y="1801368"/>
            <a:ext cx="2468880"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88"/>
          <p:cNvSpPr/>
          <p:nvPr/>
        </p:nvSpPr>
        <p:spPr>
          <a:xfrm>
            <a:off x="384048" y="1892808"/>
            <a:ext cx="2487168"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Containerises the Express backend and ML service so the environment is identical across dev, staging, and production machines.</a:t>
            </a:r>
            <a:endParaRPr b="0" i="0" sz="1000" u="none" cap="none" strike="noStrike">
              <a:solidFill>
                <a:schemeClr val="dk1"/>
              </a:solidFill>
              <a:latin typeface="Inter"/>
              <a:ea typeface="Inter"/>
              <a:cs typeface="Inter"/>
              <a:sym typeface="Inter"/>
            </a:endParaRPr>
          </a:p>
        </p:txBody>
      </p:sp>
      <p:pic>
        <p:nvPicPr>
          <p:cNvPr descr="preencoded.png" id="648" name="Google Shape;648;p88"/>
          <p:cNvPicPr preferRelativeResize="0"/>
          <p:nvPr/>
        </p:nvPicPr>
        <p:blipFill rotWithShape="1">
          <a:blip r:embed="rId4">
            <a:alphaModFix/>
          </a:blip>
          <a:srcRect b="0" l="0" r="0" t="0"/>
          <a:stretch/>
        </p:blipFill>
        <p:spPr>
          <a:xfrm>
            <a:off x="3337560" y="1280160"/>
            <a:ext cx="411480" cy="411480"/>
          </a:xfrm>
          <a:prstGeom prst="rect">
            <a:avLst/>
          </a:prstGeom>
          <a:noFill/>
          <a:ln>
            <a:noFill/>
          </a:ln>
        </p:spPr>
      </p:pic>
      <p:sp>
        <p:nvSpPr>
          <p:cNvPr id="649" name="Google Shape;649;p88"/>
          <p:cNvSpPr/>
          <p:nvPr/>
        </p:nvSpPr>
        <p:spPr>
          <a:xfrm>
            <a:off x="3840480" y="1344168"/>
            <a:ext cx="1965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GitHub</a:t>
            </a:r>
            <a:endParaRPr b="0" i="0" sz="1400" u="none" cap="none" strike="noStrike">
              <a:solidFill>
                <a:schemeClr val="dk1"/>
              </a:solidFill>
              <a:latin typeface="Inter"/>
              <a:ea typeface="Inter"/>
              <a:cs typeface="Inter"/>
              <a:sym typeface="Inter"/>
            </a:endParaRPr>
          </a:p>
        </p:txBody>
      </p:sp>
      <p:sp>
        <p:nvSpPr>
          <p:cNvPr id="650" name="Google Shape;650;p88"/>
          <p:cNvSpPr/>
          <p:nvPr/>
        </p:nvSpPr>
        <p:spPr>
          <a:xfrm>
            <a:off x="3310128" y="1801368"/>
            <a:ext cx="2468880"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88"/>
          <p:cNvSpPr/>
          <p:nvPr/>
        </p:nvSpPr>
        <p:spPr>
          <a:xfrm>
            <a:off x="3310128" y="1892808"/>
            <a:ext cx="2487168"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Version control and collaboration. Feature branches, pull requests, and code review. CI/CD pipeline triggers test suite on every push.</a:t>
            </a:r>
            <a:endParaRPr b="0" i="0" sz="1000" u="none" cap="none" strike="noStrike">
              <a:solidFill>
                <a:schemeClr val="dk1"/>
              </a:solidFill>
              <a:latin typeface="Inter"/>
              <a:ea typeface="Inter"/>
              <a:cs typeface="Inter"/>
              <a:sym typeface="Inter"/>
            </a:endParaRPr>
          </a:p>
        </p:txBody>
      </p:sp>
      <p:pic>
        <p:nvPicPr>
          <p:cNvPr descr="preencoded.png" id="652" name="Google Shape;652;p88"/>
          <p:cNvPicPr preferRelativeResize="0"/>
          <p:nvPr/>
        </p:nvPicPr>
        <p:blipFill rotWithShape="1">
          <a:blip r:embed="rId5">
            <a:alphaModFix/>
          </a:blip>
          <a:srcRect b="0" l="0" r="0" t="0"/>
          <a:stretch/>
        </p:blipFill>
        <p:spPr>
          <a:xfrm>
            <a:off x="6263640" y="1280160"/>
            <a:ext cx="411480" cy="411480"/>
          </a:xfrm>
          <a:prstGeom prst="rect">
            <a:avLst/>
          </a:prstGeom>
          <a:noFill/>
          <a:ln>
            <a:noFill/>
          </a:ln>
        </p:spPr>
      </p:pic>
      <p:sp>
        <p:nvSpPr>
          <p:cNvPr id="653" name="Google Shape;653;p88"/>
          <p:cNvSpPr/>
          <p:nvPr/>
        </p:nvSpPr>
        <p:spPr>
          <a:xfrm>
            <a:off x="6766560" y="1344168"/>
            <a:ext cx="1965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Jira</a:t>
            </a:r>
            <a:endParaRPr b="0" i="0" sz="1400" u="none" cap="none" strike="noStrike">
              <a:solidFill>
                <a:schemeClr val="dk1"/>
              </a:solidFill>
              <a:latin typeface="Inter"/>
              <a:ea typeface="Inter"/>
              <a:cs typeface="Inter"/>
              <a:sym typeface="Inter"/>
            </a:endParaRPr>
          </a:p>
        </p:txBody>
      </p:sp>
      <p:sp>
        <p:nvSpPr>
          <p:cNvPr id="654" name="Google Shape;654;p88"/>
          <p:cNvSpPr/>
          <p:nvPr/>
        </p:nvSpPr>
        <p:spPr>
          <a:xfrm>
            <a:off x="6236208" y="1801368"/>
            <a:ext cx="2468880"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88"/>
          <p:cNvSpPr/>
          <p:nvPr/>
        </p:nvSpPr>
        <p:spPr>
          <a:xfrm>
            <a:off x="6236208" y="1892808"/>
            <a:ext cx="2487168"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Agile project management. SCRUM board tracks sprints (SCRUM-18 register, SCRUM-19 login, SCRUM-20 image upload). Backlog prioritised by story points.</a:t>
            </a:r>
            <a:endParaRPr b="0" i="0" sz="1000" u="none" cap="none" strike="noStrike">
              <a:solidFill>
                <a:schemeClr val="dk1"/>
              </a:solidFill>
              <a:latin typeface="Inter"/>
              <a:ea typeface="Inter"/>
              <a:cs typeface="Inter"/>
              <a:sym typeface="Inter"/>
            </a:endParaRPr>
          </a:p>
        </p:txBody>
      </p:sp>
      <p:pic>
        <p:nvPicPr>
          <p:cNvPr descr="preencoded.png" id="656" name="Google Shape;656;p88"/>
          <p:cNvPicPr preferRelativeResize="0"/>
          <p:nvPr/>
        </p:nvPicPr>
        <p:blipFill rotWithShape="1">
          <a:blip r:embed="rId6">
            <a:alphaModFix/>
          </a:blip>
          <a:srcRect b="0" l="0" r="0" t="0"/>
          <a:stretch/>
        </p:blipFill>
        <p:spPr>
          <a:xfrm>
            <a:off x="411480" y="3154680"/>
            <a:ext cx="411480" cy="411480"/>
          </a:xfrm>
          <a:prstGeom prst="rect">
            <a:avLst/>
          </a:prstGeom>
          <a:noFill/>
          <a:ln>
            <a:noFill/>
          </a:ln>
        </p:spPr>
      </p:pic>
      <p:sp>
        <p:nvSpPr>
          <p:cNvPr id="657" name="Google Shape;657;p88"/>
          <p:cNvSpPr/>
          <p:nvPr/>
        </p:nvSpPr>
        <p:spPr>
          <a:xfrm>
            <a:off x="914400" y="3218688"/>
            <a:ext cx="1965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VS Code</a:t>
            </a:r>
            <a:endParaRPr b="0" i="0" sz="1400" u="none" cap="none" strike="noStrike">
              <a:solidFill>
                <a:schemeClr val="dk1"/>
              </a:solidFill>
              <a:latin typeface="Inter"/>
              <a:ea typeface="Inter"/>
              <a:cs typeface="Inter"/>
              <a:sym typeface="Inter"/>
            </a:endParaRPr>
          </a:p>
        </p:txBody>
      </p:sp>
      <p:sp>
        <p:nvSpPr>
          <p:cNvPr id="658" name="Google Shape;658;p88"/>
          <p:cNvSpPr/>
          <p:nvPr/>
        </p:nvSpPr>
        <p:spPr>
          <a:xfrm>
            <a:off x="384048" y="3675888"/>
            <a:ext cx="2468880"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88"/>
          <p:cNvSpPr/>
          <p:nvPr/>
        </p:nvSpPr>
        <p:spPr>
          <a:xfrm>
            <a:off x="384048" y="3767328"/>
            <a:ext cx="2487168"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Primary IDE with TypeScript, ESLint, and Prettier extensions. Integrated terminal runs both Vite dev server and Express backend simultaneously.</a:t>
            </a:r>
            <a:endParaRPr b="0" i="0" sz="1000" u="none" cap="none" strike="noStrike">
              <a:solidFill>
                <a:schemeClr val="dk1"/>
              </a:solidFill>
              <a:latin typeface="Inter"/>
              <a:ea typeface="Inter"/>
              <a:cs typeface="Inter"/>
              <a:sym typeface="Inter"/>
            </a:endParaRPr>
          </a:p>
        </p:txBody>
      </p:sp>
      <p:pic>
        <p:nvPicPr>
          <p:cNvPr descr="preencoded.png" id="660" name="Google Shape;660;p88"/>
          <p:cNvPicPr preferRelativeResize="0"/>
          <p:nvPr/>
        </p:nvPicPr>
        <p:blipFill rotWithShape="1">
          <a:blip r:embed="rId7">
            <a:alphaModFix/>
          </a:blip>
          <a:srcRect b="0" l="0" r="0" t="0"/>
          <a:stretch/>
        </p:blipFill>
        <p:spPr>
          <a:xfrm>
            <a:off x="3337560" y="3154680"/>
            <a:ext cx="411480" cy="411480"/>
          </a:xfrm>
          <a:prstGeom prst="rect">
            <a:avLst/>
          </a:prstGeom>
          <a:noFill/>
          <a:ln>
            <a:noFill/>
          </a:ln>
        </p:spPr>
      </p:pic>
      <p:sp>
        <p:nvSpPr>
          <p:cNvPr id="661" name="Google Shape;661;p88"/>
          <p:cNvSpPr/>
          <p:nvPr/>
        </p:nvSpPr>
        <p:spPr>
          <a:xfrm>
            <a:off x="3840480" y="3218688"/>
            <a:ext cx="1965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Jest + Vitest</a:t>
            </a:r>
            <a:endParaRPr b="0" i="0" sz="1400" u="none" cap="none" strike="noStrike">
              <a:solidFill>
                <a:schemeClr val="dk1"/>
              </a:solidFill>
              <a:latin typeface="Inter"/>
              <a:ea typeface="Inter"/>
              <a:cs typeface="Inter"/>
              <a:sym typeface="Inter"/>
            </a:endParaRPr>
          </a:p>
        </p:txBody>
      </p:sp>
      <p:sp>
        <p:nvSpPr>
          <p:cNvPr id="662" name="Google Shape;662;p88"/>
          <p:cNvSpPr/>
          <p:nvPr/>
        </p:nvSpPr>
        <p:spPr>
          <a:xfrm>
            <a:off x="3310128" y="3675888"/>
            <a:ext cx="2468880"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88"/>
          <p:cNvSpPr/>
          <p:nvPr/>
        </p:nvSpPr>
        <p:spPr>
          <a:xfrm>
            <a:off x="3310128" y="3767328"/>
            <a:ext cx="2487168"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Backend unit and integration tests with Jest (86 tests, ~89% coverage). Frontend component tests with Vitest + React Testing Library.</a:t>
            </a:r>
            <a:endParaRPr b="0" i="0" sz="1000" u="none" cap="none" strike="noStrike">
              <a:solidFill>
                <a:schemeClr val="dk1"/>
              </a:solidFill>
              <a:latin typeface="Inter"/>
              <a:ea typeface="Inter"/>
              <a:cs typeface="Inter"/>
              <a:sym typeface="Inter"/>
            </a:endParaRPr>
          </a:p>
        </p:txBody>
      </p:sp>
      <p:pic>
        <p:nvPicPr>
          <p:cNvPr descr="preencoded.png" id="664" name="Google Shape;664;p88"/>
          <p:cNvPicPr preferRelativeResize="0"/>
          <p:nvPr/>
        </p:nvPicPr>
        <p:blipFill rotWithShape="1">
          <a:blip r:embed="rId8">
            <a:alphaModFix/>
          </a:blip>
          <a:srcRect b="0" l="0" r="0" t="0"/>
          <a:stretch/>
        </p:blipFill>
        <p:spPr>
          <a:xfrm>
            <a:off x="6263640" y="3154680"/>
            <a:ext cx="411480" cy="411480"/>
          </a:xfrm>
          <a:prstGeom prst="rect">
            <a:avLst/>
          </a:prstGeom>
          <a:noFill/>
          <a:ln>
            <a:noFill/>
          </a:ln>
        </p:spPr>
      </p:pic>
      <p:sp>
        <p:nvSpPr>
          <p:cNvPr id="665" name="Google Shape;665;p88"/>
          <p:cNvSpPr/>
          <p:nvPr/>
        </p:nvSpPr>
        <p:spPr>
          <a:xfrm>
            <a:off x="6766560" y="3218688"/>
            <a:ext cx="1965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ESLint + Prettier</a:t>
            </a:r>
            <a:endParaRPr b="0" i="0" sz="1400" u="none" cap="none" strike="noStrike">
              <a:solidFill>
                <a:schemeClr val="dk1"/>
              </a:solidFill>
              <a:latin typeface="Inter"/>
              <a:ea typeface="Inter"/>
              <a:cs typeface="Inter"/>
              <a:sym typeface="Inter"/>
            </a:endParaRPr>
          </a:p>
        </p:txBody>
      </p:sp>
      <p:sp>
        <p:nvSpPr>
          <p:cNvPr id="666" name="Google Shape;666;p88"/>
          <p:cNvSpPr/>
          <p:nvPr/>
        </p:nvSpPr>
        <p:spPr>
          <a:xfrm>
            <a:off x="6236208" y="3675888"/>
            <a:ext cx="2468880"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88"/>
          <p:cNvSpPr/>
          <p:nvPr/>
        </p:nvSpPr>
        <p:spPr>
          <a:xfrm>
            <a:off x="6236208" y="3767328"/>
            <a:ext cx="2487168"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Code quality enforced at save. ESLint catches bugs, Prettier formats consistently. Husky pre-commit hooks block bad commits.</a:t>
            </a:r>
            <a:endParaRPr b="0" i="0" sz="1000" u="none" cap="none" strike="noStrike">
              <a:solidFill>
                <a:schemeClr val="dk1"/>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89"/>
          <p:cNvSpPr txBox="1"/>
          <p:nvPr>
            <p:ph idx="1" type="body"/>
          </p:nvPr>
        </p:nvSpPr>
        <p:spPr>
          <a:xfrm>
            <a:off x="845200" y="1199375"/>
            <a:ext cx="7783800" cy="373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Mendeley Dataset (8260 Images)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Model Plan:</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Cleaning Dataset (Manually deleting the the defective images and cropping to ROI [Region of Interest])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Generating synthetic data using DCGAN (Deep Convolutional Generative Adverserial Network)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Preprocessing (Enhancing images using Adaptive Histogram Equalization [AHE])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Using Pre-Trained Models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Metrics Evaluation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73" name="Google Shape;673;p89"/>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Pipeline Explanation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90"/>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Pipeline - Dataset</a:t>
            </a:r>
            <a:endParaRPr/>
          </a:p>
        </p:txBody>
      </p:sp>
      <p:pic>
        <p:nvPicPr>
          <p:cNvPr id="679" name="Google Shape;679;p90"/>
          <p:cNvPicPr preferRelativeResize="0"/>
          <p:nvPr/>
        </p:nvPicPr>
        <p:blipFill>
          <a:blip r:embed="rId3">
            <a:alphaModFix/>
          </a:blip>
          <a:stretch>
            <a:fillRect/>
          </a:stretch>
        </p:blipFill>
        <p:spPr>
          <a:xfrm>
            <a:off x="1740588" y="857025"/>
            <a:ext cx="5662828" cy="39816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91"/>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Generating Synthetic Data - DCGAN</a:t>
            </a:r>
            <a:endParaRPr/>
          </a:p>
        </p:txBody>
      </p:sp>
      <p:pic>
        <p:nvPicPr>
          <p:cNvPr id="685" name="Google Shape;685;p91"/>
          <p:cNvPicPr preferRelativeResize="0"/>
          <p:nvPr/>
        </p:nvPicPr>
        <p:blipFill>
          <a:blip r:embed="rId3">
            <a:alphaModFix/>
          </a:blip>
          <a:stretch>
            <a:fillRect/>
          </a:stretch>
        </p:blipFill>
        <p:spPr>
          <a:xfrm>
            <a:off x="763325" y="1061950"/>
            <a:ext cx="3759899" cy="2895175"/>
          </a:xfrm>
          <a:prstGeom prst="rect">
            <a:avLst/>
          </a:prstGeom>
          <a:noFill/>
          <a:ln>
            <a:noFill/>
          </a:ln>
        </p:spPr>
      </p:pic>
      <p:pic>
        <p:nvPicPr>
          <p:cNvPr id="686" name="Google Shape;686;p91"/>
          <p:cNvPicPr preferRelativeResize="0"/>
          <p:nvPr/>
        </p:nvPicPr>
        <p:blipFill>
          <a:blip r:embed="rId4">
            <a:alphaModFix/>
          </a:blip>
          <a:stretch>
            <a:fillRect/>
          </a:stretch>
        </p:blipFill>
        <p:spPr>
          <a:xfrm>
            <a:off x="5634675" y="1061950"/>
            <a:ext cx="2360684" cy="2895175"/>
          </a:xfrm>
          <a:prstGeom prst="rect">
            <a:avLst/>
          </a:prstGeom>
          <a:noFill/>
          <a:ln>
            <a:noFill/>
          </a:ln>
        </p:spPr>
      </p:pic>
      <p:sp>
        <p:nvSpPr>
          <p:cNvPr id="687" name="Google Shape;687;p91"/>
          <p:cNvSpPr txBox="1"/>
          <p:nvPr/>
        </p:nvSpPr>
        <p:spPr>
          <a:xfrm>
            <a:off x="1683125" y="4191000"/>
            <a:ext cx="192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DCGAN Architecture</a:t>
            </a:r>
            <a:endParaRPr/>
          </a:p>
        </p:txBody>
      </p:sp>
      <p:sp>
        <p:nvSpPr>
          <p:cNvPr id="688" name="Google Shape;688;p91"/>
          <p:cNvSpPr txBox="1"/>
          <p:nvPr/>
        </p:nvSpPr>
        <p:spPr>
          <a:xfrm>
            <a:off x="5606100" y="4191000"/>
            <a:ext cx="192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Generation Process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92"/>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Generating Synthetic Data - DCGAN</a:t>
            </a:r>
            <a:endParaRPr/>
          </a:p>
        </p:txBody>
      </p:sp>
      <p:pic>
        <p:nvPicPr>
          <p:cNvPr id="694" name="Google Shape;694;p92"/>
          <p:cNvPicPr preferRelativeResize="0"/>
          <p:nvPr/>
        </p:nvPicPr>
        <p:blipFill>
          <a:blip r:embed="rId3">
            <a:alphaModFix/>
          </a:blip>
          <a:stretch>
            <a:fillRect/>
          </a:stretch>
        </p:blipFill>
        <p:spPr>
          <a:xfrm>
            <a:off x="1094375" y="1278962"/>
            <a:ext cx="2585576" cy="2585576"/>
          </a:xfrm>
          <a:prstGeom prst="rect">
            <a:avLst/>
          </a:prstGeom>
          <a:noFill/>
          <a:ln>
            <a:noFill/>
          </a:ln>
        </p:spPr>
      </p:pic>
      <p:pic>
        <p:nvPicPr>
          <p:cNvPr id="695" name="Google Shape;695;p92"/>
          <p:cNvPicPr preferRelativeResize="0"/>
          <p:nvPr/>
        </p:nvPicPr>
        <p:blipFill>
          <a:blip r:embed="rId4">
            <a:alphaModFix/>
          </a:blip>
          <a:stretch>
            <a:fillRect/>
          </a:stretch>
        </p:blipFill>
        <p:spPr>
          <a:xfrm>
            <a:off x="5001950" y="1278974"/>
            <a:ext cx="2585576" cy="2585551"/>
          </a:xfrm>
          <a:prstGeom prst="rect">
            <a:avLst/>
          </a:prstGeom>
          <a:noFill/>
          <a:ln>
            <a:noFill/>
          </a:ln>
        </p:spPr>
      </p:pic>
      <p:sp>
        <p:nvSpPr>
          <p:cNvPr id="696" name="Google Shape;696;p92"/>
          <p:cNvSpPr txBox="1"/>
          <p:nvPr/>
        </p:nvSpPr>
        <p:spPr>
          <a:xfrm>
            <a:off x="1846950" y="4101650"/>
            <a:ext cx="227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Epoch 0</a:t>
            </a:r>
            <a:endParaRPr/>
          </a:p>
        </p:txBody>
      </p:sp>
      <p:sp>
        <p:nvSpPr>
          <p:cNvPr id="697" name="Google Shape;697;p92"/>
          <p:cNvSpPr txBox="1"/>
          <p:nvPr/>
        </p:nvSpPr>
        <p:spPr>
          <a:xfrm>
            <a:off x="5606100" y="4101650"/>
            <a:ext cx="227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Epoch 200</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93"/>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Generating Synthetic Data - DCGAN</a:t>
            </a:r>
            <a:endParaRPr/>
          </a:p>
        </p:txBody>
      </p:sp>
      <p:pic>
        <p:nvPicPr>
          <p:cNvPr id="703" name="Google Shape;703;p93"/>
          <p:cNvPicPr preferRelativeResize="0"/>
          <p:nvPr/>
        </p:nvPicPr>
        <p:blipFill>
          <a:blip r:embed="rId3">
            <a:alphaModFix/>
          </a:blip>
          <a:stretch>
            <a:fillRect/>
          </a:stretch>
        </p:blipFill>
        <p:spPr>
          <a:xfrm>
            <a:off x="2349488" y="1311550"/>
            <a:ext cx="4445023" cy="25864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94"/>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Overview</a:t>
            </a:r>
            <a:endParaRPr/>
          </a:p>
        </p:txBody>
      </p:sp>
      <p:pic>
        <p:nvPicPr>
          <p:cNvPr id="709" name="Google Shape;709;p94" title="Model.png"/>
          <p:cNvPicPr preferRelativeResize="0"/>
          <p:nvPr/>
        </p:nvPicPr>
        <p:blipFill>
          <a:blip r:embed="rId3">
            <a:alphaModFix/>
          </a:blip>
          <a:stretch>
            <a:fillRect/>
          </a:stretch>
        </p:blipFill>
        <p:spPr>
          <a:xfrm>
            <a:off x="626763" y="857025"/>
            <a:ext cx="4521730" cy="3981675"/>
          </a:xfrm>
          <a:prstGeom prst="rect">
            <a:avLst/>
          </a:prstGeom>
          <a:noFill/>
          <a:ln>
            <a:noFill/>
          </a:ln>
        </p:spPr>
      </p:pic>
      <p:pic>
        <p:nvPicPr>
          <p:cNvPr id="710" name="Google Shape;710;p94"/>
          <p:cNvPicPr preferRelativeResize="0"/>
          <p:nvPr/>
        </p:nvPicPr>
        <p:blipFill>
          <a:blip r:embed="rId4">
            <a:alphaModFix/>
          </a:blip>
          <a:stretch>
            <a:fillRect/>
          </a:stretch>
        </p:blipFill>
        <p:spPr>
          <a:xfrm>
            <a:off x="5300893" y="1801250"/>
            <a:ext cx="3690709" cy="252795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95"/>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Context Diagram</a:t>
            </a:r>
            <a:endParaRPr/>
          </a:p>
        </p:txBody>
      </p:sp>
      <p:pic>
        <p:nvPicPr>
          <p:cNvPr id="716" name="Google Shape;716;p95" title="kneevision_context_diagram.png"/>
          <p:cNvPicPr preferRelativeResize="0"/>
          <p:nvPr/>
        </p:nvPicPr>
        <p:blipFill>
          <a:blip r:embed="rId3">
            <a:alphaModFix/>
          </a:blip>
          <a:stretch>
            <a:fillRect/>
          </a:stretch>
        </p:blipFill>
        <p:spPr>
          <a:xfrm>
            <a:off x="515100" y="857025"/>
            <a:ext cx="8113799" cy="42103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96"/>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 Diagram</a:t>
            </a:r>
            <a:endParaRPr/>
          </a:p>
        </p:txBody>
      </p:sp>
      <p:pic>
        <p:nvPicPr>
          <p:cNvPr id="722" name="Google Shape;722;p96"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723" name="Google Shape;723;p96" title="KneeVision Class Diagram-2026-03-20-210901.png"/>
          <p:cNvPicPr preferRelativeResize="0"/>
          <p:nvPr/>
        </p:nvPicPr>
        <p:blipFill>
          <a:blip r:embed="rId4">
            <a:alphaModFix/>
          </a:blip>
          <a:stretch>
            <a:fillRect/>
          </a:stretch>
        </p:blipFill>
        <p:spPr>
          <a:xfrm>
            <a:off x="3613875" y="272600"/>
            <a:ext cx="2125026" cy="487090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97"/>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ER Diagram</a:t>
            </a:r>
            <a:endParaRPr/>
          </a:p>
        </p:txBody>
      </p:sp>
      <p:pic>
        <p:nvPicPr>
          <p:cNvPr id="729" name="Google Shape;729;p97" title="Minimal Gradient by Slidesgo (2).jpg"/>
          <p:cNvPicPr preferRelativeResize="0"/>
          <p:nvPr>
            <p:ph idx="2" type="pic"/>
          </p:nvPr>
        </p:nvPicPr>
        <p:blipFill rotWithShape="1">
          <a:blip r:embed="rId3">
            <a:alphaModFix/>
          </a:blip>
          <a:srcRect b="19910" l="20913" r="40201" t="0"/>
          <a:stretch/>
        </p:blipFill>
        <p:spPr>
          <a:xfrm>
            <a:off x="7833250" y="3625024"/>
            <a:ext cx="1310750" cy="1518526"/>
          </a:xfrm>
          <a:prstGeom prst="rect">
            <a:avLst/>
          </a:prstGeom>
        </p:spPr>
      </p:pic>
      <p:pic>
        <p:nvPicPr>
          <p:cNvPr id="730" name="Google Shape;730;p97" title="Untitled Diagram.drawio.png"/>
          <p:cNvPicPr preferRelativeResize="0"/>
          <p:nvPr/>
        </p:nvPicPr>
        <p:blipFill>
          <a:blip r:embed="rId4">
            <a:alphaModFix/>
          </a:blip>
          <a:stretch>
            <a:fillRect/>
          </a:stretch>
        </p:blipFill>
        <p:spPr>
          <a:xfrm>
            <a:off x="853975" y="857025"/>
            <a:ext cx="7353726" cy="4150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98"/>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Architecture Diagram</a:t>
            </a:r>
            <a:endParaRPr/>
          </a:p>
        </p:txBody>
      </p:sp>
      <p:pic>
        <p:nvPicPr>
          <p:cNvPr id="736" name="Google Shape;736;p98" title="WhatsApp Image 2026-03-18 at 18.17.27.jpeg"/>
          <p:cNvPicPr preferRelativeResize="0"/>
          <p:nvPr/>
        </p:nvPicPr>
        <p:blipFill>
          <a:blip r:embed="rId3">
            <a:alphaModFix/>
          </a:blip>
          <a:stretch>
            <a:fillRect/>
          </a:stretch>
        </p:blipFill>
        <p:spPr>
          <a:xfrm>
            <a:off x="152400" y="1009425"/>
            <a:ext cx="8839201" cy="39591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99"/>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Sequence Diagram</a:t>
            </a:r>
            <a:endParaRPr/>
          </a:p>
        </p:txBody>
      </p:sp>
      <p:pic>
        <p:nvPicPr>
          <p:cNvPr id="742" name="Google Shape;742;p99"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743" name="Google Shape;743;p99" title="KneeVision Sequence Diagram-2026-03-20-174427.png"/>
          <p:cNvPicPr preferRelativeResize="0"/>
          <p:nvPr/>
        </p:nvPicPr>
        <p:blipFill>
          <a:blip r:embed="rId4">
            <a:alphaModFix/>
          </a:blip>
          <a:stretch>
            <a:fillRect/>
          </a:stretch>
        </p:blipFill>
        <p:spPr>
          <a:xfrm>
            <a:off x="2359725" y="857025"/>
            <a:ext cx="4424561" cy="398167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100"/>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State Diagram</a:t>
            </a:r>
            <a:endParaRPr/>
          </a:p>
        </p:txBody>
      </p:sp>
      <p:pic>
        <p:nvPicPr>
          <p:cNvPr id="749" name="Google Shape;749;p100" title="Minimal Gradient by Slidesgo (2).jpg"/>
          <p:cNvPicPr preferRelativeResize="0"/>
          <p:nvPr>
            <p:ph idx="2" type="pic"/>
          </p:nvPr>
        </p:nvPicPr>
        <p:blipFill rotWithShape="1">
          <a:blip r:embed="rId3">
            <a:alphaModFix/>
          </a:blip>
          <a:srcRect b="19910" l="20913" r="40201" t="0"/>
          <a:stretch/>
        </p:blipFill>
        <p:spPr>
          <a:xfrm>
            <a:off x="7186741" y="2876025"/>
            <a:ext cx="1957260" cy="2267525"/>
          </a:xfrm>
          <a:prstGeom prst="rect">
            <a:avLst/>
          </a:prstGeom>
        </p:spPr>
      </p:pic>
      <p:pic>
        <p:nvPicPr>
          <p:cNvPr id="750" name="Google Shape;750;p100" title="KneeVision X-ray Analysis-2026-03-20-170517.png"/>
          <p:cNvPicPr preferRelativeResize="0"/>
          <p:nvPr/>
        </p:nvPicPr>
        <p:blipFill>
          <a:blip r:embed="rId4">
            <a:alphaModFix/>
          </a:blip>
          <a:stretch>
            <a:fillRect/>
          </a:stretch>
        </p:blipFill>
        <p:spPr>
          <a:xfrm>
            <a:off x="152400" y="2267475"/>
            <a:ext cx="8839204" cy="60855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101"/>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Sprint 2 Recap</a:t>
            </a:r>
            <a:endParaRPr/>
          </a:p>
        </p:txBody>
      </p:sp>
      <p:pic>
        <p:nvPicPr>
          <p:cNvPr id="756" name="Google Shape;756;p101"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sp>
        <p:nvSpPr>
          <p:cNvPr id="757" name="Google Shape;757;p101"/>
          <p:cNvSpPr txBox="1"/>
          <p:nvPr>
            <p:ph idx="1" type="body"/>
          </p:nvPr>
        </p:nvSpPr>
        <p:spPr>
          <a:xfrm>
            <a:off x="845200" y="1199375"/>
            <a:ext cx="6971100" cy="33567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chemeClr val="dk1"/>
              </a:buClr>
              <a:buSzPts val="1200"/>
              <a:buFont typeface="Arial"/>
              <a:buChar char="●"/>
            </a:pPr>
            <a:r>
              <a:rPr lang="en" sz="1800"/>
              <a:t>Integrated ML model and built prediction pipeline (upload → predict → results)</a:t>
            </a:r>
            <a:endParaRPr sz="1800"/>
          </a:p>
          <a:p>
            <a:pPr indent="-304800" lvl="0" marL="457200" rtl="0" algn="l">
              <a:lnSpc>
                <a:spcPct val="115000"/>
              </a:lnSpc>
              <a:spcBef>
                <a:spcPts val="0"/>
              </a:spcBef>
              <a:spcAft>
                <a:spcPts val="0"/>
              </a:spcAft>
              <a:buClr>
                <a:schemeClr val="dk1"/>
              </a:buClr>
              <a:buSzPts val="1200"/>
              <a:buFont typeface="Arial"/>
              <a:buChar char="●"/>
            </a:pPr>
            <a:r>
              <a:rPr lang="en" sz="1800"/>
              <a:t>Developed prediction API and model serving endpoint</a:t>
            </a:r>
            <a:endParaRPr sz="1800"/>
          </a:p>
          <a:p>
            <a:pPr indent="-304800" lvl="0" marL="457200" rtl="0" algn="l">
              <a:lnSpc>
                <a:spcPct val="115000"/>
              </a:lnSpc>
              <a:spcBef>
                <a:spcPts val="0"/>
              </a:spcBef>
              <a:spcAft>
                <a:spcPts val="0"/>
              </a:spcAft>
              <a:buClr>
                <a:schemeClr val="dk1"/>
              </a:buClr>
              <a:buSzPts val="1200"/>
              <a:buFont typeface="Arial"/>
              <a:buChar char="●"/>
            </a:pPr>
            <a:r>
              <a:rPr lang="en" sz="1800"/>
              <a:t>Built results page with KL grade, confidence, and visualizations</a:t>
            </a:r>
            <a:endParaRPr sz="1800"/>
          </a:p>
          <a:p>
            <a:pPr indent="-304800" lvl="0" marL="457200" rtl="0" algn="l">
              <a:lnSpc>
                <a:spcPct val="115000"/>
              </a:lnSpc>
              <a:spcBef>
                <a:spcPts val="0"/>
              </a:spcBef>
              <a:spcAft>
                <a:spcPts val="0"/>
              </a:spcAft>
              <a:buClr>
                <a:schemeClr val="dk1"/>
              </a:buClr>
              <a:buSzPts val="1200"/>
              <a:buFont typeface="Arial"/>
              <a:buChar char="●"/>
            </a:pPr>
            <a:r>
              <a:rPr lang="en" sz="1800"/>
              <a:t>Implemented analysis history page with filter and sort functionality</a:t>
            </a:r>
            <a:endParaRPr sz="1800"/>
          </a:p>
          <a:p>
            <a:pPr indent="-304800" lvl="0" marL="457200" rtl="0" algn="l">
              <a:lnSpc>
                <a:spcPct val="115000"/>
              </a:lnSpc>
              <a:spcBef>
                <a:spcPts val="0"/>
              </a:spcBef>
              <a:spcAft>
                <a:spcPts val="0"/>
              </a:spcAft>
              <a:buClr>
                <a:schemeClr val="dk1"/>
              </a:buClr>
              <a:buSzPts val="1200"/>
              <a:buFont typeface="Arial"/>
              <a:buChar char="●"/>
            </a:pPr>
            <a:r>
              <a:rPr lang="en" sz="1800"/>
              <a:t>Stored prediction results in database for persistence</a:t>
            </a:r>
            <a:endParaRPr sz="1800"/>
          </a:p>
          <a:p>
            <a:pPr indent="-304800" lvl="0" marL="457200" rtl="0" algn="l">
              <a:lnSpc>
                <a:spcPct val="115000"/>
              </a:lnSpc>
              <a:spcBef>
                <a:spcPts val="0"/>
              </a:spcBef>
              <a:spcAft>
                <a:spcPts val="0"/>
              </a:spcAft>
              <a:buClr>
                <a:schemeClr val="dk1"/>
              </a:buClr>
              <a:buSzPts val="1200"/>
              <a:buFont typeface="Arial"/>
              <a:buChar char="●"/>
            </a:pPr>
            <a:r>
              <a:rPr lang="en" sz="1800"/>
              <a:t>Conducted integration and cross-browser testing (~89% test coverage)</a:t>
            </a:r>
            <a:endParaRPr sz="1800"/>
          </a:p>
          <a:p>
            <a:pPr indent="0" lvl="0" marL="0" rtl="0" algn="l">
              <a:spcBef>
                <a:spcPts val="1200"/>
              </a:spcBef>
              <a:spcAft>
                <a:spcPts val="0"/>
              </a:spcAft>
              <a:buClr>
                <a:schemeClr val="lt1"/>
              </a:buClr>
              <a:buSzPts val="1100"/>
              <a:buFont typeface="Arial"/>
              <a:buNone/>
            </a:pPr>
            <a:r>
              <a:t/>
            </a:r>
            <a:endParaRPr sz="15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02"/>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Sprint 1 Summary - Burndown Chart</a:t>
            </a:r>
            <a:endParaRPr/>
          </a:p>
        </p:txBody>
      </p:sp>
      <p:pic>
        <p:nvPicPr>
          <p:cNvPr id="763" name="Google Shape;763;p102"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764" name="Google Shape;764;p102"/>
          <p:cNvPicPr preferRelativeResize="0"/>
          <p:nvPr/>
        </p:nvPicPr>
        <p:blipFill>
          <a:blip r:embed="rId4">
            <a:alphaModFix/>
          </a:blip>
          <a:stretch>
            <a:fillRect/>
          </a:stretch>
        </p:blipFill>
        <p:spPr>
          <a:xfrm>
            <a:off x="1657929" y="1135025"/>
            <a:ext cx="5494850" cy="31533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103"/>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Sprint 2 Summary - Burndown Chart</a:t>
            </a:r>
            <a:endParaRPr/>
          </a:p>
        </p:txBody>
      </p:sp>
      <p:pic>
        <p:nvPicPr>
          <p:cNvPr id="770" name="Google Shape;770;p103"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771" name="Google Shape;771;p103"/>
          <p:cNvPicPr preferRelativeResize="0"/>
          <p:nvPr/>
        </p:nvPicPr>
        <p:blipFill>
          <a:blip r:embed="rId4">
            <a:alphaModFix/>
          </a:blip>
          <a:stretch>
            <a:fillRect/>
          </a:stretch>
        </p:blipFill>
        <p:spPr>
          <a:xfrm>
            <a:off x="1959427" y="1095896"/>
            <a:ext cx="5225150" cy="31528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104"/>
          <p:cNvSpPr/>
          <p:nvPr/>
        </p:nvSpPr>
        <p:spPr>
          <a:xfrm>
            <a:off x="990600" y="182880"/>
            <a:ext cx="7604760" cy="72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300"/>
              <a:buFont typeface="Arial"/>
              <a:buNone/>
            </a:pPr>
            <a:r>
              <a:rPr b="1" lang="en" sz="3300">
                <a:solidFill>
                  <a:schemeClr val="dk1"/>
                </a:solidFill>
                <a:latin typeface="Inter"/>
                <a:ea typeface="Inter"/>
                <a:cs typeface="Inter"/>
                <a:sym typeface="Inter"/>
              </a:rPr>
              <a:t>PRODUCT BACKLOG - USER</a:t>
            </a:r>
            <a:r>
              <a:rPr b="1" i="0" lang="en" sz="3300" u="none" cap="none" strike="noStrike">
                <a:solidFill>
                  <a:schemeClr val="dk1"/>
                </a:solidFill>
                <a:latin typeface="Inter"/>
                <a:ea typeface="Inter"/>
                <a:cs typeface="Inter"/>
                <a:sym typeface="Inter"/>
              </a:rPr>
              <a:t> STORIES</a:t>
            </a:r>
            <a:endParaRPr b="0" i="0" sz="3300" u="none" cap="none" strike="noStrike">
              <a:solidFill>
                <a:schemeClr val="dk1"/>
              </a:solidFill>
              <a:latin typeface="Inter"/>
              <a:ea typeface="Inter"/>
              <a:cs typeface="Inter"/>
              <a:sym typeface="Inter"/>
            </a:endParaRPr>
          </a:p>
        </p:txBody>
      </p:sp>
      <p:sp>
        <p:nvSpPr>
          <p:cNvPr id="777" name="Google Shape;777;p104"/>
          <p:cNvSpPr/>
          <p:nvPr/>
        </p:nvSpPr>
        <p:spPr>
          <a:xfrm>
            <a:off x="228600" y="1463040"/>
            <a:ext cx="658368" cy="347472"/>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04"/>
          <p:cNvSpPr/>
          <p:nvPr/>
        </p:nvSpPr>
        <p:spPr>
          <a:xfrm>
            <a:off x="886968" y="1463040"/>
            <a:ext cx="2194560" cy="347472"/>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04"/>
          <p:cNvSpPr/>
          <p:nvPr/>
        </p:nvSpPr>
        <p:spPr>
          <a:xfrm>
            <a:off x="283464" y="1499616"/>
            <a:ext cx="54864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US_ID</a:t>
            </a:r>
            <a:endParaRPr b="0" i="0" sz="1100" u="none" cap="none" strike="noStrike">
              <a:solidFill>
                <a:srgbClr val="000000"/>
              </a:solidFill>
              <a:latin typeface="Arial"/>
              <a:ea typeface="Arial"/>
              <a:cs typeface="Arial"/>
              <a:sym typeface="Arial"/>
            </a:endParaRPr>
          </a:p>
        </p:txBody>
      </p:sp>
      <p:sp>
        <p:nvSpPr>
          <p:cNvPr id="780" name="Google Shape;780;p104"/>
          <p:cNvSpPr/>
          <p:nvPr/>
        </p:nvSpPr>
        <p:spPr>
          <a:xfrm>
            <a:off x="941832" y="1499616"/>
            <a:ext cx="2084832"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User Stories</a:t>
            </a:r>
            <a:endParaRPr b="0" i="0" sz="1100" u="none" cap="none" strike="noStrike">
              <a:solidFill>
                <a:srgbClr val="000000"/>
              </a:solidFill>
              <a:latin typeface="Arial"/>
              <a:ea typeface="Arial"/>
              <a:cs typeface="Arial"/>
              <a:sym typeface="Arial"/>
            </a:endParaRPr>
          </a:p>
        </p:txBody>
      </p:sp>
      <p:sp>
        <p:nvSpPr>
          <p:cNvPr id="781" name="Google Shape;781;p104"/>
          <p:cNvSpPr/>
          <p:nvPr/>
        </p:nvSpPr>
        <p:spPr>
          <a:xfrm>
            <a:off x="3081528" y="1463040"/>
            <a:ext cx="3822192" cy="347472"/>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04"/>
          <p:cNvSpPr/>
          <p:nvPr/>
        </p:nvSpPr>
        <p:spPr>
          <a:xfrm>
            <a:off x="3136392" y="1499616"/>
            <a:ext cx="3712464"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Acceptance Criteria</a:t>
            </a:r>
            <a:endParaRPr b="0" i="0" sz="1100" u="none" cap="none" strike="noStrike">
              <a:solidFill>
                <a:srgbClr val="000000"/>
              </a:solidFill>
              <a:latin typeface="Arial"/>
              <a:ea typeface="Arial"/>
              <a:cs typeface="Arial"/>
              <a:sym typeface="Arial"/>
            </a:endParaRPr>
          </a:p>
        </p:txBody>
      </p:sp>
      <p:sp>
        <p:nvSpPr>
          <p:cNvPr id="783" name="Google Shape;783;p104"/>
          <p:cNvSpPr/>
          <p:nvPr/>
        </p:nvSpPr>
        <p:spPr>
          <a:xfrm>
            <a:off x="6903720" y="1463040"/>
            <a:ext cx="1170432" cy="347472"/>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04"/>
          <p:cNvSpPr/>
          <p:nvPr/>
        </p:nvSpPr>
        <p:spPr>
          <a:xfrm>
            <a:off x="6958584" y="1499616"/>
            <a:ext cx="1060704"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Feature</a:t>
            </a:r>
            <a:endParaRPr b="0" i="0" sz="1100" u="none" cap="none" strike="noStrike">
              <a:solidFill>
                <a:srgbClr val="000000"/>
              </a:solidFill>
              <a:latin typeface="Arial"/>
              <a:ea typeface="Arial"/>
              <a:cs typeface="Arial"/>
              <a:sym typeface="Arial"/>
            </a:endParaRPr>
          </a:p>
        </p:txBody>
      </p:sp>
      <p:sp>
        <p:nvSpPr>
          <p:cNvPr id="785" name="Google Shape;785;p104"/>
          <p:cNvSpPr/>
          <p:nvPr/>
        </p:nvSpPr>
        <p:spPr>
          <a:xfrm>
            <a:off x="8074152" y="1463040"/>
            <a:ext cx="658368" cy="347472"/>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04"/>
          <p:cNvSpPr/>
          <p:nvPr/>
        </p:nvSpPr>
        <p:spPr>
          <a:xfrm>
            <a:off x="8129016" y="1499616"/>
            <a:ext cx="54864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Story Points</a:t>
            </a:r>
            <a:endParaRPr b="0" i="0" sz="1100" u="none" cap="none" strike="noStrike">
              <a:solidFill>
                <a:srgbClr val="000000"/>
              </a:solidFill>
              <a:latin typeface="Arial"/>
              <a:ea typeface="Arial"/>
              <a:cs typeface="Arial"/>
              <a:sym typeface="Arial"/>
            </a:endParaRPr>
          </a:p>
        </p:txBody>
      </p:sp>
      <p:sp>
        <p:nvSpPr>
          <p:cNvPr id="787" name="Google Shape;787;p104"/>
          <p:cNvSpPr/>
          <p:nvPr/>
        </p:nvSpPr>
        <p:spPr>
          <a:xfrm>
            <a:off x="228600" y="1810512"/>
            <a:ext cx="658368" cy="1170432"/>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04"/>
          <p:cNvSpPr/>
          <p:nvPr/>
        </p:nvSpPr>
        <p:spPr>
          <a:xfrm>
            <a:off x="283464" y="1847088"/>
            <a:ext cx="548640" cy="1097280"/>
          </a:xfrm>
          <a:prstGeom prst="rect">
            <a:avLst/>
          </a:prstGeom>
          <a:solidFill>
            <a:srgbClr val="D9E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US_01</a:t>
            </a:r>
            <a:endParaRPr b="0" i="0" sz="1000" u="none" cap="none" strike="noStrike">
              <a:solidFill>
                <a:srgbClr val="000000"/>
              </a:solidFill>
              <a:latin typeface="Arial"/>
              <a:ea typeface="Arial"/>
              <a:cs typeface="Arial"/>
              <a:sym typeface="Arial"/>
            </a:endParaRPr>
          </a:p>
        </p:txBody>
      </p:sp>
      <p:sp>
        <p:nvSpPr>
          <p:cNvPr id="789" name="Google Shape;789;p104"/>
          <p:cNvSpPr/>
          <p:nvPr/>
        </p:nvSpPr>
        <p:spPr>
          <a:xfrm>
            <a:off x="886968" y="1810512"/>
            <a:ext cx="2194560" cy="1170432"/>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04"/>
          <p:cNvSpPr/>
          <p:nvPr/>
        </p:nvSpPr>
        <p:spPr>
          <a:xfrm>
            <a:off x="941832" y="1847088"/>
            <a:ext cx="2084832" cy="1097280"/>
          </a:xfrm>
          <a:prstGeom prst="rect">
            <a:avLst/>
          </a:prstGeom>
          <a:solidFill>
            <a:srgbClr val="D9EAD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upload knee X-ray images so that I can receive an AI-based assessment of osteoarthritis severity.</a:t>
            </a:r>
            <a:endParaRPr b="0" i="0" sz="900" u="none" cap="none" strike="noStrike">
              <a:solidFill>
                <a:srgbClr val="000000"/>
              </a:solidFill>
              <a:latin typeface="Arial"/>
              <a:ea typeface="Arial"/>
              <a:cs typeface="Arial"/>
              <a:sym typeface="Arial"/>
            </a:endParaRPr>
          </a:p>
        </p:txBody>
      </p:sp>
      <p:sp>
        <p:nvSpPr>
          <p:cNvPr id="791" name="Google Shape;791;p104"/>
          <p:cNvSpPr/>
          <p:nvPr/>
        </p:nvSpPr>
        <p:spPr>
          <a:xfrm>
            <a:off x="3081528" y="1810512"/>
            <a:ext cx="3822192" cy="1170432"/>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04"/>
          <p:cNvSpPr/>
          <p:nvPr/>
        </p:nvSpPr>
        <p:spPr>
          <a:xfrm>
            <a:off x="3136392" y="1847088"/>
            <a:ext cx="3712464" cy="1097280"/>
          </a:xfrm>
          <a:prstGeom prst="rect">
            <a:avLst/>
          </a:prstGeom>
          <a:solidFill>
            <a:srgbClr val="D9EAD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patient can access an interface to upload an image.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patient can select and submit an image from device.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accepts image files in specified formats: JPEG, JPG, PNG, DICOM.</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uploaded image is stored and associated with the patient's case.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 confirmation message is displayed upon successful upload.</a:t>
            </a:r>
            <a:endParaRPr b="0" i="0" sz="900" u="none" cap="none" strike="noStrike">
              <a:solidFill>
                <a:srgbClr val="000000"/>
              </a:solidFill>
              <a:latin typeface="Arial"/>
              <a:ea typeface="Arial"/>
              <a:cs typeface="Arial"/>
              <a:sym typeface="Arial"/>
            </a:endParaRPr>
          </a:p>
        </p:txBody>
      </p:sp>
      <p:sp>
        <p:nvSpPr>
          <p:cNvPr id="793" name="Google Shape;793;p104"/>
          <p:cNvSpPr/>
          <p:nvPr/>
        </p:nvSpPr>
        <p:spPr>
          <a:xfrm>
            <a:off x="6903720" y="1810512"/>
            <a:ext cx="1170432" cy="1170432"/>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04"/>
          <p:cNvSpPr/>
          <p:nvPr/>
        </p:nvSpPr>
        <p:spPr>
          <a:xfrm>
            <a:off x="6958584" y="1847088"/>
            <a:ext cx="1060704" cy="1097280"/>
          </a:xfrm>
          <a:prstGeom prst="rect">
            <a:avLst/>
          </a:prstGeom>
          <a:solidFill>
            <a:srgbClr val="D9E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Image Upload</a:t>
            </a:r>
            <a:endParaRPr b="0" i="0" sz="900" u="none" cap="none" strike="noStrike">
              <a:solidFill>
                <a:srgbClr val="000000"/>
              </a:solidFill>
              <a:latin typeface="Arial"/>
              <a:ea typeface="Arial"/>
              <a:cs typeface="Arial"/>
              <a:sym typeface="Arial"/>
            </a:endParaRPr>
          </a:p>
        </p:txBody>
      </p:sp>
      <p:sp>
        <p:nvSpPr>
          <p:cNvPr id="795" name="Google Shape;795;p104"/>
          <p:cNvSpPr/>
          <p:nvPr/>
        </p:nvSpPr>
        <p:spPr>
          <a:xfrm>
            <a:off x="8074152" y="1810512"/>
            <a:ext cx="658368" cy="1170432"/>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04"/>
          <p:cNvSpPr/>
          <p:nvPr/>
        </p:nvSpPr>
        <p:spPr>
          <a:xfrm>
            <a:off x="8129016" y="1847088"/>
            <a:ext cx="548640" cy="1097280"/>
          </a:xfrm>
          <a:prstGeom prst="rect">
            <a:avLst/>
          </a:prstGeom>
          <a:solidFill>
            <a:srgbClr val="D9E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13</a:t>
            </a:r>
            <a:endParaRPr b="0" i="0" sz="1200" u="none" cap="none" strike="noStrike">
              <a:solidFill>
                <a:srgbClr val="000000"/>
              </a:solidFill>
              <a:latin typeface="Arial"/>
              <a:ea typeface="Arial"/>
              <a:cs typeface="Arial"/>
              <a:sym typeface="Arial"/>
            </a:endParaRPr>
          </a:p>
        </p:txBody>
      </p:sp>
      <p:sp>
        <p:nvSpPr>
          <p:cNvPr id="797" name="Google Shape;797;p104"/>
          <p:cNvSpPr/>
          <p:nvPr/>
        </p:nvSpPr>
        <p:spPr>
          <a:xfrm>
            <a:off x="228600" y="2980944"/>
            <a:ext cx="658368" cy="117043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04"/>
          <p:cNvSpPr/>
          <p:nvPr/>
        </p:nvSpPr>
        <p:spPr>
          <a:xfrm>
            <a:off x="283464" y="3017520"/>
            <a:ext cx="548700" cy="1097400"/>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US_02</a:t>
            </a:r>
            <a:endParaRPr b="0" i="0" sz="1000" u="none" cap="none" strike="noStrike">
              <a:solidFill>
                <a:srgbClr val="000000"/>
              </a:solidFill>
              <a:latin typeface="Arial"/>
              <a:ea typeface="Arial"/>
              <a:cs typeface="Arial"/>
              <a:sym typeface="Arial"/>
            </a:endParaRPr>
          </a:p>
        </p:txBody>
      </p:sp>
      <p:sp>
        <p:nvSpPr>
          <p:cNvPr id="799" name="Google Shape;799;p104"/>
          <p:cNvSpPr/>
          <p:nvPr/>
        </p:nvSpPr>
        <p:spPr>
          <a:xfrm>
            <a:off x="886968" y="2980944"/>
            <a:ext cx="2194560" cy="1170432"/>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04"/>
          <p:cNvSpPr/>
          <p:nvPr/>
        </p:nvSpPr>
        <p:spPr>
          <a:xfrm>
            <a:off x="941832" y="3017520"/>
            <a:ext cx="2084832" cy="1097280"/>
          </a:xfrm>
          <a:prstGeom prst="rect">
            <a:avLst/>
          </a:prstGeom>
          <a:solidFill>
            <a:srgbClr val="C9DA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 research coordinator, I want to upload multiple X-ray images at once so that I can analyze datasets efficiently.</a:t>
            </a:r>
            <a:endParaRPr b="0" i="0" sz="900" u="none" cap="none" strike="noStrike">
              <a:solidFill>
                <a:srgbClr val="000000"/>
              </a:solidFill>
              <a:latin typeface="Arial"/>
              <a:ea typeface="Arial"/>
              <a:cs typeface="Arial"/>
              <a:sym typeface="Arial"/>
            </a:endParaRPr>
          </a:p>
        </p:txBody>
      </p:sp>
      <p:sp>
        <p:nvSpPr>
          <p:cNvPr id="801" name="Google Shape;801;p104"/>
          <p:cNvSpPr/>
          <p:nvPr/>
        </p:nvSpPr>
        <p:spPr>
          <a:xfrm>
            <a:off x="3081528" y="2980944"/>
            <a:ext cx="3822192" cy="117043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04"/>
          <p:cNvSpPr/>
          <p:nvPr/>
        </p:nvSpPr>
        <p:spPr>
          <a:xfrm>
            <a:off x="3136392" y="3017520"/>
            <a:ext cx="3712464" cy="1097280"/>
          </a:xfrm>
          <a:prstGeom prst="rect">
            <a:avLst/>
          </a:prstGeom>
          <a:solidFill>
            <a:srgbClr val="C9DA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patient can upload multiple images (up to 3) to one case.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accepts multiple images in specified formats (JPEG, JPG, PNG).</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All uploaded images are associated with the same patient case.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patient receives a confirmation message after uploading each image.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displays a preview of all uploaded images for review before analysis.</a:t>
            </a:r>
            <a:endParaRPr b="0" i="0" sz="900" u="none" cap="none" strike="noStrike">
              <a:solidFill>
                <a:srgbClr val="000000"/>
              </a:solidFill>
              <a:latin typeface="Arial"/>
              <a:ea typeface="Arial"/>
              <a:cs typeface="Arial"/>
              <a:sym typeface="Arial"/>
            </a:endParaRPr>
          </a:p>
        </p:txBody>
      </p:sp>
      <p:sp>
        <p:nvSpPr>
          <p:cNvPr id="803" name="Google Shape;803;p104"/>
          <p:cNvSpPr/>
          <p:nvPr/>
        </p:nvSpPr>
        <p:spPr>
          <a:xfrm>
            <a:off x="6903720" y="2980944"/>
            <a:ext cx="1170432" cy="117043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04"/>
          <p:cNvSpPr/>
          <p:nvPr/>
        </p:nvSpPr>
        <p:spPr>
          <a:xfrm>
            <a:off x="6958584" y="3017520"/>
            <a:ext cx="1060704" cy="1097280"/>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Image Upload</a:t>
            </a:r>
            <a:endParaRPr b="0" i="0" sz="900" u="none" cap="none" strike="noStrike">
              <a:solidFill>
                <a:srgbClr val="000000"/>
              </a:solidFill>
              <a:latin typeface="Arial"/>
              <a:ea typeface="Arial"/>
              <a:cs typeface="Arial"/>
              <a:sym typeface="Arial"/>
            </a:endParaRPr>
          </a:p>
        </p:txBody>
      </p:sp>
      <p:sp>
        <p:nvSpPr>
          <p:cNvPr id="805" name="Google Shape;805;p104"/>
          <p:cNvSpPr/>
          <p:nvPr/>
        </p:nvSpPr>
        <p:spPr>
          <a:xfrm>
            <a:off x="8074152" y="2980944"/>
            <a:ext cx="658368" cy="117043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04"/>
          <p:cNvSpPr/>
          <p:nvPr/>
        </p:nvSpPr>
        <p:spPr>
          <a:xfrm>
            <a:off x="8129016" y="3017520"/>
            <a:ext cx="548640" cy="1097280"/>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8</a:t>
            </a:r>
            <a:endParaRPr b="0" i="0" sz="1200" u="none" cap="none" strike="noStrike">
              <a:solidFill>
                <a:srgbClr val="000000"/>
              </a:solidFill>
              <a:latin typeface="Arial"/>
              <a:ea typeface="Arial"/>
              <a:cs typeface="Arial"/>
              <a:sym typeface="Arial"/>
            </a:endParaRPr>
          </a:p>
        </p:txBody>
      </p:sp>
      <p:sp>
        <p:nvSpPr>
          <p:cNvPr id="807" name="Google Shape;807;p104"/>
          <p:cNvSpPr txBox="1"/>
          <p:nvPr/>
        </p:nvSpPr>
        <p:spPr>
          <a:xfrm>
            <a:off x="6022881" y="912550"/>
            <a:ext cx="896100" cy="3816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Albert Sans"/>
                <a:ea typeface="Albert Sans"/>
                <a:cs typeface="Albert Sans"/>
                <a:sym typeface="Albert Sans"/>
              </a:rPr>
              <a:t>Sprint 1</a:t>
            </a:r>
            <a:endParaRPr b="1">
              <a:solidFill>
                <a:schemeClr val="dk1"/>
              </a:solidFill>
              <a:latin typeface="Albert Sans"/>
              <a:ea typeface="Albert Sans"/>
              <a:cs typeface="Albert Sans"/>
              <a:sym typeface="Albert Sans"/>
            </a:endParaRPr>
          </a:p>
        </p:txBody>
      </p:sp>
      <p:sp>
        <p:nvSpPr>
          <p:cNvPr id="808" name="Google Shape;808;p104"/>
          <p:cNvSpPr txBox="1"/>
          <p:nvPr/>
        </p:nvSpPr>
        <p:spPr>
          <a:xfrm>
            <a:off x="6920322" y="912550"/>
            <a:ext cx="896100" cy="381600"/>
          </a:xfrm>
          <a:prstGeom prst="rect">
            <a:avLst/>
          </a:prstGeom>
          <a:solidFill>
            <a:srgbClr val="C9DAF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Albert Sans"/>
                <a:ea typeface="Albert Sans"/>
                <a:cs typeface="Albert Sans"/>
                <a:sym typeface="Albert Sans"/>
              </a:rPr>
              <a:t>Sprint 2</a:t>
            </a:r>
            <a:endParaRPr b="1">
              <a:solidFill>
                <a:schemeClr val="dk1"/>
              </a:solidFill>
              <a:latin typeface="Albert Sans"/>
              <a:ea typeface="Albert Sans"/>
              <a:cs typeface="Albert Sans"/>
              <a:sym typeface="Albert Sans"/>
            </a:endParaRPr>
          </a:p>
        </p:txBody>
      </p:sp>
      <p:sp>
        <p:nvSpPr>
          <p:cNvPr id="809" name="Google Shape;809;p104"/>
          <p:cNvSpPr txBox="1"/>
          <p:nvPr/>
        </p:nvSpPr>
        <p:spPr>
          <a:xfrm>
            <a:off x="7815067" y="912538"/>
            <a:ext cx="896100" cy="3816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Albert Sans"/>
                <a:ea typeface="Albert Sans"/>
                <a:cs typeface="Albert Sans"/>
                <a:sym typeface="Albert Sans"/>
              </a:rPr>
              <a:t>Sprint 3</a:t>
            </a:r>
            <a:endParaRPr b="1">
              <a:solidFill>
                <a:schemeClr val="dk1"/>
              </a:solidFill>
              <a:latin typeface="Albert Sans"/>
              <a:ea typeface="Albert Sans"/>
              <a:cs typeface="Albert Sans"/>
              <a:sym typeface="Albert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105"/>
          <p:cNvSpPr/>
          <p:nvPr/>
        </p:nvSpPr>
        <p:spPr>
          <a:xfrm>
            <a:off x="941825" y="91450"/>
            <a:ext cx="7653600" cy="82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300"/>
              <a:buFont typeface="Arial"/>
              <a:buNone/>
            </a:pPr>
            <a:r>
              <a:rPr b="1" lang="en" sz="3300">
                <a:solidFill>
                  <a:schemeClr val="dk1"/>
                </a:solidFill>
                <a:latin typeface="Inter"/>
                <a:ea typeface="Inter"/>
                <a:cs typeface="Inter"/>
                <a:sym typeface="Inter"/>
              </a:rPr>
              <a:t>PRODUCT BACKLOG - USER STORIES</a:t>
            </a:r>
            <a:endParaRPr b="1" sz="3300">
              <a:solidFill>
                <a:schemeClr val="dk1"/>
              </a:solidFill>
              <a:latin typeface="Inter"/>
              <a:ea typeface="Inter"/>
              <a:cs typeface="Inter"/>
              <a:sym typeface="Inter"/>
            </a:endParaRPr>
          </a:p>
        </p:txBody>
      </p:sp>
      <p:sp>
        <p:nvSpPr>
          <p:cNvPr id="815" name="Google Shape;815;p105"/>
          <p:cNvSpPr/>
          <p:nvPr/>
        </p:nvSpPr>
        <p:spPr>
          <a:xfrm>
            <a:off x="228600" y="1097280"/>
            <a:ext cx="658368"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05"/>
          <p:cNvSpPr/>
          <p:nvPr/>
        </p:nvSpPr>
        <p:spPr>
          <a:xfrm>
            <a:off x="283464" y="1133856"/>
            <a:ext cx="5486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US_ID</a:t>
            </a:r>
            <a:endParaRPr b="0" i="0" sz="1100" u="none" cap="none" strike="noStrike">
              <a:solidFill>
                <a:srgbClr val="000000"/>
              </a:solidFill>
              <a:latin typeface="Arial"/>
              <a:ea typeface="Arial"/>
              <a:cs typeface="Arial"/>
              <a:sym typeface="Arial"/>
            </a:endParaRPr>
          </a:p>
        </p:txBody>
      </p:sp>
      <p:sp>
        <p:nvSpPr>
          <p:cNvPr id="817" name="Google Shape;817;p105"/>
          <p:cNvSpPr/>
          <p:nvPr/>
        </p:nvSpPr>
        <p:spPr>
          <a:xfrm>
            <a:off x="886968" y="1097280"/>
            <a:ext cx="2194560"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05"/>
          <p:cNvSpPr/>
          <p:nvPr/>
        </p:nvSpPr>
        <p:spPr>
          <a:xfrm>
            <a:off x="941832" y="1133856"/>
            <a:ext cx="20848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User Stories</a:t>
            </a:r>
            <a:endParaRPr b="0" i="0" sz="1100" u="none" cap="none" strike="noStrike">
              <a:solidFill>
                <a:srgbClr val="000000"/>
              </a:solidFill>
              <a:latin typeface="Arial"/>
              <a:ea typeface="Arial"/>
              <a:cs typeface="Arial"/>
              <a:sym typeface="Arial"/>
            </a:endParaRPr>
          </a:p>
        </p:txBody>
      </p:sp>
      <p:sp>
        <p:nvSpPr>
          <p:cNvPr id="819" name="Google Shape;819;p105"/>
          <p:cNvSpPr/>
          <p:nvPr/>
        </p:nvSpPr>
        <p:spPr>
          <a:xfrm>
            <a:off x="3081528" y="1097280"/>
            <a:ext cx="3822192"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05"/>
          <p:cNvSpPr/>
          <p:nvPr/>
        </p:nvSpPr>
        <p:spPr>
          <a:xfrm>
            <a:off x="3136392" y="1133856"/>
            <a:ext cx="371246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Acceptance Criteria</a:t>
            </a:r>
            <a:endParaRPr b="0" i="0" sz="1100" u="none" cap="none" strike="noStrike">
              <a:solidFill>
                <a:srgbClr val="000000"/>
              </a:solidFill>
              <a:latin typeface="Arial"/>
              <a:ea typeface="Arial"/>
              <a:cs typeface="Arial"/>
              <a:sym typeface="Arial"/>
            </a:endParaRPr>
          </a:p>
        </p:txBody>
      </p:sp>
      <p:sp>
        <p:nvSpPr>
          <p:cNvPr id="821" name="Google Shape;821;p105"/>
          <p:cNvSpPr/>
          <p:nvPr/>
        </p:nvSpPr>
        <p:spPr>
          <a:xfrm>
            <a:off x="6903720" y="1097280"/>
            <a:ext cx="1170432"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05"/>
          <p:cNvSpPr/>
          <p:nvPr/>
        </p:nvSpPr>
        <p:spPr>
          <a:xfrm>
            <a:off x="6958584" y="1133856"/>
            <a:ext cx="106070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Feature</a:t>
            </a:r>
            <a:endParaRPr b="0" i="0" sz="1100" u="none" cap="none" strike="noStrike">
              <a:solidFill>
                <a:srgbClr val="000000"/>
              </a:solidFill>
              <a:latin typeface="Arial"/>
              <a:ea typeface="Arial"/>
              <a:cs typeface="Arial"/>
              <a:sym typeface="Arial"/>
            </a:endParaRPr>
          </a:p>
        </p:txBody>
      </p:sp>
      <p:sp>
        <p:nvSpPr>
          <p:cNvPr id="823" name="Google Shape;823;p105"/>
          <p:cNvSpPr/>
          <p:nvPr/>
        </p:nvSpPr>
        <p:spPr>
          <a:xfrm>
            <a:off x="8074152" y="1097280"/>
            <a:ext cx="658368"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05"/>
          <p:cNvSpPr/>
          <p:nvPr/>
        </p:nvSpPr>
        <p:spPr>
          <a:xfrm>
            <a:off x="8129016" y="1133856"/>
            <a:ext cx="5486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Story Points</a:t>
            </a:r>
            <a:endParaRPr b="0" i="0" sz="1100" u="none" cap="none" strike="noStrike">
              <a:solidFill>
                <a:srgbClr val="000000"/>
              </a:solidFill>
              <a:latin typeface="Arial"/>
              <a:ea typeface="Arial"/>
              <a:cs typeface="Arial"/>
              <a:sym typeface="Arial"/>
            </a:endParaRPr>
          </a:p>
        </p:txBody>
      </p:sp>
      <p:sp>
        <p:nvSpPr>
          <p:cNvPr id="825" name="Google Shape;825;p105"/>
          <p:cNvSpPr/>
          <p:nvPr/>
        </p:nvSpPr>
        <p:spPr>
          <a:xfrm>
            <a:off x="228600" y="1426464"/>
            <a:ext cx="658368"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05"/>
          <p:cNvSpPr/>
          <p:nvPr/>
        </p:nvSpPr>
        <p:spPr>
          <a:xfrm>
            <a:off x="283464" y="1463040"/>
            <a:ext cx="548640" cy="676656"/>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US_03</a:t>
            </a:r>
            <a:endParaRPr b="0" i="0" sz="1000" u="none" cap="none" strike="noStrike">
              <a:solidFill>
                <a:srgbClr val="000000"/>
              </a:solidFill>
              <a:latin typeface="Arial"/>
              <a:ea typeface="Arial"/>
              <a:cs typeface="Arial"/>
              <a:sym typeface="Arial"/>
            </a:endParaRPr>
          </a:p>
        </p:txBody>
      </p:sp>
      <p:sp>
        <p:nvSpPr>
          <p:cNvPr id="827" name="Google Shape;827;p105"/>
          <p:cNvSpPr/>
          <p:nvPr/>
        </p:nvSpPr>
        <p:spPr>
          <a:xfrm>
            <a:off x="886968" y="1426464"/>
            <a:ext cx="2194560"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05"/>
          <p:cNvSpPr/>
          <p:nvPr/>
        </p:nvSpPr>
        <p:spPr>
          <a:xfrm>
            <a:off x="941832" y="1463040"/>
            <a:ext cx="2084832" cy="676656"/>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register an account so that I can store my basic information and access personalised services.</a:t>
            </a:r>
            <a:endParaRPr b="0" i="0" sz="900" u="none" cap="none" strike="noStrike">
              <a:solidFill>
                <a:srgbClr val="000000"/>
              </a:solidFill>
              <a:latin typeface="Arial"/>
              <a:ea typeface="Arial"/>
              <a:cs typeface="Arial"/>
              <a:sym typeface="Arial"/>
            </a:endParaRPr>
          </a:p>
        </p:txBody>
      </p:sp>
      <p:sp>
        <p:nvSpPr>
          <p:cNvPr id="829" name="Google Shape;829;p105"/>
          <p:cNvSpPr/>
          <p:nvPr/>
        </p:nvSpPr>
        <p:spPr>
          <a:xfrm>
            <a:off x="3081528" y="1426464"/>
            <a:ext cx="3822192"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05"/>
          <p:cNvSpPr/>
          <p:nvPr/>
        </p:nvSpPr>
        <p:spPr>
          <a:xfrm>
            <a:off x="3136392" y="1463040"/>
            <a:ext cx="3712464" cy="676656"/>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user can access a registration page requiring: Full name, Email address, Password creation.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Post-registration, the user can log in and update their profile information.</a:t>
            </a:r>
            <a:endParaRPr b="0" i="0" sz="900" u="none" cap="none" strike="noStrike">
              <a:solidFill>
                <a:srgbClr val="000000"/>
              </a:solidFill>
              <a:latin typeface="Arial"/>
              <a:ea typeface="Arial"/>
              <a:cs typeface="Arial"/>
              <a:sym typeface="Arial"/>
            </a:endParaRPr>
          </a:p>
        </p:txBody>
      </p:sp>
      <p:sp>
        <p:nvSpPr>
          <p:cNvPr id="831" name="Google Shape;831;p105"/>
          <p:cNvSpPr/>
          <p:nvPr/>
        </p:nvSpPr>
        <p:spPr>
          <a:xfrm>
            <a:off x="6903720" y="1426464"/>
            <a:ext cx="1170432"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05"/>
          <p:cNvSpPr/>
          <p:nvPr/>
        </p:nvSpPr>
        <p:spPr>
          <a:xfrm>
            <a:off x="6958584" y="1463040"/>
            <a:ext cx="1060704" cy="676656"/>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833" name="Google Shape;833;p105"/>
          <p:cNvSpPr/>
          <p:nvPr/>
        </p:nvSpPr>
        <p:spPr>
          <a:xfrm>
            <a:off x="8074152" y="1426464"/>
            <a:ext cx="658368"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05"/>
          <p:cNvSpPr/>
          <p:nvPr/>
        </p:nvSpPr>
        <p:spPr>
          <a:xfrm>
            <a:off x="8129016" y="1463040"/>
            <a:ext cx="548640" cy="676656"/>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2</a:t>
            </a:r>
            <a:endParaRPr b="0" i="0" sz="1200" u="none" cap="none" strike="noStrike">
              <a:solidFill>
                <a:srgbClr val="000000"/>
              </a:solidFill>
              <a:latin typeface="Arial"/>
              <a:ea typeface="Arial"/>
              <a:cs typeface="Arial"/>
              <a:sym typeface="Arial"/>
            </a:endParaRPr>
          </a:p>
        </p:txBody>
      </p:sp>
      <p:sp>
        <p:nvSpPr>
          <p:cNvPr id="835" name="Google Shape;835;p105"/>
          <p:cNvSpPr/>
          <p:nvPr/>
        </p:nvSpPr>
        <p:spPr>
          <a:xfrm>
            <a:off x="228600" y="2176272"/>
            <a:ext cx="658368" cy="65836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05"/>
          <p:cNvSpPr/>
          <p:nvPr/>
        </p:nvSpPr>
        <p:spPr>
          <a:xfrm>
            <a:off x="283464" y="2212848"/>
            <a:ext cx="548640" cy="585216"/>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US_04</a:t>
            </a:r>
            <a:endParaRPr b="0" i="0" sz="1000" u="none" cap="none" strike="noStrike">
              <a:solidFill>
                <a:srgbClr val="000000"/>
              </a:solidFill>
              <a:latin typeface="Arial"/>
              <a:ea typeface="Arial"/>
              <a:cs typeface="Arial"/>
              <a:sym typeface="Arial"/>
            </a:endParaRPr>
          </a:p>
        </p:txBody>
      </p:sp>
      <p:sp>
        <p:nvSpPr>
          <p:cNvPr id="837" name="Google Shape;837;p105"/>
          <p:cNvSpPr/>
          <p:nvPr/>
        </p:nvSpPr>
        <p:spPr>
          <a:xfrm>
            <a:off x="886968" y="2176272"/>
            <a:ext cx="2194560" cy="65836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05"/>
          <p:cNvSpPr/>
          <p:nvPr/>
        </p:nvSpPr>
        <p:spPr>
          <a:xfrm>
            <a:off x="941832" y="2212848"/>
            <a:ext cx="2084832" cy="585216"/>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log in to my account so that I can manage my cases and view diagnoses.</a:t>
            </a:r>
            <a:endParaRPr b="0" i="0" sz="900" u="none" cap="none" strike="noStrike">
              <a:solidFill>
                <a:srgbClr val="000000"/>
              </a:solidFill>
              <a:latin typeface="Arial"/>
              <a:ea typeface="Arial"/>
              <a:cs typeface="Arial"/>
              <a:sym typeface="Arial"/>
            </a:endParaRPr>
          </a:p>
        </p:txBody>
      </p:sp>
      <p:sp>
        <p:nvSpPr>
          <p:cNvPr id="839" name="Google Shape;839;p105"/>
          <p:cNvSpPr/>
          <p:nvPr/>
        </p:nvSpPr>
        <p:spPr>
          <a:xfrm>
            <a:off x="3081528" y="2176272"/>
            <a:ext cx="3822192" cy="65836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05"/>
          <p:cNvSpPr/>
          <p:nvPr/>
        </p:nvSpPr>
        <p:spPr>
          <a:xfrm>
            <a:off x="3136392" y="2212848"/>
            <a:ext cx="3712464" cy="585216"/>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user accesses a login page requiring: Email address, Password.</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Upon successful login, the user is directed to their dashboard.</a:t>
            </a:r>
            <a:endParaRPr b="0" i="0" sz="900" u="none" cap="none" strike="noStrike">
              <a:solidFill>
                <a:srgbClr val="000000"/>
              </a:solidFill>
              <a:latin typeface="Arial"/>
              <a:ea typeface="Arial"/>
              <a:cs typeface="Arial"/>
              <a:sym typeface="Arial"/>
            </a:endParaRPr>
          </a:p>
        </p:txBody>
      </p:sp>
      <p:sp>
        <p:nvSpPr>
          <p:cNvPr id="841" name="Google Shape;841;p105"/>
          <p:cNvSpPr/>
          <p:nvPr/>
        </p:nvSpPr>
        <p:spPr>
          <a:xfrm>
            <a:off x="6903720" y="2176272"/>
            <a:ext cx="1170432" cy="65836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05"/>
          <p:cNvSpPr/>
          <p:nvPr/>
        </p:nvSpPr>
        <p:spPr>
          <a:xfrm>
            <a:off x="6958584" y="2212848"/>
            <a:ext cx="1060704" cy="585216"/>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843" name="Google Shape;843;p105"/>
          <p:cNvSpPr/>
          <p:nvPr/>
        </p:nvSpPr>
        <p:spPr>
          <a:xfrm>
            <a:off x="8074152" y="2176272"/>
            <a:ext cx="658368" cy="65836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05"/>
          <p:cNvSpPr/>
          <p:nvPr/>
        </p:nvSpPr>
        <p:spPr>
          <a:xfrm>
            <a:off x="8129016" y="2212848"/>
            <a:ext cx="548640" cy="585216"/>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1</a:t>
            </a:r>
            <a:endParaRPr b="0" i="0" sz="1200" u="none" cap="none" strike="noStrike">
              <a:solidFill>
                <a:srgbClr val="000000"/>
              </a:solidFill>
              <a:latin typeface="Arial"/>
              <a:ea typeface="Arial"/>
              <a:cs typeface="Arial"/>
              <a:sym typeface="Arial"/>
            </a:endParaRPr>
          </a:p>
        </p:txBody>
      </p:sp>
      <p:sp>
        <p:nvSpPr>
          <p:cNvPr id="845" name="Google Shape;845;p105"/>
          <p:cNvSpPr/>
          <p:nvPr/>
        </p:nvSpPr>
        <p:spPr>
          <a:xfrm>
            <a:off x="228600" y="2834640"/>
            <a:ext cx="658368" cy="100584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05"/>
          <p:cNvSpPr/>
          <p:nvPr/>
        </p:nvSpPr>
        <p:spPr>
          <a:xfrm>
            <a:off x="283464" y="2871216"/>
            <a:ext cx="548640" cy="932688"/>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US_05</a:t>
            </a:r>
            <a:endParaRPr b="0" i="0" sz="1000" u="none" cap="none" strike="noStrike">
              <a:solidFill>
                <a:srgbClr val="000000"/>
              </a:solidFill>
              <a:latin typeface="Arial"/>
              <a:ea typeface="Arial"/>
              <a:cs typeface="Arial"/>
              <a:sym typeface="Arial"/>
            </a:endParaRPr>
          </a:p>
        </p:txBody>
      </p:sp>
      <p:sp>
        <p:nvSpPr>
          <p:cNvPr id="847" name="Google Shape;847;p105"/>
          <p:cNvSpPr/>
          <p:nvPr/>
        </p:nvSpPr>
        <p:spPr>
          <a:xfrm>
            <a:off x="886968" y="2834640"/>
            <a:ext cx="2194560" cy="100584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05"/>
          <p:cNvSpPr/>
          <p:nvPr/>
        </p:nvSpPr>
        <p:spPr>
          <a:xfrm>
            <a:off x="941832" y="2871216"/>
            <a:ext cx="2084832" cy="932688"/>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 user, I want to view my past cases and track their statuses so that I can monitor my health progress.</a:t>
            </a:r>
            <a:endParaRPr b="0" i="0" sz="900" u="none" cap="none" strike="noStrike">
              <a:solidFill>
                <a:srgbClr val="000000"/>
              </a:solidFill>
              <a:latin typeface="Arial"/>
              <a:ea typeface="Arial"/>
              <a:cs typeface="Arial"/>
              <a:sym typeface="Arial"/>
            </a:endParaRPr>
          </a:p>
        </p:txBody>
      </p:sp>
      <p:sp>
        <p:nvSpPr>
          <p:cNvPr id="849" name="Google Shape;849;p105"/>
          <p:cNvSpPr/>
          <p:nvPr/>
        </p:nvSpPr>
        <p:spPr>
          <a:xfrm>
            <a:off x="3081528" y="2834640"/>
            <a:ext cx="3822192" cy="100584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05"/>
          <p:cNvSpPr/>
          <p:nvPr/>
        </p:nvSpPr>
        <p:spPr>
          <a:xfrm>
            <a:off x="3136392" y="2871216"/>
            <a:ext cx="3712464" cy="932688"/>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user can access a 'Case History' section after logging in.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All past cases are listed in chronological order (most recent first).</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Each case displays: case ID, case open date, status.</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updates case statuses in real-time.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Clicking on a case entry navigates the user to that case's report.</a:t>
            </a:r>
            <a:endParaRPr b="0" i="0" sz="900" u="none" cap="none" strike="noStrike">
              <a:solidFill>
                <a:srgbClr val="000000"/>
              </a:solidFill>
              <a:latin typeface="Arial"/>
              <a:ea typeface="Arial"/>
              <a:cs typeface="Arial"/>
              <a:sym typeface="Arial"/>
            </a:endParaRPr>
          </a:p>
        </p:txBody>
      </p:sp>
      <p:sp>
        <p:nvSpPr>
          <p:cNvPr id="851" name="Google Shape;851;p105"/>
          <p:cNvSpPr/>
          <p:nvPr/>
        </p:nvSpPr>
        <p:spPr>
          <a:xfrm>
            <a:off x="6903720" y="2834640"/>
            <a:ext cx="1170432" cy="100584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05"/>
          <p:cNvSpPr/>
          <p:nvPr/>
        </p:nvSpPr>
        <p:spPr>
          <a:xfrm>
            <a:off x="6958584" y="2871216"/>
            <a:ext cx="1060704" cy="932688"/>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853" name="Google Shape;853;p105"/>
          <p:cNvSpPr/>
          <p:nvPr/>
        </p:nvSpPr>
        <p:spPr>
          <a:xfrm>
            <a:off x="8074152" y="2834640"/>
            <a:ext cx="658368" cy="100584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05"/>
          <p:cNvSpPr/>
          <p:nvPr/>
        </p:nvSpPr>
        <p:spPr>
          <a:xfrm>
            <a:off x="8129016" y="2871216"/>
            <a:ext cx="548640" cy="932688"/>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2</a:t>
            </a:r>
            <a:endParaRPr b="0" i="0" sz="1200" u="none" cap="none" strike="noStrike">
              <a:solidFill>
                <a:srgbClr val="000000"/>
              </a:solidFill>
              <a:latin typeface="Arial"/>
              <a:ea typeface="Arial"/>
              <a:cs typeface="Arial"/>
              <a:sym typeface="Arial"/>
            </a:endParaRPr>
          </a:p>
        </p:txBody>
      </p:sp>
      <p:sp>
        <p:nvSpPr>
          <p:cNvPr id="855" name="Google Shape;855;p105"/>
          <p:cNvSpPr/>
          <p:nvPr/>
        </p:nvSpPr>
        <p:spPr>
          <a:xfrm>
            <a:off x="228600" y="3840480"/>
            <a:ext cx="658368"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05"/>
          <p:cNvSpPr/>
          <p:nvPr/>
        </p:nvSpPr>
        <p:spPr>
          <a:xfrm>
            <a:off x="283464" y="3877056"/>
            <a:ext cx="548640" cy="676656"/>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US_06</a:t>
            </a:r>
            <a:endParaRPr b="0" i="0" sz="1000" u="none" cap="none" strike="noStrike">
              <a:solidFill>
                <a:srgbClr val="000000"/>
              </a:solidFill>
              <a:latin typeface="Arial"/>
              <a:ea typeface="Arial"/>
              <a:cs typeface="Arial"/>
              <a:sym typeface="Arial"/>
            </a:endParaRPr>
          </a:p>
        </p:txBody>
      </p:sp>
      <p:sp>
        <p:nvSpPr>
          <p:cNvPr id="857" name="Google Shape;857;p105"/>
          <p:cNvSpPr/>
          <p:nvPr/>
        </p:nvSpPr>
        <p:spPr>
          <a:xfrm>
            <a:off x="886968" y="3840480"/>
            <a:ext cx="2194560"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05"/>
          <p:cNvSpPr/>
          <p:nvPr/>
        </p:nvSpPr>
        <p:spPr>
          <a:xfrm>
            <a:off x="941832" y="3877056"/>
            <a:ext cx="2084832" cy="676656"/>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implement JWT authentication so that my session is secure.</a:t>
            </a:r>
            <a:endParaRPr b="0" i="0" sz="900" u="none" cap="none" strike="noStrike">
              <a:solidFill>
                <a:srgbClr val="000000"/>
              </a:solidFill>
              <a:latin typeface="Arial"/>
              <a:ea typeface="Arial"/>
              <a:cs typeface="Arial"/>
              <a:sym typeface="Arial"/>
            </a:endParaRPr>
          </a:p>
        </p:txBody>
      </p:sp>
      <p:sp>
        <p:nvSpPr>
          <p:cNvPr id="859" name="Google Shape;859;p105"/>
          <p:cNvSpPr/>
          <p:nvPr/>
        </p:nvSpPr>
        <p:spPr>
          <a:xfrm>
            <a:off x="3081528" y="3840480"/>
            <a:ext cx="3822192"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05"/>
          <p:cNvSpPr/>
          <p:nvPr/>
        </p:nvSpPr>
        <p:spPr>
          <a:xfrm>
            <a:off x="3136392" y="3877056"/>
            <a:ext cx="3712464" cy="676656"/>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JWT tokens are generated on login and validated on every protected route.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Tokens expire after a defined period and require re-authentication.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Invalid or expired tokens return a 401 Unauthorized response.</a:t>
            </a:r>
            <a:endParaRPr b="0" i="0" sz="900" u="none" cap="none" strike="noStrike">
              <a:solidFill>
                <a:srgbClr val="000000"/>
              </a:solidFill>
              <a:latin typeface="Arial"/>
              <a:ea typeface="Arial"/>
              <a:cs typeface="Arial"/>
              <a:sym typeface="Arial"/>
            </a:endParaRPr>
          </a:p>
        </p:txBody>
      </p:sp>
      <p:sp>
        <p:nvSpPr>
          <p:cNvPr id="861" name="Google Shape;861;p105"/>
          <p:cNvSpPr/>
          <p:nvPr/>
        </p:nvSpPr>
        <p:spPr>
          <a:xfrm>
            <a:off x="6903720" y="3840480"/>
            <a:ext cx="1170432"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05"/>
          <p:cNvSpPr/>
          <p:nvPr/>
        </p:nvSpPr>
        <p:spPr>
          <a:xfrm>
            <a:off x="6958584" y="3877056"/>
            <a:ext cx="1060704" cy="676656"/>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863" name="Google Shape;863;p105"/>
          <p:cNvSpPr/>
          <p:nvPr/>
        </p:nvSpPr>
        <p:spPr>
          <a:xfrm>
            <a:off x="8074152" y="3840480"/>
            <a:ext cx="658368"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05"/>
          <p:cNvSpPr/>
          <p:nvPr/>
        </p:nvSpPr>
        <p:spPr>
          <a:xfrm>
            <a:off x="8129016" y="3877056"/>
            <a:ext cx="548640" cy="676656"/>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3</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106"/>
          <p:cNvSpPr/>
          <p:nvPr/>
        </p:nvSpPr>
        <p:spPr>
          <a:xfrm>
            <a:off x="941825" y="91450"/>
            <a:ext cx="7653600" cy="82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300"/>
              <a:buFont typeface="Arial"/>
              <a:buNone/>
            </a:pPr>
            <a:r>
              <a:t/>
            </a:r>
            <a:endParaRPr b="1" sz="3300">
              <a:solidFill>
                <a:schemeClr val="dk1"/>
              </a:solidFill>
              <a:latin typeface="Inter"/>
              <a:ea typeface="Inter"/>
              <a:cs typeface="Inter"/>
              <a:sym typeface="Inter"/>
            </a:endParaRPr>
          </a:p>
          <a:p>
            <a:pPr indent="0" lvl="0" marL="0" rtl="0" algn="l">
              <a:spcBef>
                <a:spcPts val="0"/>
              </a:spcBef>
              <a:spcAft>
                <a:spcPts val="0"/>
              </a:spcAft>
              <a:buClr>
                <a:schemeClr val="dk1"/>
              </a:buClr>
              <a:buSzPts val="3300"/>
              <a:buFont typeface="Arial"/>
              <a:buNone/>
            </a:pPr>
            <a:r>
              <a:rPr b="1" lang="en" sz="3300">
                <a:solidFill>
                  <a:schemeClr val="dk1"/>
                </a:solidFill>
                <a:latin typeface="Inter"/>
                <a:ea typeface="Inter"/>
                <a:cs typeface="Inter"/>
                <a:sym typeface="Inter"/>
              </a:rPr>
              <a:t>PRODUCT BACKLOG - USER STORIES</a:t>
            </a:r>
            <a:endParaRPr sz="3300">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3300"/>
              <a:buFont typeface="Arial"/>
              <a:buNone/>
            </a:pPr>
            <a:r>
              <a:t/>
            </a:r>
            <a:endParaRPr b="1" sz="3300">
              <a:solidFill>
                <a:schemeClr val="dk1"/>
              </a:solidFill>
              <a:latin typeface="Inter"/>
              <a:ea typeface="Inter"/>
              <a:cs typeface="Inter"/>
              <a:sym typeface="Inter"/>
            </a:endParaRPr>
          </a:p>
        </p:txBody>
      </p:sp>
      <p:sp>
        <p:nvSpPr>
          <p:cNvPr id="870" name="Google Shape;870;p106"/>
          <p:cNvSpPr/>
          <p:nvPr/>
        </p:nvSpPr>
        <p:spPr>
          <a:xfrm>
            <a:off x="228600" y="1097280"/>
            <a:ext cx="658368"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06"/>
          <p:cNvSpPr/>
          <p:nvPr/>
        </p:nvSpPr>
        <p:spPr>
          <a:xfrm>
            <a:off x="283464" y="1133856"/>
            <a:ext cx="5486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US_ID</a:t>
            </a:r>
            <a:endParaRPr b="0" i="0" sz="1100" u="none" cap="none" strike="noStrike">
              <a:solidFill>
                <a:srgbClr val="000000"/>
              </a:solidFill>
              <a:latin typeface="Arial"/>
              <a:ea typeface="Arial"/>
              <a:cs typeface="Arial"/>
              <a:sym typeface="Arial"/>
            </a:endParaRPr>
          </a:p>
        </p:txBody>
      </p:sp>
      <p:sp>
        <p:nvSpPr>
          <p:cNvPr id="872" name="Google Shape;872;p106"/>
          <p:cNvSpPr/>
          <p:nvPr/>
        </p:nvSpPr>
        <p:spPr>
          <a:xfrm>
            <a:off x="886968" y="1097280"/>
            <a:ext cx="2194560"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06"/>
          <p:cNvSpPr/>
          <p:nvPr/>
        </p:nvSpPr>
        <p:spPr>
          <a:xfrm>
            <a:off x="941832" y="1133856"/>
            <a:ext cx="20848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User Stories</a:t>
            </a:r>
            <a:endParaRPr b="0" i="0" sz="1100" u="none" cap="none" strike="noStrike">
              <a:solidFill>
                <a:srgbClr val="000000"/>
              </a:solidFill>
              <a:latin typeface="Arial"/>
              <a:ea typeface="Arial"/>
              <a:cs typeface="Arial"/>
              <a:sym typeface="Arial"/>
            </a:endParaRPr>
          </a:p>
        </p:txBody>
      </p:sp>
      <p:sp>
        <p:nvSpPr>
          <p:cNvPr id="874" name="Google Shape;874;p106"/>
          <p:cNvSpPr/>
          <p:nvPr/>
        </p:nvSpPr>
        <p:spPr>
          <a:xfrm>
            <a:off x="3081528" y="1097280"/>
            <a:ext cx="3822192"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06"/>
          <p:cNvSpPr/>
          <p:nvPr/>
        </p:nvSpPr>
        <p:spPr>
          <a:xfrm>
            <a:off x="3136392" y="1133856"/>
            <a:ext cx="371246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Acceptance Criteria</a:t>
            </a:r>
            <a:endParaRPr b="0" i="0" sz="1100" u="none" cap="none" strike="noStrike">
              <a:solidFill>
                <a:srgbClr val="000000"/>
              </a:solidFill>
              <a:latin typeface="Arial"/>
              <a:ea typeface="Arial"/>
              <a:cs typeface="Arial"/>
              <a:sym typeface="Arial"/>
            </a:endParaRPr>
          </a:p>
        </p:txBody>
      </p:sp>
      <p:sp>
        <p:nvSpPr>
          <p:cNvPr id="876" name="Google Shape;876;p106"/>
          <p:cNvSpPr/>
          <p:nvPr/>
        </p:nvSpPr>
        <p:spPr>
          <a:xfrm>
            <a:off x="6903720" y="1097280"/>
            <a:ext cx="1170432"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06"/>
          <p:cNvSpPr/>
          <p:nvPr/>
        </p:nvSpPr>
        <p:spPr>
          <a:xfrm>
            <a:off x="6958584" y="1133856"/>
            <a:ext cx="106070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Feature</a:t>
            </a:r>
            <a:endParaRPr b="0" i="0" sz="1100" u="none" cap="none" strike="noStrike">
              <a:solidFill>
                <a:srgbClr val="000000"/>
              </a:solidFill>
              <a:latin typeface="Arial"/>
              <a:ea typeface="Arial"/>
              <a:cs typeface="Arial"/>
              <a:sym typeface="Arial"/>
            </a:endParaRPr>
          </a:p>
        </p:txBody>
      </p:sp>
      <p:sp>
        <p:nvSpPr>
          <p:cNvPr id="878" name="Google Shape;878;p106"/>
          <p:cNvSpPr/>
          <p:nvPr/>
        </p:nvSpPr>
        <p:spPr>
          <a:xfrm>
            <a:off x="8074152" y="1097280"/>
            <a:ext cx="658368"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06"/>
          <p:cNvSpPr/>
          <p:nvPr/>
        </p:nvSpPr>
        <p:spPr>
          <a:xfrm>
            <a:off x="8129016" y="1133856"/>
            <a:ext cx="5486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Story Points</a:t>
            </a:r>
            <a:endParaRPr b="0" i="0" sz="1100" u="none" cap="none" strike="noStrike">
              <a:solidFill>
                <a:srgbClr val="000000"/>
              </a:solidFill>
              <a:latin typeface="Arial"/>
              <a:ea typeface="Arial"/>
              <a:cs typeface="Arial"/>
              <a:sym typeface="Arial"/>
            </a:endParaRPr>
          </a:p>
        </p:txBody>
      </p:sp>
      <p:sp>
        <p:nvSpPr>
          <p:cNvPr id="880" name="Google Shape;880;p106"/>
          <p:cNvSpPr/>
          <p:nvPr/>
        </p:nvSpPr>
        <p:spPr>
          <a:xfrm>
            <a:off x="228600" y="1426464"/>
            <a:ext cx="658368" cy="914400"/>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06"/>
          <p:cNvSpPr/>
          <p:nvPr/>
        </p:nvSpPr>
        <p:spPr>
          <a:xfrm>
            <a:off x="283464" y="1463040"/>
            <a:ext cx="548700" cy="841200"/>
          </a:xfrm>
          <a:prstGeom prst="rect">
            <a:avLst/>
          </a:prstGeom>
          <a:solidFill>
            <a:srgbClr val="D9E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US_07</a:t>
            </a:r>
            <a:endParaRPr b="0" i="0" sz="1000" u="none" cap="none" strike="noStrike">
              <a:solidFill>
                <a:srgbClr val="000000"/>
              </a:solidFill>
              <a:latin typeface="Arial"/>
              <a:ea typeface="Arial"/>
              <a:cs typeface="Arial"/>
              <a:sym typeface="Arial"/>
            </a:endParaRPr>
          </a:p>
        </p:txBody>
      </p:sp>
      <p:sp>
        <p:nvSpPr>
          <p:cNvPr id="882" name="Google Shape;882;p106"/>
          <p:cNvSpPr/>
          <p:nvPr/>
        </p:nvSpPr>
        <p:spPr>
          <a:xfrm>
            <a:off x="886968" y="1426464"/>
            <a:ext cx="2194560" cy="914400"/>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06"/>
          <p:cNvSpPr/>
          <p:nvPr/>
        </p:nvSpPr>
        <p:spPr>
          <a:xfrm>
            <a:off x="941832" y="1463040"/>
            <a:ext cx="2084832" cy="841248"/>
          </a:xfrm>
          <a:prstGeom prst="rect">
            <a:avLst/>
          </a:prstGeom>
          <a:solidFill>
            <a:srgbClr val="D9EAD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receive an OA severity diagnosis so that I know the knee condition I am facing.</a:t>
            </a:r>
            <a:endParaRPr b="0" i="0" sz="900" u="none" cap="none" strike="noStrike">
              <a:solidFill>
                <a:srgbClr val="000000"/>
              </a:solidFill>
              <a:latin typeface="Arial"/>
              <a:ea typeface="Arial"/>
              <a:cs typeface="Arial"/>
              <a:sym typeface="Arial"/>
            </a:endParaRPr>
          </a:p>
        </p:txBody>
      </p:sp>
      <p:sp>
        <p:nvSpPr>
          <p:cNvPr id="884" name="Google Shape;884;p106"/>
          <p:cNvSpPr/>
          <p:nvPr/>
        </p:nvSpPr>
        <p:spPr>
          <a:xfrm>
            <a:off x="3081528" y="1426464"/>
            <a:ext cx="3822192" cy="914400"/>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06"/>
          <p:cNvSpPr/>
          <p:nvPr/>
        </p:nvSpPr>
        <p:spPr>
          <a:xfrm>
            <a:off x="3136392" y="1463040"/>
            <a:ext cx="3712464" cy="841248"/>
          </a:xfrm>
          <a:prstGeom prst="rect">
            <a:avLst/>
          </a:prstGeom>
          <a:solidFill>
            <a:srgbClr val="D9EAD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After submitting the image, the user receives a diagnosis.</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diagnosis is presented as the KL grade (0–4) and severity label.</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provides the diagnosis within a reasonable time (&lt; 1 min).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diagnosis is stored and associated with the user's case.</a:t>
            </a:r>
            <a:endParaRPr b="0" i="0" sz="900" u="none" cap="none" strike="noStrike">
              <a:solidFill>
                <a:srgbClr val="000000"/>
              </a:solidFill>
              <a:latin typeface="Arial"/>
              <a:ea typeface="Arial"/>
              <a:cs typeface="Arial"/>
              <a:sym typeface="Arial"/>
            </a:endParaRPr>
          </a:p>
        </p:txBody>
      </p:sp>
      <p:sp>
        <p:nvSpPr>
          <p:cNvPr id="886" name="Google Shape;886;p106"/>
          <p:cNvSpPr/>
          <p:nvPr/>
        </p:nvSpPr>
        <p:spPr>
          <a:xfrm>
            <a:off x="6903720" y="1426464"/>
            <a:ext cx="1170432" cy="914400"/>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06"/>
          <p:cNvSpPr/>
          <p:nvPr/>
        </p:nvSpPr>
        <p:spPr>
          <a:xfrm>
            <a:off x="6958584" y="1463040"/>
            <a:ext cx="1060704" cy="841248"/>
          </a:xfrm>
          <a:prstGeom prst="rect">
            <a:avLst/>
          </a:prstGeom>
          <a:solidFill>
            <a:srgbClr val="D9E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AI Model Integration</a:t>
            </a:r>
            <a:endParaRPr b="0" i="0" sz="900" u="none" cap="none" strike="noStrike">
              <a:solidFill>
                <a:srgbClr val="000000"/>
              </a:solidFill>
              <a:latin typeface="Arial"/>
              <a:ea typeface="Arial"/>
              <a:cs typeface="Arial"/>
              <a:sym typeface="Arial"/>
            </a:endParaRPr>
          </a:p>
        </p:txBody>
      </p:sp>
      <p:sp>
        <p:nvSpPr>
          <p:cNvPr id="888" name="Google Shape;888;p106"/>
          <p:cNvSpPr/>
          <p:nvPr/>
        </p:nvSpPr>
        <p:spPr>
          <a:xfrm>
            <a:off x="8074152" y="1426464"/>
            <a:ext cx="658368" cy="914400"/>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06"/>
          <p:cNvSpPr/>
          <p:nvPr/>
        </p:nvSpPr>
        <p:spPr>
          <a:xfrm>
            <a:off x="8129016" y="1463040"/>
            <a:ext cx="548640" cy="841248"/>
          </a:xfrm>
          <a:prstGeom prst="rect">
            <a:avLst/>
          </a:prstGeom>
          <a:solidFill>
            <a:srgbClr val="D9E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2</a:t>
            </a:r>
            <a:r>
              <a:rPr b="1" lang="en" sz="1200">
                <a:solidFill>
                  <a:srgbClr val="2C2C2C"/>
                </a:solidFill>
                <a:latin typeface="Calibri"/>
                <a:ea typeface="Calibri"/>
                <a:cs typeface="Calibri"/>
                <a:sym typeface="Calibri"/>
              </a:rPr>
              <a:t>1</a:t>
            </a:r>
            <a:endParaRPr b="0" i="0" sz="1200" u="none" cap="none" strike="noStrike">
              <a:solidFill>
                <a:srgbClr val="000000"/>
              </a:solidFill>
              <a:latin typeface="Arial"/>
              <a:ea typeface="Arial"/>
              <a:cs typeface="Arial"/>
              <a:sym typeface="Arial"/>
            </a:endParaRPr>
          </a:p>
        </p:txBody>
      </p:sp>
      <p:sp>
        <p:nvSpPr>
          <p:cNvPr id="890" name="Google Shape;890;p106"/>
          <p:cNvSpPr/>
          <p:nvPr/>
        </p:nvSpPr>
        <p:spPr>
          <a:xfrm>
            <a:off x="228600" y="2340864"/>
            <a:ext cx="658368" cy="82296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06"/>
          <p:cNvSpPr/>
          <p:nvPr/>
        </p:nvSpPr>
        <p:spPr>
          <a:xfrm>
            <a:off x="283464" y="2377440"/>
            <a:ext cx="548640" cy="749808"/>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US_08</a:t>
            </a:r>
            <a:endParaRPr b="0" i="0" sz="1000" u="none" cap="none" strike="noStrike">
              <a:solidFill>
                <a:srgbClr val="000000"/>
              </a:solidFill>
              <a:latin typeface="Arial"/>
              <a:ea typeface="Arial"/>
              <a:cs typeface="Arial"/>
              <a:sym typeface="Arial"/>
            </a:endParaRPr>
          </a:p>
        </p:txBody>
      </p:sp>
      <p:sp>
        <p:nvSpPr>
          <p:cNvPr id="892" name="Google Shape;892;p106"/>
          <p:cNvSpPr/>
          <p:nvPr/>
        </p:nvSpPr>
        <p:spPr>
          <a:xfrm>
            <a:off x="886968" y="2340864"/>
            <a:ext cx="2194560" cy="82296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06"/>
          <p:cNvSpPr/>
          <p:nvPr/>
        </p:nvSpPr>
        <p:spPr>
          <a:xfrm>
            <a:off x="941832" y="2377440"/>
            <a:ext cx="2084832" cy="749808"/>
          </a:xfrm>
          <a:prstGeom prst="rect">
            <a:avLst/>
          </a:prstGeom>
          <a:solidFill>
            <a:srgbClr val="C9DA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receive the most accurate possible diagnosis so that I can trust the assessment provided.</a:t>
            </a:r>
            <a:endParaRPr b="0" i="0" sz="900" u="none" cap="none" strike="noStrike">
              <a:solidFill>
                <a:srgbClr val="000000"/>
              </a:solidFill>
              <a:latin typeface="Arial"/>
              <a:ea typeface="Arial"/>
              <a:cs typeface="Arial"/>
              <a:sym typeface="Arial"/>
            </a:endParaRPr>
          </a:p>
        </p:txBody>
      </p:sp>
      <p:sp>
        <p:nvSpPr>
          <p:cNvPr id="894" name="Google Shape;894;p106"/>
          <p:cNvSpPr/>
          <p:nvPr/>
        </p:nvSpPr>
        <p:spPr>
          <a:xfrm>
            <a:off x="3081528" y="2340864"/>
            <a:ext cx="3822192" cy="82296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06"/>
          <p:cNvSpPr/>
          <p:nvPr/>
        </p:nvSpPr>
        <p:spPr>
          <a:xfrm>
            <a:off x="3136392" y="2377440"/>
            <a:ext cx="3712464" cy="749808"/>
          </a:xfrm>
          <a:prstGeom prst="rect">
            <a:avLst/>
          </a:prstGeom>
          <a:solidFill>
            <a:srgbClr val="C9DA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continuously improves the model and algorithms for better diagnostic results.</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diagnosis accuracy is optimised based on model refinements and external validation.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confidence level of the diagnosis should be high (e.g., 95%).</a:t>
            </a:r>
            <a:endParaRPr b="0" i="0" sz="900" u="none" cap="none" strike="noStrike">
              <a:solidFill>
                <a:srgbClr val="000000"/>
              </a:solidFill>
              <a:latin typeface="Arial"/>
              <a:ea typeface="Arial"/>
              <a:cs typeface="Arial"/>
              <a:sym typeface="Arial"/>
            </a:endParaRPr>
          </a:p>
        </p:txBody>
      </p:sp>
      <p:sp>
        <p:nvSpPr>
          <p:cNvPr id="896" name="Google Shape;896;p106"/>
          <p:cNvSpPr/>
          <p:nvPr/>
        </p:nvSpPr>
        <p:spPr>
          <a:xfrm>
            <a:off x="6903720" y="2340864"/>
            <a:ext cx="1170432" cy="82296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06"/>
          <p:cNvSpPr/>
          <p:nvPr/>
        </p:nvSpPr>
        <p:spPr>
          <a:xfrm>
            <a:off x="6958584" y="2377440"/>
            <a:ext cx="1060704" cy="749808"/>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AI Model Integration</a:t>
            </a:r>
            <a:endParaRPr b="0" i="0" sz="900" u="none" cap="none" strike="noStrike">
              <a:solidFill>
                <a:srgbClr val="000000"/>
              </a:solidFill>
              <a:latin typeface="Arial"/>
              <a:ea typeface="Arial"/>
              <a:cs typeface="Arial"/>
              <a:sym typeface="Arial"/>
            </a:endParaRPr>
          </a:p>
        </p:txBody>
      </p:sp>
      <p:sp>
        <p:nvSpPr>
          <p:cNvPr id="898" name="Google Shape;898;p106"/>
          <p:cNvSpPr/>
          <p:nvPr/>
        </p:nvSpPr>
        <p:spPr>
          <a:xfrm>
            <a:off x="8074152" y="2340864"/>
            <a:ext cx="658368" cy="82296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06"/>
          <p:cNvSpPr/>
          <p:nvPr/>
        </p:nvSpPr>
        <p:spPr>
          <a:xfrm>
            <a:off x="8129016" y="2377440"/>
            <a:ext cx="548640" cy="749808"/>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1</a:t>
            </a:r>
            <a:r>
              <a:rPr b="1" lang="en" sz="1200">
                <a:solidFill>
                  <a:srgbClr val="2C2C2C"/>
                </a:solidFill>
                <a:latin typeface="Calibri"/>
                <a:ea typeface="Calibri"/>
                <a:cs typeface="Calibri"/>
                <a:sym typeface="Calibri"/>
              </a:rPr>
              <a:t>3</a:t>
            </a:r>
            <a:endParaRPr b="0" i="0" sz="1200" u="none" cap="none" strike="noStrike">
              <a:solidFill>
                <a:srgbClr val="000000"/>
              </a:solidFill>
              <a:latin typeface="Arial"/>
              <a:ea typeface="Arial"/>
              <a:cs typeface="Arial"/>
              <a:sym typeface="Arial"/>
            </a:endParaRPr>
          </a:p>
        </p:txBody>
      </p:sp>
      <p:sp>
        <p:nvSpPr>
          <p:cNvPr id="900" name="Google Shape;900;p106"/>
          <p:cNvSpPr/>
          <p:nvPr/>
        </p:nvSpPr>
        <p:spPr>
          <a:xfrm>
            <a:off x="228600" y="3163824"/>
            <a:ext cx="658368"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06"/>
          <p:cNvSpPr/>
          <p:nvPr/>
        </p:nvSpPr>
        <p:spPr>
          <a:xfrm>
            <a:off x="283464" y="3200400"/>
            <a:ext cx="548640" cy="731520"/>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US_09</a:t>
            </a:r>
            <a:endParaRPr b="0" i="0" sz="1000" u="none" cap="none" strike="noStrike">
              <a:solidFill>
                <a:srgbClr val="000000"/>
              </a:solidFill>
              <a:latin typeface="Arial"/>
              <a:ea typeface="Arial"/>
              <a:cs typeface="Arial"/>
              <a:sym typeface="Arial"/>
            </a:endParaRPr>
          </a:p>
        </p:txBody>
      </p:sp>
      <p:sp>
        <p:nvSpPr>
          <p:cNvPr id="902" name="Google Shape;902;p106"/>
          <p:cNvSpPr/>
          <p:nvPr/>
        </p:nvSpPr>
        <p:spPr>
          <a:xfrm>
            <a:off x="886968" y="3163824"/>
            <a:ext cx="2194560"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06"/>
          <p:cNvSpPr/>
          <p:nvPr/>
        </p:nvSpPr>
        <p:spPr>
          <a:xfrm>
            <a:off x="941832" y="3200400"/>
            <a:ext cx="2084832" cy="731520"/>
          </a:xfrm>
          <a:prstGeom prst="rect">
            <a:avLst/>
          </a:prstGeom>
          <a:solidFill>
            <a:srgbClr val="C9DA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receive a brief description of the diagnosed condition so that I can understand the issue I am facing.</a:t>
            </a:r>
            <a:endParaRPr b="0" i="0" sz="900" u="none" cap="none" strike="noStrike">
              <a:solidFill>
                <a:srgbClr val="000000"/>
              </a:solidFill>
              <a:latin typeface="Arial"/>
              <a:ea typeface="Arial"/>
              <a:cs typeface="Arial"/>
              <a:sym typeface="Arial"/>
            </a:endParaRPr>
          </a:p>
        </p:txBody>
      </p:sp>
      <p:sp>
        <p:nvSpPr>
          <p:cNvPr id="904" name="Google Shape;904;p106"/>
          <p:cNvSpPr/>
          <p:nvPr/>
        </p:nvSpPr>
        <p:spPr>
          <a:xfrm>
            <a:off x="3081528" y="3163824"/>
            <a:ext cx="3822192"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06"/>
          <p:cNvSpPr/>
          <p:nvPr/>
        </p:nvSpPr>
        <p:spPr>
          <a:xfrm>
            <a:off x="3136392" y="3200400"/>
            <a:ext cx="3712464" cy="731520"/>
          </a:xfrm>
          <a:prstGeom prst="rect">
            <a:avLst/>
          </a:prstGeom>
          <a:solidFill>
            <a:srgbClr val="C9DA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After receiving the diagnosis, the user is provided with a brief description of the diagnosed condition.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description is written in clear, understandable language.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description includes common symptoms and causes.</a:t>
            </a:r>
            <a:endParaRPr b="0" i="0" sz="900" u="none" cap="none" strike="noStrike">
              <a:solidFill>
                <a:srgbClr val="000000"/>
              </a:solidFill>
              <a:latin typeface="Arial"/>
              <a:ea typeface="Arial"/>
              <a:cs typeface="Arial"/>
              <a:sym typeface="Arial"/>
            </a:endParaRPr>
          </a:p>
        </p:txBody>
      </p:sp>
      <p:sp>
        <p:nvSpPr>
          <p:cNvPr id="906" name="Google Shape;906;p106"/>
          <p:cNvSpPr/>
          <p:nvPr/>
        </p:nvSpPr>
        <p:spPr>
          <a:xfrm>
            <a:off x="6903720" y="3163824"/>
            <a:ext cx="1170432"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06"/>
          <p:cNvSpPr/>
          <p:nvPr/>
        </p:nvSpPr>
        <p:spPr>
          <a:xfrm>
            <a:off x="6958584" y="3200400"/>
            <a:ext cx="1060704" cy="731520"/>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AI Model Integration</a:t>
            </a:r>
            <a:endParaRPr b="0" i="0" sz="900" u="none" cap="none" strike="noStrike">
              <a:solidFill>
                <a:srgbClr val="000000"/>
              </a:solidFill>
              <a:latin typeface="Arial"/>
              <a:ea typeface="Arial"/>
              <a:cs typeface="Arial"/>
              <a:sym typeface="Arial"/>
            </a:endParaRPr>
          </a:p>
        </p:txBody>
      </p:sp>
      <p:sp>
        <p:nvSpPr>
          <p:cNvPr id="908" name="Google Shape;908;p106"/>
          <p:cNvSpPr/>
          <p:nvPr/>
        </p:nvSpPr>
        <p:spPr>
          <a:xfrm>
            <a:off x="8074152" y="3163824"/>
            <a:ext cx="658368"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06"/>
          <p:cNvSpPr/>
          <p:nvPr/>
        </p:nvSpPr>
        <p:spPr>
          <a:xfrm>
            <a:off x="8129016" y="3200400"/>
            <a:ext cx="548640" cy="731520"/>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2</a:t>
            </a:r>
            <a:endParaRPr b="0" i="0" sz="1200" u="none" cap="none" strike="noStrike">
              <a:solidFill>
                <a:srgbClr val="000000"/>
              </a:solidFill>
              <a:latin typeface="Arial"/>
              <a:ea typeface="Arial"/>
              <a:cs typeface="Arial"/>
              <a:sym typeface="Arial"/>
            </a:endParaRPr>
          </a:p>
        </p:txBody>
      </p:sp>
      <p:sp>
        <p:nvSpPr>
          <p:cNvPr id="910" name="Google Shape;910;p106"/>
          <p:cNvSpPr/>
          <p:nvPr/>
        </p:nvSpPr>
        <p:spPr>
          <a:xfrm>
            <a:off x="228600" y="3968496"/>
            <a:ext cx="658368"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06"/>
          <p:cNvSpPr/>
          <p:nvPr/>
        </p:nvSpPr>
        <p:spPr>
          <a:xfrm>
            <a:off x="283464" y="4005072"/>
            <a:ext cx="548640" cy="731520"/>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US_10</a:t>
            </a:r>
            <a:endParaRPr b="0" i="0" sz="1000" u="none" cap="none" strike="noStrike">
              <a:solidFill>
                <a:srgbClr val="000000"/>
              </a:solidFill>
              <a:latin typeface="Arial"/>
              <a:ea typeface="Arial"/>
              <a:cs typeface="Arial"/>
              <a:sym typeface="Arial"/>
            </a:endParaRPr>
          </a:p>
        </p:txBody>
      </p:sp>
      <p:sp>
        <p:nvSpPr>
          <p:cNvPr id="912" name="Google Shape;912;p106"/>
          <p:cNvSpPr/>
          <p:nvPr/>
        </p:nvSpPr>
        <p:spPr>
          <a:xfrm>
            <a:off x="886968" y="3968496"/>
            <a:ext cx="2194560"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06"/>
          <p:cNvSpPr/>
          <p:nvPr/>
        </p:nvSpPr>
        <p:spPr>
          <a:xfrm>
            <a:off x="941832" y="4005072"/>
            <a:ext cx="2084832" cy="731520"/>
          </a:xfrm>
          <a:prstGeom prst="rect">
            <a:avLst/>
          </a:prstGeom>
          <a:solidFill>
            <a:srgbClr val="C9DA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receive treatment recommendations so that I can take action towards treating my knee condition.</a:t>
            </a:r>
            <a:endParaRPr b="0" i="0" sz="900" u="none" cap="none" strike="noStrike">
              <a:solidFill>
                <a:srgbClr val="000000"/>
              </a:solidFill>
              <a:latin typeface="Arial"/>
              <a:ea typeface="Arial"/>
              <a:cs typeface="Arial"/>
              <a:sym typeface="Arial"/>
            </a:endParaRPr>
          </a:p>
        </p:txBody>
      </p:sp>
      <p:sp>
        <p:nvSpPr>
          <p:cNvPr id="914" name="Google Shape;914;p106"/>
          <p:cNvSpPr/>
          <p:nvPr/>
        </p:nvSpPr>
        <p:spPr>
          <a:xfrm>
            <a:off x="3081528" y="3968496"/>
            <a:ext cx="3822192"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06"/>
          <p:cNvSpPr/>
          <p:nvPr/>
        </p:nvSpPr>
        <p:spPr>
          <a:xfrm>
            <a:off x="3136392" y="4005072"/>
            <a:ext cx="3712464" cy="731520"/>
          </a:xfrm>
          <a:prstGeom prst="rect">
            <a:avLst/>
          </a:prstGeom>
          <a:solidFill>
            <a:srgbClr val="C9DA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After receiving the diagnosis, the user is provided with treatment recommendations.</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description is written in clear, understandable language.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description includes common symptoms and causes of the condition.</a:t>
            </a:r>
            <a:endParaRPr b="0" i="0" sz="900" u="none" cap="none" strike="noStrike">
              <a:solidFill>
                <a:srgbClr val="000000"/>
              </a:solidFill>
              <a:latin typeface="Arial"/>
              <a:ea typeface="Arial"/>
              <a:cs typeface="Arial"/>
              <a:sym typeface="Arial"/>
            </a:endParaRPr>
          </a:p>
        </p:txBody>
      </p:sp>
      <p:sp>
        <p:nvSpPr>
          <p:cNvPr id="916" name="Google Shape;916;p106"/>
          <p:cNvSpPr/>
          <p:nvPr/>
        </p:nvSpPr>
        <p:spPr>
          <a:xfrm>
            <a:off x="6903720" y="3968496"/>
            <a:ext cx="1170432"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06"/>
          <p:cNvSpPr/>
          <p:nvPr/>
        </p:nvSpPr>
        <p:spPr>
          <a:xfrm>
            <a:off x="6958584" y="4005072"/>
            <a:ext cx="1060704" cy="731520"/>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AI Model Integration</a:t>
            </a:r>
            <a:endParaRPr b="0" i="0" sz="900" u="none" cap="none" strike="noStrike">
              <a:solidFill>
                <a:srgbClr val="000000"/>
              </a:solidFill>
              <a:latin typeface="Arial"/>
              <a:ea typeface="Arial"/>
              <a:cs typeface="Arial"/>
              <a:sym typeface="Arial"/>
            </a:endParaRPr>
          </a:p>
        </p:txBody>
      </p:sp>
      <p:sp>
        <p:nvSpPr>
          <p:cNvPr id="918" name="Google Shape;918;p106"/>
          <p:cNvSpPr/>
          <p:nvPr/>
        </p:nvSpPr>
        <p:spPr>
          <a:xfrm>
            <a:off x="8074152" y="3968496"/>
            <a:ext cx="658368"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06"/>
          <p:cNvSpPr/>
          <p:nvPr/>
        </p:nvSpPr>
        <p:spPr>
          <a:xfrm>
            <a:off x="8129016" y="4005072"/>
            <a:ext cx="548640" cy="731520"/>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3</a:t>
            </a:r>
            <a:endParaRPr b="0" i="0" sz="1200" u="none" cap="none" strike="noStrike">
              <a:solidFill>
                <a:srgbClr val="000000"/>
              </a:solidFill>
              <a:latin typeface="Arial"/>
              <a:ea typeface="Arial"/>
              <a:cs typeface="Arial"/>
              <a:sym typeface="Arial"/>
            </a:endParaRPr>
          </a:p>
        </p:txBody>
      </p:sp>
      <p:sp>
        <p:nvSpPr>
          <p:cNvPr id="920" name="Google Shape;920;p106"/>
          <p:cNvSpPr/>
          <p:nvPr/>
        </p:nvSpPr>
        <p:spPr>
          <a:xfrm>
            <a:off x="8787375" y="222885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107"/>
          <p:cNvSpPr/>
          <p:nvPr/>
        </p:nvSpPr>
        <p:spPr>
          <a:xfrm>
            <a:off x="941825" y="91450"/>
            <a:ext cx="7653600" cy="82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300"/>
              <a:buFont typeface="Arial"/>
              <a:buNone/>
            </a:pPr>
            <a:r>
              <a:rPr b="1" lang="en" sz="3300">
                <a:solidFill>
                  <a:schemeClr val="dk1"/>
                </a:solidFill>
                <a:latin typeface="Inter"/>
                <a:ea typeface="Inter"/>
                <a:cs typeface="Inter"/>
                <a:sym typeface="Inter"/>
              </a:rPr>
              <a:t>Sprint 3 Backlog</a:t>
            </a:r>
            <a:endParaRPr b="1" sz="3300">
              <a:solidFill>
                <a:schemeClr val="dk1"/>
              </a:solidFill>
              <a:latin typeface="Inter"/>
              <a:ea typeface="Inter"/>
              <a:cs typeface="Inter"/>
              <a:sym typeface="Inter"/>
            </a:endParaRPr>
          </a:p>
        </p:txBody>
      </p:sp>
      <p:sp>
        <p:nvSpPr>
          <p:cNvPr id="926" name="Google Shape;926;p107"/>
          <p:cNvSpPr/>
          <p:nvPr/>
        </p:nvSpPr>
        <p:spPr>
          <a:xfrm>
            <a:off x="228600" y="1097280"/>
            <a:ext cx="658500" cy="3291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07"/>
          <p:cNvSpPr/>
          <p:nvPr/>
        </p:nvSpPr>
        <p:spPr>
          <a:xfrm>
            <a:off x="283464" y="1133856"/>
            <a:ext cx="5487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US_ID</a:t>
            </a:r>
            <a:endParaRPr b="0" i="0" sz="1100" u="none" cap="none" strike="noStrike">
              <a:solidFill>
                <a:srgbClr val="000000"/>
              </a:solidFill>
              <a:latin typeface="Arial"/>
              <a:ea typeface="Arial"/>
              <a:cs typeface="Arial"/>
              <a:sym typeface="Arial"/>
            </a:endParaRPr>
          </a:p>
        </p:txBody>
      </p:sp>
      <p:sp>
        <p:nvSpPr>
          <p:cNvPr id="928" name="Google Shape;928;p107"/>
          <p:cNvSpPr/>
          <p:nvPr/>
        </p:nvSpPr>
        <p:spPr>
          <a:xfrm>
            <a:off x="886968" y="1097280"/>
            <a:ext cx="2194500" cy="3291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07"/>
          <p:cNvSpPr/>
          <p:nvPr/>
        </p:nvSpPr>
        <p:spPr>
          <a:xfrm>
            <a:off x="941832" y="1133856"/>
            <a:ext cx="20847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User Stories</a:t>
            </a:r>
            <a:endParaRPr b="0" i="0" sz="1100" u="none" cap="none" strike="noStrike">
              <a:solidFill>
                <a:srgbClr val="000000"/>
              </a:solidFill>
              <a:latin typeface="Arial"/>
              <a:ea typeface="Arial"/>
              <a:cs typeface="Arial"/>
              <a:sym typeface="Arial"/>
            </a:endParaRPr>
          </a:p>
        </p:txBody>
      </p:sp>
      <p:sp>
        <p:nvSpPr>
          <p:cNvPr id="930" name="Google Shape;930;p107"/>
          <p:cNvSpPr/>
          <p:nvPr/>
        </p:nvSpPr>
        <p:spPr>
          <a:xfrm>
            <a:off x="3081528" y="1097280"/>
            <a:ext cx="3822300" cy="3291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07"/>
          <p:cNvSpPr/>
          <p:nvPr/>
        </p:nvSpPr>
        <p:spPr>
          <a:xfrm>
            <a:off x="3136392" y="1133856"/>
            <a:ext cx="37125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Acceptance Criteria</a:t>
            </a:r>
            <a:endParaRPr b="0" i="0" sz="1100" u="none" cap="none" strike="noStrike">
              <a:solidFill>
                <a:srgbClr val="000000"/>
              </a:solidFill>
              <a:latin typeface="Arial"/>
              <a:ea typeface="Arial"/>
              <a:cs typeface="Arial"/>
              <a:sym typeface="Arial"/>
            </a:endParaRPr>
          </a:p>
        </p:txBody>
      </p:sp>
      <p:sp>
        <p:nvSpPr>
          <p:cNvPr id="932" name="Google Shape;932;p107"/>
          <p:cNvSpPr/>
          <p:nvPr/>
        </p:nvSpPr>
        <p:spPr>
          <a:xfrm>
            <a:off x="6903720" y="1097280"/>
            <a:ext cx="1170300" cy="3291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07"/>
          <p:cNvSpPr/>
          <p:nvPr/>
        </p:nvSpPr>
        <p:spPr>
          <a:xfrm>
            <a:off x="6958584" y="1133856"/>
            <a:ext cx="1060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Feature</a:t>
            </a:r>
            <a:endParaRPr b="0" i="0" sz="1100" u="none" cap="none" strike="noStrike">
              <a:solidFill>
                <a:srgbClr val="000000"/>
              </a:solidFill>
              <a:latin typeface="Arial"/>
              <a:ea typeface="Arial"/>
              <a:cs typeface="Arial"/>
              <a:sym typeface="Arial"/>
            </a:endParaRPr>
          </a:p>
        </p:txBody>
      </p:sp>
      <p:sp>
        <p:nvSpPr>
          <p:cNvPr id="934" name="Google Shape;934;p107"/>
          <p:cNvSpPr/>
          <p:nvPr/>
        </p:nvSpPr>
        <p:spPr>
          <a:xfrm>
            <a:off x="8074152" y="1097280"/>
            <a:ext cx="658500" cy="3291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07"/>
          <p:cNvSpPr/>
          <p:nvPr/>
        </p:nvSpPr>
        <p:spPr>
          <a:xfrm>
            <a:off x="8129016" y="1133856"/>
            <a:ext cx="5487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Story Points</a:t>
            </a:r>
            <a:endParaRPr b="0" i="0" sz="1100" u="none" cap="none" strike="noStrike">
              <a:solidFill>
                <a:srgbClr val="000000"/>
              </a:solidFill>
              <a:latin typeface="Arial"/>
              <a:ea typeface="Arial"/>
              <a:cs typeface="Arial"/>
              <a:sym typeface="Arial"/>
            </a:endParaRPr>
          </a:p>
        </p:txBody>
      </p:sp>
      <p:sp>
        <p:nvSpPr>
          <p:cNvPr id="936" name="Google Shape;936;p107"/>
          <p:cNvSpPr/>
          <p:nvPr/>
        </p:nvSpPr>
        <p:spPr>
          <a:xfrm>
            <a:off x="228600" y="1426464"/>
            <a:ext cx="6585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07"/>
          <p:cNvSpPr/>
          <p:nvPr/>
        </p:nvSpPr>
        <p:spPr>
          <a:xfrm>
            <a:off x="283464" y="1463040"/>
            <a:ext cx="548700" cy="6768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US_03</a:t>
            </a:r>
            <a:endParaRPr b="0" i="0" sz="1000" u="none" cap="none" strike="noStrike">
              <a:solidFill>
                <a:srgbClr val="000000"/>
              </a:solidFill>
              <a:latin typeface="Arial"/>
              <a:ea typeface="Arial"/>
              <a:cs typeface="Arial"/>
              <a:sym typeface="Arial"/>
            </a:endParaRPr>
          </a:p>
        </p:txBody>
      </p:sp>
      <p:sp>
        <p:nvSpPr>
          <p:cNvPr id="938" name="Google Shape;938;p107"/>
          <p:cNvSpPr/>
          <p:nvPr/>
        </p:nvSpPr>
        <p:spPr>
          <a:xfrm>
            <a:off x="886968" y="1426464"/>
            <a:ext cx="21945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07"/>
          <p:cNvSpPr/>
          <p:nvPr/>
        </p:nvSpPr>
        <p:spPr>
          <a:xfrm>
            <a:off x="941832" y="1463040"/>
            <a:ext cx="2084700" cy="676800"/>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register an account so that I can store my basic information and access personalised services.</a:t>
            </a:r>
            <a:endParaRPr b="0" i="0" sz="900" u="none" cap="none" strike="noStrike">
              <a:solidFill>
                <a:srgbClr val="000000"/>
              </a:solidFill>
              <a:latin typeface="Arial"/>
              <a:ea typeface="Arial"/>
              <a:cs typeface="Arial"/>
              <a:sym typeface="Arial"/>
            </a:endParaRPr>
          </a:p>
        </p:txBody>
      </p:sp>
      <p:sp>
        <p:nvSpPr>
          <p:cNvPr id="940" name="Google Shape;940;p107"/>
          <p:cNvSpPr/>
          <p:nvPr/>
        </p:nvSpPr>
        <p:spPr>
          <a:xfrm>
            <a:off x="3081528" y="1426464"/>
            <a:ext cx="38223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07"/>
          <p:cNvSpPr/>
          <p:nvPr/>
        </p:nvSpPr>
        <p:spPr>
          <a:xfrm>
            <a:off x="3136392" y="1463040"/>
            <a:ext cx="3712500" cy="676800"/>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user can access a registration page requiring: Full name, Email address, Password creation.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Post-registration, the user can log in and update their profile information.</a:t>
            </a:r>
            <a:endParaRPr b="0" i="0" sz="900" u="none" cap="none" strike="noStrike">
              <a:solidFill>
                <a:srgbClr val="000000"/>
              </a:solidFill>
              <a:latin typeface="Arial"/>
              <a:ea typeface="Arial"/>
              <a:cs typeface="Arial"/>
              <a:sym typeface="Arial"/>
            </a:endParaRPr>
          </a:p>
        </p:txBody>
      </p:sp>
      <p:sp>
        <p:nvSpPr>
          <p:cNvPr id="942" name="Google Shape;942;p107"/>
          <p:cNvSpPr/>
          <p:nvPr/>
        </p:nvSpPr>
        <p:spPr>
          <a:xfrm>
            <a:off x="6903720" y="1426464"/>
            <a:ext cx="11703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07"/>
          <p:cNvSpPr/>
          <p:nvPr/>
        </p:nvSpPr>
        <p:spPr>
          <a:xfrm>
            <a:off x="6958584" y="1463040"/>
            <a:ext cx="1060800" cy="6768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944" name="Google Shape;944;p107"/>
          <p:cNvSpPr/>
          <p:nvPr/>
        </p:nvSpPr>
        <p:spPr>
          <a:xfrm>
            <a:off x="8074152" y="1426464"/>
            <a:ext cx="6585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07"/>
          <p:cNvSpPr/>
          <p:nvPr/>
        </p:nvSpPr>
        <p:spPr>
          <a:xfrm>
            <a:off x="8129016" y="1463040"/>
            <a:ext cx="548700" cy="6768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2</a:t>
            </a:r>
            <a:endParaRPr b="0" i="0" sz="1200" u="none" cap="none" strike="noStrike">
              <a:solidFill>
                <a:srgbClr val="000000"/>
              </a:solidFill>
              <a:latin typeface="Arial"/>
              <a:ea typeface="Arial"/>
              <a:cs typeface="Arial"/>
              <a:sym typeface="Arial"/>
            </a:endParaRPr>
          </a:p>
        </p:txBody>
      </p:sp>
      <p:sp>
        <p:nvSpPr>
          <p:cNvPr id="946" name="Google Shape;946;p107"/>
          <p:cNvSpPr/>
          <p:nvPr/>
        </p:nvSpPr>
        <p:spPr>
          <a:xfrm>
            <a:off x="228600" y="2176272"/>
            <a:ext cx="658500" cy="6585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07"/>
          <p:cNvSpPr/>
          <p:nvPr/>
        </p:nvSpPr>
        <p:spPr>
          <a:xfrm>
            <a:off x="283464" y="2212848"/>
            <a:ext cx="548700" cy="5853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US_04</a:t>
            </a:r>
            <a:endParaRPr b="0" i="0" sz="1000" u="none" cap="none" strike="noStrike">
              <a:solidFill>
                <a:srgbClr val="000000"/>
              </a:solidFill>
              <a:latin typeface="Arial"/>
              <a:ea typeface="Arial"/>
              <a:cs typeface="Arial"/>
              <a:sym typeface="Arial"/>
            </a:endParaRPr>
          </a:p>
        </p:txBody>
      </p:sp>
      <p:sp>
        <p:nvSpPr>
          <p:cNvPr id="948" name="Google Shape;948;p107"/>
          <p:cNvSpPr/>
          <p:nvPr/>
        </p:nvSpPr>
        <p:spPr>
          <a:xfrm>
            <a:off x="886968" y="2176272"/>
            <a:ext cx="2194500" cy="6585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07"/>
          <p:cNvSpPr/>
          <p:nvPr/>
        </p:nvSpPr>
        <p:spPr>
          <a:xfrm>
            <a:off x="941832" y="2212848"/>
            <a:ext cx="2084700" cy="585300"/>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log in to my account so that I can manage my cases and view diagnoses.</a:t>
            </a:r>
            <a:endParaRPr b="0" i="0" sz="900" u="none" cap="none" strike="noStrike">
              <a:solidFill>
                <a:srgbClr val="000000"/>
              </a:solidFill>
              <a:latin typeface="Arial"/>
              <a:ea typeface="Arial"/>
              <a:cs typeface="Arial"/>
              <a:sym typeface="Arial"/>
            </a:endParaRPr>
          </a:p>
        </p:txBody>
      </p:sp>
      <p:sp>
        <p:nvSpPr>
          <p:cNvPr id="950" name="Google Shape;950;p107"/>
          <p:cNvSpPr/>
          <p:nvPr/>
        </p:nvSpPr>
        <p:spPr>
          <a:xfrm>
            <a:off x="3081528" y="2176272"/>
            <a:ext cx="3822300" cy="6585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07"/>
          <p:cNvSpPr/>
          <p:nvPr/>
        </p:nvSpPr>
        <p:spPr>
          <a:xfrm>
            <a:off x="3136392" y="2212848"/>
            <a:ext cx="3712500" cy="585300"/>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user accesses a login page requiring: Email address, Password.</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Upon successful login, the user is directed to their dashboard.</a:t>
            </a:r>
            <a:endParaRPr b="0" i="0" sz="900" u="none" cap="none" strike="noStrike">
              <a:solidFill>
                <a:srgbClr val="000000"/>
              </a:solidFill>
              <a:latin typeface="Arial"/>
              <a:ea typeface="Arial"/>
              <a:cs typeface="Arial"/>
              <a:sym typeface="Arial"/>
            </a:endParaRPr>
          </a:p>
        </p:txBody>
      </p:sp>
      <p:sp>
        <p:nvSpPr>
          <p:cNvPr id="952" name="Google Shape;952;p107"/>
          <p:cNvSpPr/>
          <p:nvPr/>
        </p:nvSpPr>
        <p:spPr>
          <a:xfrm>
            <a:off x="6903720" y="2176272"/>
            <a:ext cx="1170300" cy="6585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07"/>
          <p:cNvSpPr/>
          <p:nvPr/>
        </p:nvSpPr>
        <p:spPr>
          <a:xfrm>
            <a:off x="6958584" y="2212848"/>
            <a:ext cx="1060800" cy="5853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954" name="Google Shape;954;p107"/>
          <p:cNvSpPr/>
          <p:nvPr/>
        </p:nvSpPr>
        <p:spPr>
          <a:xfrm>
            <a:off x="8074152" y="2176272"/>
            <a:ext cx="658500" cy="6585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07"/>
          <p:cNvSpPr/>
          <p:nvPr/>
        </p:nvSpPr>
        <p:spPr>
          <a:xfrm>
            <a:off x="8129016" y="2212848"/>
            <a:ext cx="548700" cy="5853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1</a:t>
            </a:r>
            <a:endParaRPr b="0" i="0" sz="1200" u="none" cap="none" strike="noStrike">
              <a:solidFill>
                <a:srgbClr val="000000"/>
              </a:solidFill>
              <a:latin typeface="Arial"/>
              <a:ea typeface="Arial"/>
              <a:cs typeface="Arial"/>
              <a:sym typeface="Arial"/>
            </a:endParaRPr>
          </a:p>
        </p:txBody>
      </p:sp>
      <p:sp>
        <p:nvSpPr>
          <p:cNvPr id="956" name="Google Shape;956;p107"/>
          <p:cNvSpPr/>
          <p:nvPr/>
        </p:nvSpPr>
        <p:spPr>
          <a:xfrm>
            <a:off x="228600" y="2834640"/>
            <a:ext cx="658500" cy="10059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07"/>
          <p:cNvSpPr/>
          <p:nvPr/>
        </p:nvSpPr>
        <p:spPr>
          <a:xfrm>
            <a:off x="283464" y="2871216"/>
            <a:ext cx="548700" cy="9327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US_05</a:t>
            </a:r>
            <a:endParaRPr b="0" i="0" sz="1000" u="none" cap="none" strike="noStrike">
              <a:solidFill>
                <a:srgbClr val="000000"/>
              </a:solidFill>
              <a:latin typeface="Arial"/>
              <a:ea typeface="Arial"/>
              <a:cs typeface="Arial"/>
              <a:sym typeface="Arial"/>
            </a:endParaRPr>
          </a:p>
        </p:txBody>
      </p:sp>
      <p:sp>
        <p:nvSpPr>
          <p:cNvPr id="958" name="Google Shape;958;p107"/>
          <p:cNvSpPr/>
          <p:nvPr/>
        </p:nvSpPr>
        <p:spPr>
          <a:xfrm>
            <a:off x="886968" y="2834640"/>
            <a:ext cx="2194500" cy="10059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07"/>
          <p:cNvSpPr/>
          <p:nvPr/>
        </p:nvSpPr>
        <p:spPr>
          <a:xfrm>
            <a:off x="941832" y="2871216"/>
            <a:ext cx="2084700" cy="932700"/>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 user, I want to view my past cases and track their statuses so that I can monitor my health progress.</a:t>
            </a:r>
            <a:endParaRPr b="0" i="0" sz="900" u="none" cap="none" strike="noStrike">
              <a:solidFill>
                <a:srgbClr val="000000"/>
              </a:solidFill>
              <a:latin typeface="Arial"/>
              <a:ea typeface="Arial"/>
              <a:cs typeface="Arial"/>
              <a:sym typeface="Arial"/>
            </a:endParaRPr>
          </a:p>
        </p:txBody>
      </p:sp>
      <p:sp>
        <p:nvSpPr>
          <p:cNvPr id="960" name="Google Shape;960;p107"/>
          <p:cNvSpPr/>
          <p:nvPr/>
        </p:nvSpPr>
        <p:spPr>
          <a:xfrm>
            <a:off x="3081528" y="2834640"/>
            <a:ext cx="3822300" cy="10059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07"/>
          <p:cNvSpPr/>
          <p:nvPr/>
        </p:nvSpPr>
        <p:spPr>
          <a:xfrm>
            <a:off x="3136392" y="2871216"/>
            <a:ext cx="3712500" cy="932700"/>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user can access a 'Case History' section after logging in.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All past cases are listed in chronological order (most recent first).</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Each case displays: case ID, case open date, status.</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updates case statuses in real-time.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Clicking on a case entry navigates the user to that case's report.</a:t>
            </a:r>
            <a:endParaRPr b="0" i="0" sz="900" u="none" cap="none" strike="noStrike">
              <a:solidFill>
                <a:srgbClr val="000000"/>
              </a:solidFill>
              <a:latin typeface="Arial"/>
              <a:ea typeface="Arial"/>
              <a:cs typeface="Arial"/>
              <a:sym typeface="Arial"/>
            </a:endParaRPr>
          </a:p>
        </p:txBody>
      </p:sp>
      <p:sp>
        <p:nvSpPr>
          <p:cNvPr id="962" name="Google Shape;962;p107"/>
          <p:cNvSpPr/>
          <p:nvPr/>
        </p:nvSpPr>
        <p:spPr>
          <a:xfrm>
            <a:off x="6903720" y="2834640"/>
            <a:ext cx="1170300" cy="10059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07"/>
          <p:cNvSpPr/>
          <p:nvPr/>
        </p:nvSpPr>
        <p:spPr>
          <a:xfrm>
            <a:off x="6958584" y="2871216"/>
            <a:ext cx="1060800" cy="9327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964" name="Google Shape;964;p107"/>
          <p:cNvSpPr/>
          <p:nvPr/>
        </p:nvSpPr>
        <p:spPr>
          <a:xfrm>
            <a:off x="8074152" y="2834640"/>
            <a:ext cx="658500" cy="10059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07"/>
          <p:cNvSpPr/>
          <p:nvPr/>
        </p:nvSpPr>
        <p:spPr>
          <a:xfrm>
            <a:off x="8129016" y="2871216"/>
            <a:ext cx="548700" cy="9327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2</a:t>
            </a:r>
            <a:endParaRPr b="0" i="0" sz="1200" u="none" cap="none" strike="noStrike">
              <a:solidFill>
                <a:srgbClr val="000000"/>
              </a:solidFill>
              <a:latin typeface="Arial"/>
              <a:ea typeface="Arial"/>
              <a:cs typeface="Arial"/>
              <a:sym typeface="Arial"/>
            </a:endParaRPr>
          </a:p>
        </p:txBody>
      </p:sp>
      <p:sp>
        <p:nvSpPr>
          <p:cNvPr id="966" name="Google Shape;966;p107"/>
          <p:cNvSpPr/>
          <p:nvPr/>
        </p:nvSpPr>
        <p:spPr>
          <a:xfrm>
            <a:off x="228600" y="3840480"/>
            <a:ext cx="6585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07"/>
          <p:cNvSpPr/>
          <p:nvPr/>
        </p:nvSpPr>
        <p:spPr>
          <a:xfrm>
            <a:off x="283464" y="3877056"/>
            <a:ext cx="548700" cy="6768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US_06</a:t>
            </a:r>
            <a:endParaRPr b="0" i="0" sz="1000" u="none" cap="none" strike="noStrike">
              <a:solidFill>
                <a:srgbClr val="000000"/>
              </a:solidFill>
              <a:latin typeface="Arial"/>
              <a:ea typeface="Arial"/>
              <a:cs typeface="Arial"/>
              <a:sym typeface="Arial"/>
            </a:endParaRPr>
          </a:p>
        </p:txBody>
      </p:sp>
      <p:sp>
        <p:nvSpPr>
          <p:cNvPr id="968" name="Google Shape;968;p107"/>
          <p:cNvSpPr/>
          <p:nvPr/>
        </p:nvSpPr>
        <p:spPr>
          <a:xfrm>
            <a:off x="886968" y="3840480"/>
            <a:ext cx="21945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07"/>
          <p:cNvSpPr/>
          <p:nvPr/>
        </p:nvSpPr>
        <p:spPr>
          <a:xfrm>
            <a:off x="941832" y="3877056"/>
            <a:ext cx="2084700" cy="676800"/>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implement JWT authentication so that my session is secure.</a:t>
            </a:r>
            <a:endParaRPr b="0" i="0" sz="900" u="none" cap="none" strike="noStrike">
              <a:solidFill>
                <a:srgbClr val="000000"/>
              </a:solidFill>
              <a:latin typeface="Arial"/>
              <a:ea typeface="Arial"/>
              <a:cs typeface="Arial"/>
              <a:sym typeface="Arial"/>
            </a:endParaRPr>
          </a:p>
        </p:txBody>
      </p:sp>
      <p:sp>
        <p:nvSpPr>
          <p:cNvPr id="970" name="Google Shape;970;p107"/>
          <p:cNvSpPr/>
          <p:nvPr/>
        </p:nvSpPr>
        <p:spPr>
          <a:xfrm>
            <a:off x="3081528" y="3840480"/>
            <a:ext cx="38223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07"/>
          <p:cNvSpPr/>
          <p:nvPr/>
        </p:nvSpPr>
        <p:spPr>
          <a:xfrm>
            <a:off x="3136392" y="3877056"/>
            <a:ext cx="3712500" cy="676800"/>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JWT tokens are generated on login and validated on every protected route.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Tokens expire after a defined period and require re-authentication.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Invalid or expired tokens return a 401 Unauthorized response.</a:t>
            </a:r>
            <a:endParaRPr b="0" i="0" sz="900" u="none" cap="none" strike="noStrike">
              <a:solidFill>
                <a:srgbClr val="000000"/>
              </a:solidFill>
              <a:latin typeface="Arial"/>
              <a:ea typeface="Arial"/>
              <a:cs typeface="Arial"/>
              <a:sym typeface="Arial"/>
            </a:endParaRPr>
          </a:p>
        </p:txBody>
      </p:sp>
      <p:sp>
        <p:nvSpPr>
          <p:cNvPr id="972" name="Google Shape;972;p107"/>
          <p:cNvSpPr/>
          <p:nvPr/>
        </p:nvSpPr>
        <p:spPr>
          <a:xfrm>
            <a:off x="6903720" y="3840480"/>
            <a:ext cx="11703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07"/>
          <p:cNvSpPr/>
          <p:nvPr/>
        </p:nvSpPr>
        <p:spPr>
          <a:xfrm>
            <a:off x="6958584" y="3877056"/>
            <a:ext cx="1060800" cy="6768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974" name="Google Shape;974;p107"/>
          <p:cNvSpPr/>
          <p:nvPr/>
        </p:nvSpPr>
        <p:spPr>
          <a:xfrm>
            <a:off x="8074152" y="3840480"/>
            <a:ext cx="6585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07"/>
          <p:cNvSpPr/>
          <p:nvPr/>
        </p:nvSpPr>
        <p:spPr>
          <a:xfrm>
            <a:off x="8129016" y="3877056"/>
            <a:ext cx="548700" cy="6768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3</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08"/>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Project Schedule - Sprint 3</a:t>
            </a:r>
            <a:endParaRPr i="1"/>
          </a:p>
        </p:txBody>
      </p:sp>
      <p:pic>
        <p:nvPicPr>
          <p:cNvPr id="981" name="Google Shape;981;p108" title="Minimal Gradient by Slidesgo (2).jpg"/>
          <p:cNvPicPr preferRelativeResize="0"/>
          <p:nvPr>
            <p:ph idx="2" type="pic"/>
          </p:nvPr>
        </p:nvPicPr>
        <p:blipFill rotWithShape="1">
          <a:blip r:embed="rId3">
            <a:alphaModFix/>
          </a:blip>
          <a:srcRect b="19910" l="20913" r="40201" t="0"/>
          <a:stretch/>
        </p:blipFill>
        <p:spPr>
          <a:xfrm>
            <a:off x="8628900" y="4546798"/>
            <a:ext cx="515100" cy="596751"/>
          </a:xfrm>
          <a:prstGeom prst="rect">
            <a:avLst/>
          </a:prstGeom>
          <a:noFill/>
          <a:ln>
            <a:noFill/>
          </a:ln>
        </p:spPr>
      </p:pic>
      <p:graphicFrame>
        <p:nvGraphicFramePr>
          <p:cNvPr id="982" name="Google Shape;982;p108"/>
          <p:cNvGraphicFramePr/>
          <p:nvPr/>
        </p:nvGraphicFramePr>
        <p:xfrm>
          <a:off x="515100" y="857025"/>
          <a:ext cx="3000000" cy="3000000"/>
        </p:xfrm>
        <a:graphic>
          <a:graphicData uri="http://schemas.openxmlformats.org/drawingml/2006/table">
            <a:tbl>
              <a:tblPr>
                <a:noFill/>
                <a:tableStyleId>{A7100D7C-081D-4764-8173-9F4D3C5EC5DE}</a:tableStyleId>
              </a:tblPr>
              <a:tblGrid>
                <a:gridCol w="703175"/>
                <a:gridCol w="647175"/>
                <a:gridCol w="4109275"/>
                <a:gridCol w="512200"/>
                <a:gridCol w="1024400"/>
                <a:gridCol w="500575"/>
              </a:tblGrid>
              <a:tr h="257150">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Calibri"/>
                          <a:ea typeface="Calibri"/>
                          <a:cs typeface="Calibri"/>
                          <a:sym typeface="Calibri"/>
                        </a:rPr>
                        <a:t>Key</a:t>
                      </a:r>
                      <a:endParaRPr/>
                    </a:p>
                  </a:txBody>
                  <a:tcPr marT="5375" marB="0" marR="5375" marL="5375" anchor="b">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Calibri"/>
                          <a:ea typeface="Calibri"/>
                          <a:cs typeface="Calibri"/>
                          <a:sym typeface="Calibri"/>
                        </a:rPr>
                        <a:t>Issue Type</a:t>
                      </a:r>
                      <a:endParaRPr/>
                    </a:p>
                  </a:txBody>
                  <a:tcPr marT="5375" marB="0" marR="5375" marL="53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Calibri"/>
                          <a:ea typeface="Calibri"/>
                          <a:cs typeface="Calibri"/>
                          <a:sym typeface="Calibri"/>
                        </a:rPr>
                        <a:t>Summary</a:t>
                      </a:r>
                      <a:endParaRPr/>
                    </a:p>
                  </a:txBody>
                  <a:tcPr marT="5375" marB="0" marR="5375" marL="53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Calibri"/>
                          <a:ea typeface="Calibri"/>
                          <a:cs typeface="Calibri"/>
                          <a:sym typeface="Calibri"/>
                        </a:rPr>
                        <a:t>Status</a:t>
                      </a:r>
                      <a:endParaRPr/>
                    </a:p>
                  </a:txBody>
                  <a:tcPr marT="5375" marB="0" marR="5375" marL="53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Calibri"/>
                          <a:ea typeface="Calibri"/>
                          <a:cs typeface="Calibri"/>
                          <a:sym typeface="Calibri"/>
                        </a:rPr>
                        <a:t>Assignee</a:t>
                      </a:r>
                      <a:endParaRPr/>
                    </a:p>
                  </a:txBody>
                  <a:tcPr marT="5375" marB="0" marR="5375" marL="53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Calibri"/>
                          <a:ea typeface="Calibri"/>
                          <a:cs typeface="Calibri"/>
                          <a:sym typeface="Calibri"/>
                        </a:rPr>
                        <a:t>Sprint</a:t>
                      </a:r>
                      <a:endParaRPr/>
                    </a:p>
                  </a:txBody>
                  <a:tcPr marT="5375" marB="0" marR="5375" marL="5375" anchor="b">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r>
              <a:tr h="2571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SCRUM-59</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Add educational tooltips throughout app</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Swatej</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a:t>
                      </a:r>
                      <a:r>
                        <a:rPr lang="en" sz="1000">
                          <a:latin typeface="Calibri"/>
                          <a:ea typeface="Calibri"/>
                          <a:cs typeface="Calibri"/>
                          <a:sym typeface="Calibri"/>
                        </a:rPr>
                        <a:t>3</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571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SCRUM-60</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Make UI responsive (mobile/tablet/desktop)</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Daniel</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Sprint 3</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571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SCRUM-33</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Deploy to development environment</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Daniel</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Calibri"/>
                          <a:ea typeface="Calibri"/>
                          <a:cs typeface="Calibri"/>
                          <a:sym typeface="Calibri"/>
                        </a:rPr>
                        <a:t>Sprint</a:t>
                      </a:r>
                      <a:r>
                        <a:rPr b="0" i="0" lang="en" sz="1000" u="none" cap="none" strike="noStrike">
                          <a:solidFill>
                            <a:srgbClr val="000000"/>
                          </a:solidFill>
                          <a:latin typeface="Calibri"/>
                          <a:ea typeface="Calibri"/>
                          <a:cs typeface="Calibri"/>
                          <a:sym typeface="Calibri"/>
                        </a:rPr>
                        <a:t> </a:t>
                      </a:r>
                      <a:r>
                        <a:rPr lang="en" sz="1000">
                          <a:latin typeface="Calibri"/>
                          <a:ea typeface="Calibri"/>
                          <a:cs typeface="Calibri"/>
                          <a:sym typeface="Calibri"/>
                        </a:rPr>
                        <a:t>3</a:t>
                      </a:r>
                      <a:endParaRPr sz="1000">
                        <a:latin typeface="Calibri"/>
                        <a:ea typeface="Calibri"/>
                        <a:cs typeface="Calibri"/>
                        <a:sym typeface="Calibri"/>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571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SCRUM-43</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Test prediction API (&lt; 7 sec response)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Siming</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Calibri"/>
                          <a:ea typeface="Calibri"/>
                          <a:cs typeface="Calibri"/>
                          <a:sym typeface="Calibri"/>
                        </a:rPr>
                        <a:t>Sprint</a:t>
                      </a:r>
                      <a:r>
                        <a:rPr b="0" i="0" lang="en" sz="1000" u="none" cap="none" strike="noStrike">
                          <a:solidFill>
                            <a:srgbClr val="000000"/>
                          </a:solidFill>
                          <a:latin typeface="Calibri"/>
                          <a:ea typeface="Calibri"/>
                          <a:cs typeface="Calibri"/>
                          <a:sym typeface="Calibri"/>
                        </a:rPr>
                        <a:t> </a:t>
                      </a:r>
                      <a:r>
                        <a:rPr lang="en" sz="1000">
                          <a:latin typeface="Calibri"/>
                          <a:ea typeface="Calibri"/>
                          <a:cs typeface="Calibri"/>
                          <a:sym typeface="Calibri"/>
                        </a:rPr>
                        <a:t>3</a:t>
                      </a:r>
                      <a:endParaRPr sz="1000">
                        <a:latin typeface="Calibri"/>
                        <a:ea typeface="Calibri"/>
                        <a:cs typeface="Calibri"/>
                        <a:sym typeface="Calibri"/>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571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SCRUM-47</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Show confidence score with progress bar</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Deep</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Calibri"/>
                          <a:ea typeface="Calibri"/>
                          <a:cs typeface="Calibri"/>
                          <a:sym typeface="Calibri"/>
                        </a:rPr>
                        <a:t>Sprint</a:t>
                      </a:r>
                      <a:r>
                        <a:rPr b="0" i="0" lang="en" sz="1000" u="none" cap="none" strike="noStrike">
                          <a:solidFill>
                            <a:srgbClr val="000000"/>
                          </a:solidFill>
                          <a:latin typeface="Calibri"/>
                          <a:ea typeface="Calibri"/>
                          <a:cs typeface="Calibri"/>
                          <a:sym typeface="Calibri"/>
                        </a:rPr>
                        <a:t> </a:t>
                      </a:r>
                      <a:r>
                        <a:rPr lang="en" sz="1000">
                          <a:latin typeface="Calibri"/>
                          <a:ea typeface="Calibri"/>
                          <a:cs typeface="Calibri"/>
                          <a:sym typeface="Calibri"/>
                        </a:rPr>
                        <a:t>3</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571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SCRUM-61</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Add error logging (backend + frontend)</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Swatej</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Calibri"/>
                          <a:ea typeface="Calibri"/>
                          <a:cs typeface="Calibri"/>
                          <a:sym typeface="Calibri"/>
                        </a:rPr>
                        <a:t>Sprint</a:t>
                      </a:r>
                      <a:r>
                        <a:rPr b="0" i="0" lang="en" sz="1000" u="none" cap="none" strike="noStrike">
                          <a:solidFill>
                            <a:srgbClr val="000000"/>
                          </a:solidFill>
                          <a:latin typeface="Calibri"/>
                          <a:ea typeface="Calibri"/>
                          <a:cs typeface="Calibri"/>
                          <a:sym typeface="Calibri"/>
                        </a:rPr>
                        <a:t> </a:t>
                      </a:r>
                      <a:r>
                        <a:rPr lang="en" sz="1000">
                          <a:latin typeface="Calibri"/>
                          <a:ea typeface="Calibri"/>
                          <a:cs typeface="Calibri"/>
                          <a:sym typeface="Calibri"/>
                        </a:rPr>
                        <a:t>3</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571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SCRUM-62</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Conduct UAT with 3-5 external testers</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Manohar</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Calibri"/>
                          <a:ea typeface="Calibri"/>
                          <a:cs typeface="Calibri"/>
                          <a:sym typeface="Calibri"/>
                        </a:rPr>
                        <a:t>Sprint</a:t>
                      </a:r>
                      <a:r>
                        <a:rPr lang="en" sz="1000">
                          <a:latin typeface="Calibri"/>
                          <a:ea typeface="Calibri"/>
                          <a:cs typeface="Calibri"/>
                          <a:sym typeface="Calibri"/>
                        </a:rPr>
                        <a:t> 3</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571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SCRUM-64</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Performance testing (50 concurrent users)</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Manohar</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a:t>
                      </a:r>
                      <a:r>
                        <a:rPr lang="en" sz="1000">
                          <a:latin typeface="Calibri"/>
                          <a:ea typeface="Calibri"/>
                          <a:cs typeface="Calibri"/>
                          <a:sym typeface="Calibri"/>
                        </a:rPr>
                        <a:t>3</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571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SCRUM-65</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Security audit (OWASP top 10)</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Manohar</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a:t>
                      </a:r>
                      <a:r>
                        <a:rPr lang="en" sz="1000">
                          <a:latin typeface="Calibri"/>
                          <a:ea typeface="Calibri"/>
                          <a:cs typeface="Calibri"/>
                          <a:sym typeface="Calibri"/>
                        </a:rPr>
                        <a:t>3</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571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SCRUM-66</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Fix all critical and high-priority bugs</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Daniel</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a:t>
                      </a:r>
                      <a:r>
                        <a:rPr lang="en" sz="1000">
                          <a:latin typeface="Calibri"/>
                          <a:ea typeface="Calibri"/>
                          <a:cs typeface="Calibri"/>
                          <a:sym typeface="Calibri"/>
                        </a:rPr>
                        <a:t>3</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571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SCRUM-67</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Deploy frontend to Vercel/Netlify</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Manohar</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a:t>
                      </a:r>
                      <a:r>
                        <a:rPr lang="en" sz="1000">
                          <a:latin typeface="Calibri"/>
                          <a:ea typeface="Calibri"/>
                          <a:cs typeface="Calibri"/>
                          <a:sym typeface="Calibri"/>
                        </a:rPr>
                        <a:t>3</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571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SCRUM-68</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Deploy backend to Render/Railway</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Manohar</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a:t>
                      </a:r>
                      <a:r>
                        <a:rPr lang="en" sz="1000">
                          <a:latin typeface="Calibri"/>
                          <a:ea typeface="Calibri"/>
                          <a:cs typeface="Calibri"/>
                          <a:sym typeface="Calibri"/>
                        </a:rPr>
                        <a:t>3</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571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SCRUM-69</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Deploy ML model endpoint</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Manohar</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a:t>
                      </a:r>
                      <a:r>
                        <a:rPr lang="en" sz="1000">
                          <a:latin typeface="Calibri"/>
                          <a:ea typeface="Calibri"/>
                          <a:cs typeface="Calibri"/>
                          <a:sym typeface="Calibri"/>
                        </a:rPr>
                        <a:t>3</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09"/>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Project Schedule - Sprint 3</a:t>
            </a:r>
            <a:endParaRPr i="1"/>
          </a:p>
        </p:txBody>
      </p:sp>
      <p:pic>
        <p:nvPicPr>
          <p:cNvPr id="988" name="Google Shape;988;p109" title="Minimal Gradient by Slidesgo (2).jpg"/>
          <p:cNvPicPr preferRelativeResize="0"/>
          <p:nvPr>
            <p:ph idx="2" type="pic"/>
          </p:nvPr>
        </p:nvPicPr>
        <p:blipFill rotWithShape="1">
          <a:blip r:embed="rId3">
            <a:alphaModFix/>
          </a:blip>
          <a:srcRect b="19910" l="20913" r="40201" t="0"/>
          <a:stretch/>
        </p:blipFill>
        <p:spPr>
          <a:xfrm>
            <a:off x="8201457" y="4051599"/>
            <a:ext cx="942542" cy="1091950"/>
          </a:xfrm>
          <a:prstGeom prst="rect">
            <a:avLst/>
          </a:prstGeom>
          <a:noFill/>
          <a:ln>
            <a:noFill/>
          </a:ln>
        </p:spPr>
      </p:pic>
      <p:graphicFrame>
        <p:nvGraphicFramePr>
          <p:cNvPr id="989" name="Google Shape;989;p109"/>
          <p:cNvGraphicFramePr/>
          <p:nvPr/>
        </p:nvGraphicFramePr>
        <p:xfrm>
          <a:off x="434340" y="1540139"/>
          <a:ext cx="3000000" cy="3000000"/>
        </p:xfrm>
        <a:graphic>
          <a:graphicData uri="http://schemas.openxmlformats.org/drawingml/2006/table">
            <a:tbl>
              <a:tblPr>
                <a:noFill/>
                <a:tableStyleId>{A7100D7C-081D-4764-8173-9F4D3C5EC5DE}</a:tableStyleId>
              </a:tblPr>
              <a:tblGrid>
                <a:gridCol w="694950"/>
                <a:gridCol w="668850"/>
                <a:gridCol w="4150175"/>
                <a:gridCol w="517300"/>
                <a:gridCol w="1034600"/>
                <a:gridCol w="505550"/>
              </a:tblGrid>
              <a:tr h="2790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SCRUM-70</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Set up monitoring and error tracking</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Siming</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a:t>
                      </a:r>
                      <a:r>
                        <a:rPr lang="en" sz="1000">
                          <a:latin typeface="Calibri"/>
                          <a:ea typeface="Calibri"/>
                          <a:cs typeface="Calibri"/>
                          <a:sym typeface="Calibri"/>
                        </a:rPr>
                        <a:t>3</a:t>
                      </a:r>
                      <a:endParaRPr sz="1000">
                        <a:latin typeface="Calibri"/>
                        <a:ea typeface="Calibri"/>
                        <a:cs typeface="Calibri"/>
                        <a:sym typeface="Calibri"/>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790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SCRUM-71</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Final end-to-end testing in production</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Daniel</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Sprint 3</a:t>
                      </a:r>
                      <a:endParaRPr sz="1000">
                        <a:latin typeface="Calibri"/>
                        <a:ea typeface="Calibri"/>
                        <a:cs typeface="Calibri"/>
                        <a:sym typeface="Calibri"/>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790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SCRUM-72</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Create privacy policy page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Deep</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Sprint 3</a:t>
                      </a:r>
                      <a:endParaRPr sz="1000">
                        <a:latin typeface="Calibri"/>
                        <a:ea typeface="Calibri"/>
                        <a:cs typeface="Calibri"/>
                        <a:sym typeface="Calibri"/>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790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SCRUM-73</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Finalize technical paper (incorporate feedback)</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Deep</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Sprint 3</a:t>
                      </a:r>
                      <a:endParaRPr sz="1000">
                        <a:latin typeface="Calibri"/>
                        <a:ea typeface="Calibri"/>
                        <a:cs typeface="Calibri"/>
                        <a:sym typeface="Calibri"/>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790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SCRUM-74</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Write deployment manual (step-by-step)</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Manohar</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Sprint 3</a:t>
                      </a:r>
                      <a:endParaRPr sz="1000">
                        <a:latin typeface="Calibri"/>
                        <a:ea typeface="Calibri"/>
                        <a:cs typeface="Calibri"/>
                        <a:sym typeface="Calibri"/>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790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SCRUM-75</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Write user manual with screenshots</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Manohar</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Sprint 3</a:t>
                      </a:r>
                      <a:endParaRPr sz="1000">
                        <a:latin typeface="Calibri"/>
                        <a:ea typeface="Calibri"/>
                        <a:cs typeface="Calibri"/>
                        <a:sym typeface="Calibri"/>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790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SCRUM-76</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Record final MVP demo video (5-10 min)</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Sarvesh</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Sprint 3</a:t>
                      </a:r>
                      <a:endParaRPr sz="1000">
                        <a:latin typeface="Calibri"/>
                        <a:ea typeface="Calibri"/>
                        <a:cs typeface="Calibri"/>
                        <a:sym typeface="Calibri"/>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79050">
                <a:tc>
                  <a:txBody>
                    <a:bodyPr/>
                    <a:lstStyle/>
                    <a:p>
                      <a:pPr indent="0" lvl="0" marL="0" rtl="0" algn="l">
                        <a:spcBef>
                          <a:spcPts val="0"/>
                        </a:spcBef>
                        <a:spcAft>
                          <a:spcPts val="0"/>
                        </a:spcAft>
                        <a:buClr>
                          <a:schemeClr val="dk1"/>
                        </a:buClr>
                        <a:buSzPts val="900"/>
                        <a:buFont typeface="Arial"/>
                        <a:buNone/>
                      </a:pPr>
                      <a:r>
                        <a:rPr lang="en" sz="900">
                          <a:solidFill>
                            <a:srgbClr val="1F1F1F"/>
                          </a:solidFill>
                        </a:rPr>
                        <a:t>SCRUM-77</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900"/>
                        <a:buFont typeface="Arial"/>
                        <a:buNone/>
                      </a:pPr>
                      <a:r>
                        <a:rPr lang="en" sz="900">
                          <a:solidFill>
                            <a:srgbClr val="1F1F1F"/>
                          </a:solidFill>
                        </a:rPr>
                        <a:t>Prepare final presentation slides</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Sarvesh</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en" sz="1000">
                          <a:solidFill>
                            <a:schemeClr val="dk1"/>
                          </a:solidFill>
                          <a:latin typeface="Calibri"/>
                          <a:ea typeface="Calibri"/>
                          <a:cs typeface="Calibri"/>
                          <a:sym typeface="Calibri"/>
                        </a:rPr>
                        <a:t>Sprint 3</a:t>
                      </a:r>
                      <a:endParaRPr sz="1000">
                        <a:latin typeface="Calibri"/>
                        <a:ea typeface="Calibri"/>
                        <a:cs typeface="Calibri"/>
                        <a:sym typeface="Calibri"/>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bl>
          </a:graphicData>
        </a:graphic>
      </p:graphicFrame>
      <p:graphicFrame>
        <p:nvGraphicFramePr>
          <p:cNvPr id="990" name="Google Shape;990;p109"/>
          <p:cNvGraphicFramePr/>
          <p:nvPr/>
        </p:nvGraphicFramePr>
        <p:xfrm>
          <a:off x="434340" y="1249550"/>
          <a:ext cx="3000000" cy="3000000"/>
        </p:xfrm>
        <a:graphic>
          <a:graphicData uri="http://schemas.openxmlformats.org/drawingml/2006/table">
            <a:tbl>
              <a:tblPr>
                <a:noFill/>
                <a:tableStyleId>{A7100D7C-081D-4764-8173-9F4D3C5EC5DE}</a:tableStyleId>
              </a:tblPr>
              <a:tblGrid>
                <a:gridCol w="623125"/>
                <a:gridCol w="740675"/>
                <a:gridCol w="4150175"/>
                <a:gridCol w="517300"/>
                <a:gridCol w="1034600"/>
                <a:gridCol w="505550"/>
              </a:tblGrid>
              <a:tr h="279050">
                <a:tc>
                  <a:txBody>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Calibri"/>
                          <a:ea typeface="Calibri"/>
                          <a:cs typeface="Calibri"/>
                          <a:sym typeface="Calibri"/>
                        </a:rPr>
                        <a:t>Key</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Calibri"/>
                          <a:ea typeface="Calibri"/>
                          <a:cs typeface="Calibri"/>
                          <a:sym typeface="Calibri"/>
                        </a:rPr>
                        <a:t>Issue Type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Calibri"/>
                          <a:ea typeface="Calibri"/>
                          <a:cs typeface="Calibri"/>
                          <a:sym typeface="Calibri"/>
                        </a:rPr>
                        <a:t>Summary</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Calibri"/>
                          <a:ea typeface="Calibri"/>
                          <a:cs typeface="Calibri"/>
                          <a:sym typeface="Calibri"/>
                        </a:rPr>
                        <a:t>Status</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Calibri"/>
                          <a:ea typeface="Calibri"/>
                          <a:cs typeface="Calibri"/>
                          <a:sym typeface="Calibri"/>
                        </a:rPr>
                        <a:t>Assignee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Calibri"/>
                          <a:ea typeface="Calibri"/>
                          <a:cs typeface="Calibri"/>
                          <a:sym typeface="Calibri"/>
                        </a:rPr>
                        <a:t>Sprint</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110"/>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Test Cases</a:t>
            </a:r>
            <a:endParaRPr/>
          </a:p>
        </p:txBody>
      </p:sp>
      <p:pic>
        <p:nvPicPr>
          <p:cNvPr id="996" name="Google Shape;996;p110"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997" name="Google Shape;997;p110"/>
          <p:cNvGraphicFramePr/>
          <p:nvPr/>
        </p:nvGraphicFramePr>
        <p:xfrm>
          <a:off x="594360" y="1135380"/>
          <a:ext cx="3000000" cy="3000000"/>
        </p:xfrm>
        <a:graphic>
          <a:graphicData uri="http://schemas.openxmlformats.org/drawingml/2006/table">
            <a:tbl>
              <a:tblPr>
                <a:noFill/>
                <a:tableStyleId>{A7100D7C-081D-4764-8173-9F4D3C5EC5DE}</a:tableStyleId>
              </a:tblPr>
              <a:tblGrid>
                <a:gridCol w="2410275"/>
                <a:gridCol w="1355775"/>
                <a:gridCol w="1355775"/>
                <a:gridCol w="1355775"/>
                <a:gridCol w="1355775"/>
              </a:tblGrid>
              <a:tr h="357250">
                <a:tc gridSpan="5">
                  <a:txBody>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Calibri"/>
                          <a:ea typeface="Calibri"/>
                          <a:cs typeface="Calibri"/>
                          <a:sym typeface="Calibri"/>
                        </a:rPr>
                        <a:t>Test Summary</a:t>
                      </a:r>
                      <a:endParaRPr/>
                    </a:p>
                  </a:txBody>
                  <a:tcPr marT="7625" marB="0" marR="7625" marL="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hMerge="1"/>
                <a:tc hMerge="1"/>
                <a:tc hMerge="1"/>
              </a:tr>
              <a:tr h="207700">
                <a:tc>
                  <a:txBody>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txBody>
                  <a:tcPr marT="7625" marB="0" marR="7625" marL="76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D0D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txBody>
                  <a:tcPr marT="7625" marB="0" marR="7625" marL="76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D0D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txBody>
                  <a:tcPr marT="7625" marB="0" marR="7625" marL="76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D0D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txBody>
                  <a:tcPr marT="7625" marB="0" marR="7625" marL="76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D0D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txBody>
                  <a:tcPr marT="7625" marB="0" marR="7625" marL="76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D0D0"/>
                      </a:solidFill>
                      <a:prstDash val="solid"/>
                      <a:round/>
                      <a:headEnd len="sm" w="sm" type="none"/>
                      <a:tailEnd len="sm" w="sm" type="none"/>
                    </a:lnB>
                  </a:tcPr>
                </a:tc>
              </a:tr>
              <a:tr h="224325">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Module</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Total</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Passed</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Failed</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Coverage</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r h="20770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Backend — imageProcessor.js</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11</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11</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~95%</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r>
              <a:tr h="20770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Backend — db.js</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6</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6</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~90%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r>
              <a:tr h="20770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Backend — API routes (index.js)</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52</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52</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~90%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r>
              <a:tr h="20770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Frontend — LoginForm</a:t>
                      </a:r>
                      <a:endParaRPr b="0" i="0" sz="1000" u="none" cap="none" strike="noStrike">
                        <a:solidFill>
                          <a:srgbClr val="000000"/>
                        </a:solidFill>
                        <a:latin typeface="Arial"/>
                        <a:ea typeface="Arial"/>
                        <a:cs typeface="Arial"/>
                        <a:sym typeface="Arial"/>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10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10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~92%</a:t>
                      </a:r>
                      <a:endParaRPr/>
                    </a:p>
                  </a:txBody>
                  <a:tcPr marT="7625" marB="0" marR="7625" marL="7625" anchor="ctr">
                    <a:lnL cap="flat" cmpd="sng" w="12700">
                      <a:solidFill>
                        <a:srgbClr val="D0D0D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r>
              <a:tr h="20770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Frontend — RegisterForm</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10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10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~91%</a:t>
                      </a:r>
                      <a:endParaRPr/>
                    </a:p>
                  </a:txBody>
                  <a:tcPr marT="7625" marB="0" marR="7625" marL="7625" anchor="ctr">
                    <a:lnL cap="flat" cmpd="sng" w="12700">
                      <a:solidFill>
                        <a:srgbClr val="D0D0D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r>
              <a:tr h="20770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Frontend — ImageGallery</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8</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8</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~90%</a:t>
                      </a:r>
                      <a:endParaRPr/>
                    </a:p>
                  </a:txBody>
                  <a:tcPr marT="7625" marB="0" marR="7625" marL="7625" anchor="ctr">
                    <a:lnL cap="flat" cmpd="sng" w="12700">
                      <a:solidFill>
                        <a:srgbClr val="D0D0D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r>
              <a:tr h="20770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Frontend — ImageUploader</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8</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8</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~85%</a:t>
                      </a:r>
                      <a:endParaRPr/>
                    </a:p>
                  </a:txBody>
                  <a:tcPr marT="7625" marB="0" marR="7625" marL="7625" anchor="ctr">
                    <a:lnL cap="flat" cmpd="sng" w="12700">
                      <a:solidFill>
                        <a:srgbClr val="D0D0D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r>
              <a:tr h="20770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Frontend — Pages</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16</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16</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~88%</a:t>
                      </a:r>
                      <a:endParaRPr/>
                    </a:p>
                  </a:txBody>
                  <a:tcPr marT="7625" marB="0" marR="7625" marL="7625" anchor="ctr">
                    <a:lnL cap="flat" cmpd="sng" w="12700">
                      <a:solidFill>
                        <a:srgbClr val="D0D0D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r>
              <a:tr h="19940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TOTAL</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a:t>121</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 sz="1000">
                          <a:solidFill>
                            <a:srgbClr val="1E7B34"/>
                          </a:solidFill>
                        </a:rPr>
                        <a:t>121</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~89%</a:t>
                      </a:r>
                      <a:endParaRPr/>
                    </a:p>
                  </a:txBody>
                  <a:tcPr marT="7625" marB="0" marR="7625" marL="7625" anchor="ctr">
                    <a:lnL cap="flat" cmpd="sng" w="12700">
                      <a:solidFill>
                        <a:srgbClr val="D0D0D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2CC"/>
                    </a:solidFill>
                  </a:tcPr>
                </a:tc>
              </a:tr>
              <a:tr h="240925">
                <a:tc gridSpan="5">
                  <a:txBody>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Stack==&gt; Node.js | Express | MongoDB | React | TypeScript | Jest | Vitest</a:t>
                      </a:r>
                      <a:endParaRPr b="0" i="0" sz="1400" u="none" cap="none" strike="noStrike">
                        <a:solidFill>
                          <a:srgbClr val="000000"/>
                        </a:solidFill>
                        <a:latin typeface="Arial"/>
                        <a:ea typeface="Arial"/>
                        <a:cs typeface="Arial"/>
                        <a:sym typeface="Arial"/>
                      </a:endParaRPr>
                    </a:p>
                  </a:txBody>
                  <a:tcPr marT="7625" marB="0" marR="7625" marL="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0D0D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hMerge="1"/>
                <a:tc hMerge="1"/>
                <a:tc hMerge="1"/>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11"/>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Test Cases - Backend</a:t>
            </a:r>
            <a:endParaRPr/>
          </a:p>
        </p:txBody>
      </p:sp>
      <p:pic>
        <p:nvPicPr>
          <p:cNvPr id="1003" name="Google Shape;1003;p111"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1004" name="Google Shape;1004;p111"/>
          <p:cNvGraphicFramePr/>
          <p:nvPr/>
        </p:nvGraphicFramePr>
        <p:xfrm>
          <a:off x="515100" y="852426"/>
          <a:ext cx="3000000" cy="3000000"/>
        </p:xfrm>
        <a:graphic>
          <a:graphicData uri="http://schemas.openxmlformats.org/drawingml/2006/table">
            <a:tbl>
              <a:tblPr>
                <a:noFill/>
                <a:tableStyleId>{A7100D7C-081D-4764-8173-9F4D3C5EC5DE}</a:tableStyleId>
              </a:tblPr>
              <a:tblGrid>
                <a:gridCol w="509300"/>
                <a:gridCol w="1747450"/>
                <a:gridCol w="2616800"/>
                <a:gridCol w="2801200"/>
                <a:gridCol w="439050"/>
              </a:tblGrid>
              <a:tr h="164850">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Case</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Name</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Steps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9525">
                      <a:solidFill>
                        <a:srgbClr val="BDD7EE"/>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Description / Expected Result</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Status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r h="3248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a Buffer</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Create a 100×100 RGB PNG buffer using sharp.</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Call preprocessImage(buffer).</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Inspect the returned value.</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preprocessImage() output is a Buffer instance</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Outputs PNG by default</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preprocessImage(buffer) with no format option.</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Inspect output metadata using sharp(result).metadata().</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Default format produces image/png metadata</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248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Converts image to grayscale</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Create a colour PNG buffer.</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Call preprocessImage(buffer).</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Read output metadata with sharp.</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Output has 1 channel (grayscale)</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 upscale for small images</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preprocessImage(buffer, { width: 1024, height: 1024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Read output metadata.</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50x50 image stays ≤50px when target is 1024x1024</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5</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Resizes l</a:t>
                      </a:r>
                      <a:r>
                        <a:rPr lang="en" sz="700"/>
                        <a:t>a</a:t>
                      </a:r>
                      <a:r>
                        <a:rPr b="0" i="0" lang="en" sz="700" u="none" cap="none" strike="noStrike">
                          <a:solidFill>
                            <a:srgbClr val="000000"/>
                          </a:solidFill>
                          <a:latin typeface="Arial"/>
                          <a:ea typeface="Arial"/>
                          <a:cs typeface="Arial"/>
                          <a:sym typeface="Arial"/>
                        </a:rPr>
                        <a:t>rge image to fit target</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preprocessImage(buffer, { width: 512, height: 512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Read output metadata.</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2000x2000 image resized to ≤512x512 when target is 512</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6</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Preserves aspect ratio</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preprocessImage(buffer, { width: 200, height: 200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Compute width/height ratio of output.</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200x100 (2:1) input produces ~2:1 ratio output</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7</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Outputs JPEG when format=jpeg</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preprocessImage(buffer, { format: 'jpeg'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Read output metadata.</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format:'jpeg' option produces jpeg metadata</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8</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Outputs WebP when format=webp</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preprocessImage(buffer, { format: 'webp'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Read output metadata.</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format:'webp' option produces webp metadata</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9</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Normalize option does not throw</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preprocessImage(buffer, { normalize: true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Await the result.</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normalize:true runs without error</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248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10</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Throws on invalid buffer</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Create Buffer.from('not-an-image').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Call preprocessImage(badBuffer).</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Await and expect rejection.</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Non-image buffer rejects with 'Image preprocessing failed'</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11</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Throws on null input</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preprocessImage(null).</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Await and expect rejection.</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null input causes rejection</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248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12</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Throws when MONGODB_URI missing</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Delete process.env.MONGODB_URI.</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Call connectToMongo().</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Await the promise.</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connectToMongo() rejects with 'MONGODB_URI is not set'</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248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13</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Connects and returns db instance</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Set process.env.MONGODB_URI to a valid URI.</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Call connectToMongo().</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Inspect return value.</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Valid URI resolves to a db object</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14</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Creates unique index on users.email</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connectToMongo().</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Check that db.collection('users').createIndex was called.</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createIndex called with {email:1}, {unique:true}</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15</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Caches db on repeated calls</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connectToMongo() twice.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Check client.connect call count.</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client.connect called exactly once after two connectToMongo() calls</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112"/>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Test Cases - Backend</a:t>
            </a:r>
            <a:endParaRPr/>
          </a:p>
        </p:txBody>
      </p:sp>
      <p:pic>
        <p:nvPicPr>
          <p:cNvPr id="1010" name="Google Shape;1010;p112"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1011" name="Google Shape;1011;p112"/>
          <p:cNvGraphicFramePr/>
          <p:nvPr/>
        </p:nvGraphicFramePr>
        <p:xfrm>
          <a:off x="624840" y="1188720"/>
          <a:ext cx="3000000" cy="3000000"/>
        </p:xfrm>
        <a:graphic>
          <a:graphicData uri="http://schemas.openxmlformats.org/drawingml/2006/table">
            <a:tbl>
              <a:tblPr>
                <a:noFill/>
                <a:tableStyleId>{A7100D7C-081D-4764-8173-9F4D3C5EC5DE}</a:tableStyleId>
              </a:tblPr>
              <a:tblGrid>
                <a:gridCol w="502425"/>
                <a:gridCol w="1723825"/>
                <a:gridCol w="2581400"/>
                <a:gridCol w="2763300"/>
                <a:gridCol w="433125"/>
              </a:tblGrid>
              <a:tr h="2423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16</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getDb throws before connect</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Import getDb from fresh module.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Call getDb() immediately.</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getDb() throws 'MongoDB not connected' before connectToMongo()</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608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17</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getDb returns db after connect</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connectToMongo().</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Call getDb().</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Inspect return value.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getDb() returns db object after successful connect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34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18</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/health returns 200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Send GET request to /health.</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Response body is {status:'ok'}</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608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19</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 — valid input returns 201</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/api/v1/auth/register with { email: 'test@example.com', password: 'password123'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Inspect response.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id, email, createdAt on valid body</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423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20</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 — missing email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/api/v1/auth/register with { password: 'password123' } only.</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 with 'required' message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423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21</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 — missing password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/api/v1/auth/register with { email: 'test@example.com' } only.</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423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22</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 — invalid email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/api/v1/auth/register with { email: 'not-an-email', password: 'password123'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 with 'Invalid email format'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423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23</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 — short password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/api/v1/auth/register with { email: 'test@example.com', password: 'short'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 with '8 characters' message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34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24</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 — duplicate user → 409</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/api/v1/auth/register with existing email.</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409 with 'User already exists'</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608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25</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 — email normalized</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with { email: 'USER@EXAMPLE.COM', password: 'password123'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Check response body email field.</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USER@EXAMPLE.COM stored as user@example.com</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34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26</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Login — valid credentials → 200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/api/v1/auth/login with correct email and password.</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JWT token and user object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34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27</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Login — empty body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/api/v1/auth/login with empty body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34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28</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Login — unknown user → 401</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/api/v1/auth/login with unregistered email.</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401 with 'Invalid email or password'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423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29</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Login — wrong password → 401</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/api/v1/auth/login with correct email but wrong password.</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401</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423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30</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Presign — valid input → 200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/api/v1/uploads/presign with { filename: 'xray.png', contentType: 'image/png'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uploadUrl, fileUrl, method:PUT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bl>
          </a:graphicData>
        </a:graphic>
      </p:graphicFrame>
      <p:graphicFrame>
        <p:nvGraphicFramePr>
          <p:cNvPr id="1012" name="Google Shape;1012;p112"/>
          <p:cNvGraphicFramePr/>
          <p:nvPr/>
        </p:nvGraphicFramePr>
        <p:xfrm>
          <a:off x="617220" y="960121"/>
          <a:ext cx="3000000" cy="3000000"/>
        </p:xfrm>
        <a:graphic>
          <a:graphicData uri="http://schemas.openxmlformats.org/drawingml/2006/table">
            <a:tbl>
              <a:tblPr>
                <a:noFill/>
                <a:tableStyleId>{A7100D7C-081D-4764-8173-9F4D3C5EC5DE}</a:tableStyleId>
              </a:tblPr>
              <a:tblGrid>
                <a:gridCol w="528200"/>
                <a:gridCol w="1719650"/>
                <a:gridCol w="2575150"/>
                <a:gridCol w="2756625"/>
                <a:gridCol w="432075"/>
              </a:tblGrid>
              <a:tr h="210300">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Case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Name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Steps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Description / Expected Result</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Status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113"/>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Test Cases - Backend</a:t>
            </a:r>
            <a:endParaRPr/>
          </a:p>
        </p:txBody>
      </p:sp>
      <p:pic>
        <p:nvPicPr>
          <p:cNvPr id="1018" name="Google Shape;1018;p113"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1019" name="Google Shape;1019;p113"/>
          <p:cNvGraphicFramePr/>
          <p:nvPr/>
        </p:nvGraphicFramePr>
        <p:xfrm>
          <a:off x="515100" y="857024"/>
          <a:ext cx="3000000" cy="3000000"/>
        </p:xfrm>
        <a:graphic>
          <a:graphicData uri="http://schemas.openxmlformats.org/drawingml/2006/table">
            <a:tbl>
              <a:tblPr>
                <a:noFill/>
                <a:tableStyleId>{A7100D7C-081D-4764-8173-9F4D3C5EC5DE}</a:tableStyleId>
              </a:tblPr>
              <a:tblGrid>
                <a:gridCol w="509300"/>
                <a:gridCol w="1747450"/>
                <a:gridCol w="2616800"/>
                <a:gridCol w="2801200"/>
                <a:gridCol w="439050"/>
              </a:tblGrid>
              <a:tr h="204050">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Case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Name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Steps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9525">
                      <a:solidFill>
                        <a:srgbClr val="BDD7EE"/>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Description / Expected Result</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Status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r h="2700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31</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Presign — missing filename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/api/v1/uploads/presign with { contentType: 'image/png' } only.</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14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32</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Presign — missing contentType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/api/v1/uploads/presign with { filename: 'xray.png' } only.</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700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33</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Images — valid input → 201</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/api/v1/images with { fileUrl: '/uploads/test.png', originalName: 'xray.png', contentType: 'image/png'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id, fileUrl, originalName, contentType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500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34</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Images — missing fileUrl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/api/v1/images with { originalName: 'xray.png' } only.</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 with 'fileUrl is required'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500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35</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/images — no token → 401</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Send GET /api/v1/images with no Authorization header.</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401 with 'Authorization token is required'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700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36</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/images — malformed token → 401</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Send GET /api/v1/images with Authorization: Bearer not.a.real.token.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401 with 'Invalid or expired token'</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700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37</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/images — empty gallery → 200 []</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mockFind returns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Send GET /api/v1/images with valid Bearer token.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200 with empty array []</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14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38</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/images — returns images mapped correctly</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mockFind returns 2 fake image docs.</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Send GET /api/v1/images with valid Bearer token.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200, body length 2, first item has id 'img001' and fileUrl '/uploads/scan.png'</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700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39</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/images — DB error → 500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mockFind rejects with Error('DB error').</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Send GET /api/v1/images with valid Bearer token.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500 with 'Failed to fetch images'</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700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40</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POST /predict — no token → 401</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/api/v1/predict with body { fileUrl: '/uploads/scan.png' } and no token.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401</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500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41</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POST /predict — missing fileUrl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/api/v1/predict with valid token and empty body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 with 'fileUrl is required'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700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42</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POST /predict — invalid fileUrl prefix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/api/v1/predict with { fileUrl: '/etc/passwd'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 with 'Invalid fileUrl'</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700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43</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POST /predict — file not on disk → 404</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mockFsAccess rejects (ENOENT).</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POST /api/v1/predict with { fileUrl: '/uploads/scan.png'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404 with 'Uploaded file not found'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4020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44</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POST /predict — image not in DB → 404</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mockFsAccess resolves. mockCallMlPredict resolves. mockFindOne returns null.</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POST /api/v1/predict.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404 with 'Image not found'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4020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45</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POST /predict — returns cached prediction</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mockFindOne returns imageDoc then existing prediction.</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POST /api/v1/predict.</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Check mockInsertOne was not called.</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200, id='pred999', klGrade=1. mockInsertOne called 0 times</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114"/>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Test Cases - Backend</a:t>
            </a:r>
            <a:endParaRPr/>
          </a:p>
        </p:txBody>
      </p:sp>
      <p:pic>
        <p:nvPicPr>
          <p:cNvPr id="1025" name="Google Shape;1025;p114"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1026" name="Google Shape;1026;p114"/>
          <p:cNvGraphicFramePr/>
          <p:nvPr/>
        </p:nvGraphicFramePr>
        <p:xfrm>
          <a:off x="515101" y="1076540"/>
          <a:ext cx="3000000" cy="3000000"/>
        </p:xfrm>
        <a:graphic>
          <a:graphicData uri="http://schemas.openxmlformats.org/drawingml/2006/table">
            <a:tbl>
              <a:tblPr>
                <a:noFill/>
                <a:tableStyleId>{A7100D7C-081D-4764-8173-9F4D3C5EC5DE}</a:tableStyleId>
              </a:tblPr>
              <a:tblGrid>
                <a:gridCol w="509300"/>
                <a:gridCol w="1747450"/>
                <a:gridCol w="2616800"/>
                <a:gridCol w="2801200"/>
                <a:gridCol w="439050"/>
              </a:tblGrid>
              <a:tr h="203000">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Case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Name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Steps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9525">
                      <a:solidFill>
                        <a:srgbClr val="BDD7EE"/>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Description / Expected Result</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Status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r h="6627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46</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POST /predict — saves new prediction and returns ML result</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mockFindOne returns imageDoc then null.</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mockCallMlPredict returns {klGrade:2, confidence:0.87, label:'Moderate'}.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mockInsertOne returns insertedId 'pred001'.</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4. POST /api/v1/predict.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200 with {id:'pred001', imageId:'img001', klGrade:2, confidence:0.87}. mockInsertOne called once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4000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47</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POST /predict — ML service error → 500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mockFsAccess resolves.</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mockCallMlPredict throws Error('ML service down').</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POST /api/v1/predict.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500 with 'Prediction failed'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492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48</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/predictions — no token → 401</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Send GET /api/v1/predictions with no Authorization header.</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401</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86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49</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/predictions — invalid token → 401</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Send GET /api/v1/predictions with Authorization: Bearer invalid.token.here.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401</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86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50</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/predictions — empty list → 200 []</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mockFind returns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Send GET /api/v1/predictions with valid Bearer token.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200 with empty array []</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86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51</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/predictions — returns predictions mapped correctly</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mockFind returns 2 fake prediction docs.</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Send GET /api/v1/predictions with valid Bearer token.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200, body length 2. First item: id='pred001', result.klGrade=2. Second item: result.klGrade=0</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86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52</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/predictions — DB error → 500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mockFind rejects with Error('DB connection lost').</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Send GET /api/v1/predictions with valid Bearer token.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500 with 'Failed to fetch predictions'</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115"/>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Test Cases - Frontend</a:t>
            </a:r>
            <a:endParaRPr/>
          </a:p>
        </p:txBody>
      </p:sp>
      <p:pic>
        <p:nvPicPr>
          <p:cNvPr id="1032" name="Google Shape;1032;p115"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1033" name="Google Shape;1033;p115"/>
          <p:cNvGraphicFramePr/>
          <p:nvPr/>
        </p:nvGraphicFramePr>
        <p:xfrm>
          <a:off x="515101" y="852427"/>
          <a:ext cx="3000000" cy="3000000"/>
        </p:xfrm>
        <a:graphic>
          <a:graphicData uri="http://schemas.openxmlformats.org/drawingml/2006/table">
            <a:tbl>
              <a:tblPr>
                <a:noFill/>
                <a:tableStyleId>{A7100D7C-081D-4764-8173-9F4D3C5EC5DE}</a:tableStyleId>
              </a:tblPr>
              <a:tblGrid>
                <a:gridCol w="480875"/>
                <a:gridCol w="1416425"/>
                <a:gridCol w="2946500"/>
                <a:gridCol w="2894050"/>
                <a:gridCol w="375975"/>
              </a:tblGrid>
              <a:tr h="295125">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Case</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Name</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Steps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9525">
                      <a:solidFill>
                        <a:srgbClr val="BDD7EE"/>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Description / Expected Result</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Status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r h="265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Renders all form fields</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&lt;LoginForm onLoginSuccess={fn} /&gt;.</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Query for email input, password input, Login button.</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Email, password inputs and Login button present</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475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Empty email shows error</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Click the Login button without filling any field.</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Submitting with no email shows 'Email is required'</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5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Empty password shows error</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Type a valid email.</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Click Login without filling password.</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Submitting with no password shows 'Password is required'</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475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 fetch on validation failure</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Click Login with empty fields.</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fetch() not called when form is invalid</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954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5</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Fetch called with correct payload</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Type 'User@Example.COM' in email field.</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Type 'password123' in password field.</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Click Login.</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Email lowercased, sent to /api/v1/auth/login</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5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6</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Token stored in localStorage</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Submit valid credentials.</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Check localStorage after submission.</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localStorage.getItem('token') equals returned JWT</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5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7</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onLoginSuccess called on success</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Submit valid credentials.</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Wait for async resolution.</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Callback fires once after successful login</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5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8</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Server error shown</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Submit credentials.</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Wait for response.</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'Invalid email or password' shown on 401 response</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475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9</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Network error shown</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Submit valid credentials.</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'Network Error' shown when fetch throws</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5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10</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Button disabled while loading</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Submit valid credentials.</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Immediately inspect button state.</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Submit button is disabled while fetch is pending</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5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11</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Renders all form fields</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&lt;RegisterForm onRegistrationSuccess={fn} /&gt;.</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Query for email, password, confirm password, Register button.</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Email, password, confirm password, Register button present</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475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12</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Empty email shows error</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Click Register without filling any field.</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'Email is required' shown on empty submit</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954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13</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Short password shows error</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Type email.</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Type password shorter than 8 characters.</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Click Register.</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'at least 8 characters' shown for short password</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954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14</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Password mismatch shows error</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Fill email and password.</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Type different value in confirm password.</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Click Register.</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'Passwords do not match' shown when fields differ</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475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15</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 fetch on validation failure</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Click Register with empty form.</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fetch() not called when form is invalid</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116"/>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Test Cases - Frontend</a:t>
            </a:r>
            <a:endParaRPr/>
          </a:p>
        </p:txBody>
      </p:sp>
      <p:pic>
        <p:nvPicPr>
          <p:cNvPr id="1039" name="Google Shape;1039;p116"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1040" name="Google Shape;1040;p116"/>
          <p:cNvGraphicFramePr/>
          <p:nvPr/>
        </p:nvGraphicFramePr>
        <p:xfrm>
          <a:off x="515100" y="857026"/>
          <a:ext cx="3000000" cy="3000000"/>
        </p:xfrm>
        <a:graphic>
          <a:graphicData uri="http://schemas.openxmlformats.org/drawingml/2006/table">
            <a:tbl>
              <a:tblPr>
                <a:noFill/>
                <a:tableStyleId>{A7100D7C-081D-4764-8173-9F4D3C5EC5DE}</a:tableStyleId>
              </a:tblPr>
              <a:tblGrid>
                <a:gridCol w="480875"/>
                <a:gridCol w="1416425"/>
                <a:gridCol w="2946500"/>
                <a:gridCol w="2894050"/>
                <a:gridCol w="375975"/>
              </a:tblGrid>
              <a:tr h="347900">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Case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Name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Steps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9525">
                      <a:solidFill>
                        <a:srgbClr val="BDD7EE"/>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Description / Expected Result</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Status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r h="3131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16</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Fetch called with correct payload</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Fill 'User@Example.COM', 'password123', 'password123'.</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Click Register.</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Email lowercased, sent to /api/v1/auth/register</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131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17</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Success message and redirect</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Submit valid form.</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Advance timers by 800ms.</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'Registration successful' shown; onRegistrationSuccess fires after 800ms</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131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18</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Form cleared on success</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Submit valid form.</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Wait for success state.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All fields empty after successful registration</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739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19</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Server error shown</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Submit valid form.</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'User already exists' shown on 409 response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131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20</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Button disabled while submitting</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Submit valid form.</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Inspect button state.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 button disabled while fetch pending</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739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21</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Empty state message shown</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&lt;ImageGallery images={[]} /&gt;.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 images to display' shown for empty array</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739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22</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Empty state for undefined prop</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&lt;ImageGallery images={undefined} /&gt;.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 images to display' shown when images is undefined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131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23</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Renders img per image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&lt;ImageGallery images={[img1, img2]} /&gt;.</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Query all &lt;img&gt; elements.</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One &lt;img&gt; element rendered per image with url</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739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24</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title used as alt text</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gallery with image { url: '...', title: 'Knee X-ray'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img alt equals image.title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739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25</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Falls back to originalName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gallery with image { url: '...', originalName: 'scan.png'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img alt equals originalName when title absent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044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26</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Falls back to fileUrl</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gallery with image { fileUrl: '/uploads/scan.png', title: 'Scan'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img src equals fileUrl when url absent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739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27</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 preview placeholder</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gallery with image { id: '1', title: 'Mystery'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 preview' shown when url and fileUrl both absent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739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28</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Label text rendered below image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gallery with image { url: '...', title: 'Knee Scan'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Title/name text visible below the image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739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29</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Renders dropzone text</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&lt;ImageUploader /&gt;.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'Drag &amp; drop or click' text visible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739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30</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Shows drag-active text</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Fire dragOver event on the dropzone element.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'Drop files here' shown on dragenter</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117"/>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Test Cases - Frontend</a:t>
            </a:r>
            <a:endParaRPr/>
          </a:p>
        </p:txBody>
      </p:sp>
      <p:pic>
        <p:nvPicPr>
          <p:cNvPr id="1046" name="Google Shape;1046;p117"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1047" name="Google Shape;1047;p117"/>
          <p:cNvGraphicFramePr/>
          <p:nvPr/>
        </p:nvGraphicFramePr>
        <p:xfrm>
          <a:off x="515100" y="857025"/>
          <a:ext cx="3000000" cy="3000000"/>
        </p:xfrm>
        <a:graphic>
          <a:graphicData uri="http://schemas.openxmlformats.org/drawingml/2006/table">
            <a:tbl>
              <a:tblPr>
                <a:noFill/>
                <a:tableStyleId>{A7100D7C-081D-4764-8173-9F4D3C5EC5DE}</a:tableStyleId>
              </a:tblPr>
              <a:tblGrid>
                <a:gridCol w="480875"/>
                <a:gridCol w="1416425"/>
                <a:gridCol w="2946500"/>
                <a:gridCol w="2894050"/>
                <a:gridCol w="375975"/>
              </a:tblGrid>
              <a:tr h="324450">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Case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Name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Steps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9525">
                      <a:solidFill>
                        <a:srgbClr val="BDD7EE"/>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Description / Expected Result</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Status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r h="1622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31</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 upload button initially</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&lt;ImageUploader /&gt; without dropping files.</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 button absent before files are dropped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920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32</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 button after drop</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Fire drop event with a PNG file.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Query for Upload button.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 button appears after files are dropped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920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33</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DICOM placeholder shown</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Fire drop event with a .dcm file.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Query for DICOM label.</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'DICOM' placeholder shown for .dcm files</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4347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34</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Full upload flow succeeds</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Drop a PNG file.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Click Upload.</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Wait for all three fetch calls.</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presign → PUT → register called in order; onUploadSuccess fires</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920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35</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Alert on presign failure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Drop a file.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Click Upload.</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window.alert called when presign returns non-ok</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4347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36</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Button disabled while uploading</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Drop a file.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Click Upload.</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Inspect button state.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 button disabled while fetch is pending</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839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37</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LoginPage — brand heading</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&lt;LoginPage onLoginSuccess={fn} onSwitchToRegister={fn} /&gt;.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'KneeVision' h1 rendered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622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38</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LoginPage — subtitle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LoginPage.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'Sign in to your account' text present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622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39</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LoginPage — form rendered</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LoginPage.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Email and password inputs present inside page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622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40</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LoginPage — switch to register</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Click the Register button.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onSwitchToRegister called when Register button clicked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920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41</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RegisterPage — brand heading</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&lt;RegisterPage onRegistrationSuccess={fn} onSwitchToLogin={fn} /&gt;.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'KneeVision' h1 rendered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622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42</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RegisterPage — subtitle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RegisterPage.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'Create your account' text present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622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43</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RegisterPage — form rendered</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RegisterPage.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Email and confirm password inputs present inside page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622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44</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RegisterPage — switch to login</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Click the Login button.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onSwitchToLogin called when Login button clicked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622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45</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UploadPage — brand heading</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&lt;UploadPage onLogout={fn} /&gt;.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'KneeVision' h1 rendered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118"/>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Test Cases - Frontend</a:t>
            </a:r>
            <a:endParaRPr/>
          </a:p>
        </p:txBody>
      </p:sp>
      <p:pic>
        <p:nvPicPr>
          <p:cNvPr id="1053" name="Google Shape;1053;p118"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1054" name="Google Shape;1054;p118"/>
          <p:cNvGraphicFramePr/>
          <p:nvPr/>
        </p:nvGraphicFramePr>
        <p:xfrm>
          <a:off x="515101" y="1249305"/>
          <a:ext cx="3000000" cy="3000000"/>
        </p:xfrm>
        <a:graphic>
          <a:graphicData uri="http://schemas.openxmlformats.org/drawingml/2006/table">
            <a:tbl>
              <a:tblPr>
                <a:noFill/>
                <a:tableStyleId>{A7100D7C-081D-4764-8173-9F4D3C5EC5DE}</a:tableStyleId>
              </a:tblPr>
              <a:tblGrid>
                <a:gridCol w="480875"/>
                <a:gridCol w="1416425"/>
                <a:gridCol w="2946500"/>
                <a:gridCol w="2894050"/>
                <a:gridCol w="375975"/>
              </a:tblGrid>
              <a:tr h="379625">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Case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Name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Steps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9525">
                      <a:solidFill>
                        <a:srgbClr val="BDD7EE"/>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Description / Expected Result</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Status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r h="1898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46</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UploadPage — subtitle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UploadPage.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 and review knee X-ray' text present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898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47</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UploadPage — logout button</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UploadPage.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Logout button visible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898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48</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UploadPage — logout callback</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Click the Logout button.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onLogout called when Logout clicked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898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49</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UploadPage — gallery heading</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UploadPage.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'Gallery' heading present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898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50</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UploadPage — empty state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UploadPage with no images.</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 images to display yet' shown initially</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416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51</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UploadPage — add mock image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Click 'Add Mock Image'.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Query for img element.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Mock image appears in gallery after clicking 'Add Mock Image'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416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52</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UploadPage — empty state hidden</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Click 'Add Mock Image'.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Query for empty state text.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Empty state message gone after image added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119"/>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Bug Fixes</a:t>
            </a:r>
            <a:endParaRPr/>
          </a:p>
        </p:txBody>
      </p:sp>
      <p:pic>
        <p:nvPicPr>
          <p:cNvPr id="1060" name="Google Shape;1060;p119"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1061" name="Google Shape;1061;p119"/>
          <p:cNvGraphicFramePr/>
          <p:nvPr/>
        </p:nvGraphicFramePr>
        <p:xfrm>
          <a:off x="515101" y="1249304"/>
          <a:ext cx="3000000" cy="3000000"/>
        </p:xfrm>
        <a:graphic>
          <a:graphicData uri="http://schemas.openxmlformats.org/drawingml/2006/table">
            <a:tbl>
              <a:tblPr>
                <a:noFill/>
                <a:tableStyleId>{A7100D7C-081D-4764-8173-9F4D3C5EC5DE}</a:tableStyleId>
              </a:tblPr>
              <a:tblGrid>
                <a:gridCol w="755100"/>
                <a:gridCol w="2224075"/>
                <a:gridCol w="4544275"/>
                <a:gridCol w="590350"/>
              </a:tblGrid>
              <a:tr h="510975">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Bugs ID</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Bug Name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Description / Expected Result</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Status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r h="342850">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1</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Image Not Found</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Uploaded image not getting displayed after session Completion</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 Fixed</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15950">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2</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Layout discrepancy </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Overlapping Widgets on Other Components</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 Fixed</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46975">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3</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Bread Crumbs in Navigation</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Uneven button arrangement for show/hide  </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 Fixed</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91725">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4</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Theme Colour </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Text getting blurred while change Dark theme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 Fixed</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80075">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5</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Dark Mode in Quiz Page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Did Support Properly</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 Fixed</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68150">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6</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Navigation Bar</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It Need to sticky to position/ Not an Expected Behavior </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 Fixed</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120"/>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Metrics - Team Velocity</a:t>
            </a:r>
            <a:endParaRPr/>
          </a:p>
        </p:txBody>
      </p:sp>
      <p:pic>
        <p:nvPicPr>
          <p:cNvPr id="1067" name="Google Shape;1067;p120"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p:spPr>
      </p:pic>
      <p:sp>
        <p:nvSpPr>
          <p:cNvPr id="1068" name="Google Shape;1068;p120"/>
          <p:cNvSpPr txBox="1"/>
          <p:nvPr/>
        </p:nvSpPr>
        <p:spPr>
          <a:xfrm>
            <a:off x="1072575" y="4592185"/>
            <a:ext cx="3192900" cy="4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Sprint 3 Story Points Completed: </a:t>
            </a:r>
            <a:r>
              <a:rPr b="1" lang="en">
                <a:solidFill>
                  <a:schemeClr val="dk1"/>
                </a:solidFill>
                <a:latin typeface="Albert Sans"/>
                <a:ea typeface="Albert Sans"/>
                <a:cs typeface="Albert Sans"/>
                <a:sym typeface="Albert Sans"/>
              </a:rPr>
              <a:t>56</a:t>
            </a:r>
            <a:endParaRPr b="1">
              <a:solidFill>
                <a:schemeClr val="dk1"/>
              </a:solidFill>
              <a:latin typeface="Albert Sans"/>
              <a:ea typeface="Albert Sans"/>
              <a:cs typeface="Albert Sans"/>
              <a:sym typeface="Albert Sans"/>
            </a:endParaRPr>
          </a:p>
        </p:txBody>
      </p:sp>
      <p:sp>
        <p:nvSpPr>
          <p:cNvPr id="1069" name="Google Shape;1069;p120"/>
          <p:cNvSpPr/>
          <p:nvPr/>
        </p:nvSpPr>
        <p:spPr>
          <a:xfrm>
            <a:off x="7474600" y="92885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
        <p:nvSpPr>
          <p:cNvPr id="1070" name="Google Shape;1070;p120"/>
          <p:cNvSpPr txBox="1"/>
          <p:nvPr/>
        </p:nvSpPr>
        <p:spPr>
          <a:xfrm>
            <a:off x="4858627" y="4592166"/>
            <a:ext cx="3192900" cy="4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Average</a:t>
            </a:r>
            <a:r>
              <a:rPr lang="en">
                <a:solidFill>
                  <a:schemeClr val="dk1"/>
                </a:solidFill>
                <a:latin typeface="Albert Sans"/>
                <a:ea typeface="Albert Sans"/>
                <a:cs typeface="Albert Sans"/>
                <a:sym typeface="Albert Sans"/>
              </a:rPr>
              <a:t> Story Points Completed: </a:t>
            </a:r>
            <a:r>
              <a:rPr b="1" lang="en">
                <a:solidFill>
                  <a:schemeClr val="dk1"/>
                </a:solidFill>
                <a:latin typeface="Albert Sans"/>
                <a:ea typeface="Albert Sans"/>
                <a:cs typeface="Albert Sans"/>
                <a:sym typeface="Albert Sans"/>
              </a:rPr>
              <a:t>56</a:t>
            </a:r>
            <a:endParaRPr b="1">
              <a:solidFill>
                <a:schemeClr val="dk1"/>
              </a:solidFill>
              <a:latin typeface="Albert Sans"/>
              <a:ea typeface="Albert Sans"/>
              <a:cs typeface="Albert Sans"/>
              <a:sym typeface="Albert Sans"/>
            </a:endParaRPr>
          </a:p>
        </p:txBody>
      </p:sp>
      <p:pic>
        <p:nvPicPr>
          <p:cNvPr id="1071" name="Google Shape;1071;p120"/>
          <p:cNvPicPr preferRelativeResize="0"/>
          <p:nvPr/>
        </p:nvPicPr>
        <p:blipFill>
          <a:blip r:embed="rId4">
            <a:alphaModFix/>
          </a:blip>
          <a:stretch>
            <a:fillRect/>
          </a:stretch>
        </p:blipFill>
        <p:spPr>
          <a:xfrm>
            <a:off x="1733100" y="936050"/>
            <a:ext cx="5677800" cy="35771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p121"/>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Metrics - Burndown Chart</a:t>
            </a:r>
            <a:endParaRPr/>
          </a:p>
        </p:txBody>
      </p:sp>
      <p:pic>
        <p:nvPicPr>
          <p:cNvPr id="1077" name="Google Shape;1077;p121" title="Minimal Gradient by Slidesgo (2).jpg"/>
          <p:cNvPicPr preferRelativeResize="0"/>
          <p:nvPr>
            <p:ph idx="2" type="pic"/>
          </p:nvPr>
        </p:nvPicPr>
        <p:blipFill rotWithShape="1">
          <a:blip r:embed="rId3">
            <a:alphaModFix/>
          </a:blip>
          <a:srcRect b="19910" l="20913" r="40201" t="0"/>
          <a:stretch/>
        </p:blipFill>
        <p:spPr>
          <a:xfrm>
            <a:off x="6070875" y="1583300"/>
            <a:ext cx="3073126" cy="3560250"/>
          </a:xfrm>
          <a:prstGeom prst="rect">
            <a:avLst/>
          </a:prstGeom>
        </p:spPr>
      </p:pic>
      <p:pic>
        <p:nvPicPr>
          <p:cNvPr id="1078" name="Google Shape;1078;p121"/>
          <p:cNvPicPr preferRelativeResize="0"/>
          <p:nvPr/>
        </p:nvPicPr>
        <p:blipFill>
          <a:blip r:embed="rId4">
            <a:alphaModFix/>
          </a:blip>
          <a:stretch>
            <a:fillRect/>
          </a:stretch>
        </p:blipFill>
        <p:spPr>
          <a:xfrm>
            <a:off x="515100" y="1505425"/>
            <a:ext cx="4123400" cy="2366275"/>
          </a:xfrm>
          <a:prstGeom prst="rect">
            <a:avLst/>
          </a:prstGeom>
          <a:noFill/>
          <a:ln>
            <a:noFill/>
          </a:ln>
        </p:spPr>
      </p:pic>
      <p:pic>
        <p:nvPicPr>
          <p:cNvPr id="1079" name="Google Shape;1079;p121"/>
          <p:cNvPicPr preferRelativeResize="0"/>
          <p:nvPr/>
        </p:nvPicPr>
        <p:blipFill>
          <a:blip r:embed="rId5">
            <a:alphaModFix/>
          </a:blip>
          <a:stretch>
            <a:fillRect/>
          </a:stretch>
        </p:blipFill>
        <p:spPr>
          <a:xfrm>
            <a:off x="4766099" y="1505425"/>
            <a:ext cx="3921569" cy="2366275"/>
          </a:xfrm>
          <a:prstGeom prst="rect">
            <a:avLst/>
          </a:prstGeom>
          <a:noFill/>
          <a:ln>
            <a:noFill/>
          </a:ln>
        </p:spPr>
      </p:pic>
      <p:sp>
        <p:nvSpPr>
          <p:cNvPr id="1080" name="Google Shape;1080;p121"/>
          <p:cNvSpPr/>
          <p:nvPr/>
        </p:nvSpPr>
        <p:spPr>
          <a:xfrm>
            <a:off x="8815275" y="136820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122"/>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Metrics - Burndown Chart</a:t>
            </a:r>
            <a:endParaRPr/>
          </a:p>
        </p:txBody>
      </p:sp>
      <p:pic>
        <p:nvPicPr>
          <p:cNvPr id="1086" name="Google Shape;1086;p122" title="Minimal Gradient by Slidesgo (2).jpg"/>
          <p:cNvPicPr preferRelativeResize="0"/>
          <p:nvPr>
            <p:ph idx="2" type="pic"/>
          </p:nvPr>
        </p:nvPicPr>
        <p:blipFill rotWithShape="1">
          <a:blip r:embed="rId3">
            <a:alphaModFix/>
          </a:blip>
          <a:srcRect b="19910" l="20913" r="40201" t="0"/>
          <a:stretch/>
        </p:blipFill>
        <p:spPr>
          <a:xfrm>
            <a:off x="6070875" y="1583300"/>
            <a:ext cx="3073126" cy="3560250"/>
          </a:xfrm>
          <a:prstGeom prst="rect">
            <a:avLst/>
          </a:prstGeom>
        </p:spPr>
      </p:pic>
      <p:pic>
        <p:nvPicPr>
          <p:cNvPr id="1087" name="Google Shape;1087;p122"/>
          <p:cNvPicPr preferRelativeResize="0"/>
          <p:nvPr/>
        </p:nvPicPr>
        <p:blipFill>
          <a:blip r:embed="rId4">
            <a:alphaModFix/>
          </a:blip>
          <a:stretch>
            <a:fillRect/>
          </a:stretch>
        </p:blipFill>
        <p:spPr>
          <a:xfrm>
            <a:off x="342692" y="1424975"/>
            <a:ext cx="4162550" cy="2511675"/>
          </a:xfrm>
          <a:prstGeom prst="rect">
            <a:avLst/>
          </a:prstGeom>
          <a:noFill/>
          <a:ln>
            <a:noFill/>
          </a:ln>
        </p:spPr>
      </p:pic>
      <p:pic>
        <p:nvPicPr>
          <p:cNvPr id="1088" name="Google Shape;1088;p122"/>
          <p:cNvPicPr preferRelativeResize="0"/>
          <p:nvPr/>
        </p:nvPicPr>
        <p:blipFill>
          <a:blip r:embed="rId5">
            <a:alphaModFix/>
          </a:blip>
          <a:stretch>
            <a:fillRect/>
          </a:stretch>
        </p:blipFill>
        <p:spPr>
          <a:xfrm>
            <a:off x="4689474" y="1424975"/>
            <a:ext cx="4162550" cy="2511676"/>
          </a:xfrm>
          <a:prstGeom prst="rect">
            <a:avLst/>
          </a:prstGeom>
          <a:noFill/>
          <a:ln>
            <a:noFill/>
          </a:ln>
        </p:spPr>
      </p:pic>
      <p:sp>
        <p:nvSpPr>
          <p:cNvPr id="1089" name="Google Shape;1089;p122"/>
          <p:cNvSpPr/>
          <p:nvPr/>
        </p:nvSpPr>
        <p:spPr>
          <a:xfrm>
            <a:off x="8866392" y="136820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123"/>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Metrics - Completed/Committed Ratio</a:t>
            </a:r>
            <a:endParaRPr/>
          </a:p>
        </p:txBody>
      </p:sp>
      <p:sp>
        <p:nvSpPr>
          <p:cNvPr id="1095" name="Google Shape;1095;p123"/>
          <p:cNvSpPr/>
          <p:nvPr>
            <p:ph idx="2" type="pic"/>
          </p:nvPr>
        </p:nvSpPr>
        <p:spPr>
          <a:xfrm>
            <a:off x="5782800" y="1249550"/>
            <a:ext cx="3361200" cy="3894000"/>
          </a:xfrm>
          <a:prstGeom prst="rect">
            <a:avLst/>
          </a:prstGeom>
        </p:spPr>
      </p:sp>
      <p:pic>
        <p:nvPicPr>
          <p:cNvPr id="1096" name="Google Shape;1096;p123"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sp>
        <p:nvSpPr>
          <p:cNvPr id="1097" name="Google Shape;1097;p123"/>
          <p:cNvSpPr txBox="1"/>
          <p:nvPr/>
        </p:nvSpPr>
        <p:spPr>
          <a:xfrm>
            <a:off x="359124" y="4430185"/>
            <a:ext cx="4353000" cy="4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Sprint 3 Story Points Completed: </a:t>
            </a:r>
            <a:r>
              <a:rPr b="1" lang="en">
                <a:solidFill>
                  <a:schemeClr val="dk1"/>
                </a:solidFill>
                <a:latin typeface="Albert Sans"/>
                <a:ea typeface="Albert Sans"/>
                <a:cs typeface="Albert Sans"/>
                <a:sym typeface="Albert Sans"/>
              </a:rPr>
              <a:t>56</a:t>
            </a:r>
            <a:r>
              <a:rPr b="1" lang="en">
                <a:solidFill>
                  <a:schemeClr val="dk1"/>
                </a:solidFill>
                <a:latin typeface="Albert Sans"/>
                <a:ea typeface="Albert Sans"/>
                <a:cs typeface="Albert Sans"/>
                <a:sym typeface="Albert Sans"/>
              </a:rPr>
              <a:t>/56</a:t>
            </a:r>
            <a:r>
              <a:rPr lang="en">
                <a:solidFill>
                  <a:schemeClr val="dk1"/>
                </a:solidFill>
                <a:latin typeface="Albert Sans"/>
                <a:ea typeface="Albert Sans"/>
                <a:cs typeface="Albert Sans"/>
                <a:sym typeface="Albert Sans"/>
              </a:rPr>
              <a:t> (</a:t>
            </a:r>
            <a:r>
              <a:rPr b="1" lang="en">
                <a:solidFill>
                  <a:schemeClr val="dk1"/>
                </a:solidFill>
                <a:latin typeface="Albert Sans"/>
                <a:ea typeface="Albert Sans"/>
                <a:cs typeface="Albert Sans"/>
                <a:sym typeface="Albert Sans"/>
              </a:rPr>
              <a:t>100</a:t>
            </a:r>
            <a:r>
              <a:rPr b="1" lang="en">
                <a:solidFill>
                  <a:schemeClr val="dk1"/>
                </a:solidFill>
                <a:latin typeface="Albert Sans"/>
                <a:ea typeface="Albert Sans"/>
                <a:cs typeface="Albert Sans"/>
                <a:sym typeface="Albert Sans"/>
              </a:rPr>
              <a:t>%</a:t>
            </a:r>
            <a:r>
              <a:rPr lang="en">
                <a:solidFill>
                  <a:schemeClr val="dk1"/>
                </a:solidFill>
                <a:latin typeface="Albert Sans"/>
                <a:ea typeface="Albert Sans"/>
                <a:cs typeface="Albert Sans"/>
                <a:sym typeface="Albert Sans"/>
              </a:rPr>
              <a:t>)</a:t>
            </a:r>
            <a:endParaRPr>
              <a:solidFill>
                <a:schemeClr val="dk1"/>
              </a:solidFill>
              <a:latin typeface="Albert Sans"/>
              <a:ea typeface="Albert Sans"/>
              <a:cs typeface="Albert Sans"/>
              <a:sym typeface="Albert Sans"/>
            </a:endParaRPr>
          </a:p>
        </p:txBody>
      </p:sp>
      <p:sp>
        <p:nvSpPr>
          <p:cNvPr id="1098" name="Google Shape;1098;p123"/>
          <p:cNvSpPr/>
          <p:nvPr/>
        </p:nvSpPr>
        <p:spPr>
          <a:xfrm>
            <a:off x="7529100" y="89617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pic>
        <p:nvPicPr>
          <p:cNvPr id="1099" name="Google Shape;1099;p123" title="ChatGPT Image May 11, 2026, 04_13_18 PM.png"/>
          <p:cNvPicPr preferRelativeResize="0"/>
          <p:nvPr/>
        </p:nvPicPr>
        <p:blipFill>
          <a:blip r:embed="rId4">
            <a:alphaModFix/>
          </a:blip>
          <a:stretch>
            <a:fillRect/>
          </a:stretch>
        </p:blipFill>
        <p:spPr>
          <a:xfrm>
            <a:off x="1880700" y="1111275"/>
            <a:ext cx="5382592" cy="3268361"/>
          </a:xfrm>
          <a:prstGeom prst="rect">
            <a:avLst/>
          </a:prstGeom>
          <a:noFill/>
          <a:ln>
            <a:noFill/>
          </a:ln>
        </p:spPr>
      </p:pic>
      <p:sp>
        <p:nvSpPr>
          <p:cNvPr id="1100" name="Google Shape;1100;p123"/>
          <p:cNvSpPr txBox="1"/>
          <p:nvPr/>
        </p:nvSpPr>
        <p:spPr>
          <a:xfrm>
            <a:off x="4443800" y="4430175"/>
            <a:ext cx="4482600" cy="4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Average</a:t>
            </a:r>
            <a:r>
              <a:rPr lang="en">
                <a:solidFill>
                  <a:schemeClr val="dk1"/>
                </a:solidFill>
                <a:latin typeface="Albert Sans"/>
                <a:ea typeface="Albert Sans"/>
                <a:cs typeface="Albert Sans"/>
                <a:sym typeface="Albert Sans"/>
              </a:rPr>
              <a:t> Story Points Completed: </a:t>
            </a:r>
            <a:r>
              <a:rPr b="1" lang="en">
                <a:solidFill>
                  <a:schemeClr val="dk1"/>
                </a:solidFill>
                <a:latin typeface="Albert Sans"/>
                <a:ea typeface="Albert Sans"/>
                <a:cs typeface="Albert Sans"/>
                <a:sym typeface="Albert Sans"/>
              </a:rPr>
              <a:t>169</a:t>
            </a:r>
            <a:r>
              <a:rPr b="1" lang="en">
                <a:solidFill>
                  <a:schemeClr val="dk1"/>
                </a:solidFill>
                <a:latin typeface="Albert Sans"/>
                <a:ea typeface="Albert Sans"/>
                <a:cs typeface="Albert Sans"/>
                <a:sym typeface="Albert Sans"/>
              </a:rPr>
              <a:t>/173</a:t>
            </a:r>
            <a:r>
              <a:rPr lang="en">
                <a:solidFill>
                  <a:schemeClr val="dk1"/>
                </a:solidFill>
                <a:latin typeface="Albert Sans"/>
                <a:ea typeface="Albert Sans"/>
                <a:cs typeface="Albert Sans"/>
                <a:sym typeface="Albert Sans"/>
              </a:rPr>
              <a:t> (</a:t>
            </a:r>
            <a:r>
              <a:rPr b="1" lang="en">
                <a:solidFill>
                  <a:schemeClr val="dk1"/>
                </a:solidFill>
                <a:latin typeface="Albert Sans"/>
                <a:ea typeface="Albert Sans"/>
                <a:cs typeface="Albert Sans"/>
                <a:sym typeface="Albert Sans"/>
              </a:rPr>
              <a:t>97.69</a:t>
            </a:r>
            <a:r>
              <a:rPr b="1" lang="en">
                <a:solidFill>
                  <a:schemeClr val="dk1"/>
                </a:solidFill>
                <a:latin typeface="Albert Sans"/>
                <a:ea typeface="Albert Sans"/>
                <a:cs typeface="Albert Sans"/>
                <a:sym typeface="Albert Sans"/>
              </a:rPr>
              <a:t>%</a:t>
            </a:r>
            <a:r>
              <a:rPr lang="en">
                <a:solidFill>
                  <a:schemeClr val="dk1"/>
                </a:solidFill>
                <a:latin typeface="Albert Sans"/>
                <a:ea typeface="Albert Sans"/>
                <a:cs typeface="Albert Sans"/>
                <a:sym typeface="Albert Sans"/>
              </a:rPr>
              <a:t>)</a:t>
            </a:r>
            <a:endParaRPr>
              <a:solidFill>
                <a:schemeClr val="dk1"/>
              </a:solidFill>
              <a:latin typeface="Albert Sans"/>
              <a:ea typeface="Albert Sans"/>
              <a:cs typeface="Albert Sans"/>
              <a:sym typeface="Albert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124"/>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Sprint 3 Retrospective</a:t>
            </a:r>
            <a:endParaRPr/>
          </a:p>
        </p:txBody>
      </p:sp>
      <p:pic>
        <p:nvPicPr>
          <p:cNvPr id="1106" name="Google Shape;1106;p124"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107" name="Google Shape;1107;p124" title="Screenshot 2026-05-12 at 4.07.12 PM.png"/>
          <p:cNvPicPr preferRelativeResize="0"/>
          <p:nvPr/>
        </p:nvPicPr>
        <p:blipFill>
          <a:blip r:embed="rId4">
            <a:alphaModFix/>
          </a:blip>
          <a:stretch>
            <a:fillRect/>
          </a:stretch>
        </p:blipFill>
        <p:spPr>
          <a:xfrm>
            <a:off x="1092700" y="1038150"/>
            <a:ext cx="6958599" cy="32145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125"/>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Sprint 3 Retrospective: Important Points</a:t>
            </a:r>
            <a:endParaRPr i="1"/>
          </a:p>
        </p:txBody>
      </p:sp>
      <p:pic>
        <p:nvPicPr>
          <p:cNvPr descr="image.png" id="1113" name="Google Shape;1113;p125"/>
          <p:cNvPicPr preferRelativeResize="0"/>
          <p:nvPr/>
        </p:nvPicPr>
        <p:blipFill rotWithShape="1">
          <a:blip r:embed="rId3">
            <a:alphaModFix/>
          </a:blip>
          <a:srcRect b="0" l="0" r="0" t="0"/>
          <a:stretch/>
        </p:blipFill>
        <p:spPr>
          <a:xfrm>
            <a:off x="571500" y="1802900"/>
            <a:ext cx="2547975" cy="2743300"/>
          </a:xfrm>
          <a:prstGeom prst="rect">
            <a:avLst/>
          </a:prstGeom>
          <a:noFill/>
          <a:ln>
            <a:noFill/>
          </a:ln>
        </p:spPr>
      </p:pic>
      <p:pic>
        <p:nvPicPr>
          <p:cNvPr descr="image.png" id="1114" name="Google Shape;1114;p125"/>
          <p:cNvPicPr preferRelativeResize="0"/>
          <p:nvPr/>
        </p:nvPicPr>
        <p:blipFill rotWithShape="1">
          <a:blip r:embed="rId4">
            <a:alphaModFix/>
          </a:blip>
          <a:srcRect b="0" l="0" r="0" t="0"/>
          <a:stretch/>
        </p:blipFill>
        <p:spPr>
          <a:xfrm>
            <a:off x="3298075" y="1802900"/>
            <a:ext cx="2547975" cy="2743300"/>
          </a:xfrm>
          <a:prstGeom prst="rect">
            <a:avLst/>
          </a:prstGeom>
          <a:noFill/>
          <a:ln>
            <a:noFill/>
          </a:ln>
        </p:spPr>
      </p:pic>
      <p:pic>
        <p:nvPicPr>
          <p:cNvPr descr="image.png" id="1115" name="Google Shape;1115;p125"/>
          <p:cNvPicPr preferRelativeResize="0"/>
          <p:nvPr/>
        </p:nvPicPr>
        <p:blipFill rotWithShape="1">
          <a:blip r:embed="rId5">
            <a:alphaModFix/>
          </a:blip>
          <a:srcRect b="0" l="0" r="0" t="0"/>
          <a:stretch/>
        </p:blipFill>
        <p:spPr>
          <a:xfrm>
            <a:off x="6024625" y="1802900"/>
            <a:ext cx="2547975" cy="2743300"/>
          </a:xfrm>
          <a:prstGeom prst="rect">
            <a:avLst/>
          </a:prstGeom>
          <a:noFill/>
          <a:ln>
            <a:noFill/>
          </a:ln>
        </p:spPr>
      </p:pic>
      <p:sp>
        <p:nvSpPr>
          <p:cNvPr id="1116" name="Google Shape;1116;p125"/>
          <p:cNvSpPr txBox="1"/>
          <p:nvPr/>
        </p:nvSpPr>
        <p:spPr>
          <a:xfrm>
            <a:off x="792957" y="2388597"/>
            <a:ext cx="22104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 sz="1100" u="none" cap="none" strike="noStrike">
                <a:solidFill>
                  <a:srgbClr val="0F172A"/>
                </a:solidFill>
                <a:latin typeface="Poppins"/>
                <a:ea typeface="Poppins"/>
                <a:cs typeface="Poppins"/>
                <a:sym typeface="Poppins"/>
              </a:rPr>
              <a:t>What Went Well</a:t>
            </a:r>
            <a:endParaRPr b="0" i="0" sz="1100" u="none" cap="none" strike="noStrike">
              <a:solidFill>
                <a:srgbClr val="000000"/>
              </a:solidFill>
              <a:latin typeface="Arial"/>
              <a:ea typeface="Arial"/>
              <a:cs typeface="Arial"/>
              <a:sym typeface="Arial"/>
            </a:endParaRPr>
          </a:p>
        </p:txBody>
      </p:sp>
      <p:sp>
        <p:nvSpPr>
          <p:cNvPr id="1117" name="Google Shape;1117;p125"/>
          <p:cNvSpPr txBox="1"/>
          <p:nvPr/>
        </p:nvSpPr>
        <p:spPr>
          <a:xfrm>
            <a:off x="638450" y="2617300"/>
            <a:ext cx="2364900" cy="1800900"/>
          </a:xfrm>
          <a:prstGeom prst="rect">
            <a:avLst/>
          </a:prstGeom>
          <a:noFill/>
          <a:ln>
            <a:noFill/>
          </a:ln>
        </p:spPr>
        <p:txBody>
          <a:bodyPr anchorCtr="0" anchor="t" bIns="0" lIns="0" spcFirstLastPara="1" rIns="0" wrap="square" tIns="0">
            <a:spAutoFit/>
          </a:bodyPr>
          <a:lstStyle/>
          <a:p>
            <a:pPr indent="-285750" lvl="0" marL="457200" marR="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End-to-end workflow stabilized (upload → predict → save → retrieve → chat)</a:t>
            </a:r>
            <a:endParaRPr sz="900">
              <a:solidFill>
                <a:srgbClr val="475569"/>
              </a:solidFill>
              <a:latin typeface="Lato"/>
              <a:ea typeface="Lato"/>
              <a:cs typeface="Lato"/>
              <a:sym typeface="Lato"/>
            </a:endParaRPr>
          </a:p>
          <a:p>
            <a:pPr indent="-285750" lvl="0" marL="457200" marR="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UI/UX significantly improved (Profile page, landing page, layout consistency)</a:t>
            </a:r>
            <a:endParaRPr sz="900">
              <a:solidFill>
                <a:srgbClr val="475569"/>
              </a:solidFill>
              <a:latin typeface="Lato"/>
              <a:ea typeface="Lato"/>
              <a:cs typeface="Lato"/>
              <a:sym typeface="Lato"/>
            </a:endParaRPr>
          </a:p>
          <a:p>
            <a:pPr indent="-285750" lvl="0" marL="457200" marR="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Team collaboration improved with smoother PR reviews and fewer merge conflicts</a:t>
            </a:r>
            <a:endParaRPr sz="900">
              <a:solidFill>
                <a:srgbClr val="475569"/>
              </a:solidFill>
              <a:latin typeface="Lato"/>
              <a:ea typeface="Lato"/>
              <a:cs typeface="Lato"/>
              <a:sym typeface="Lato"/>
            </a:endParaRPr>
          </a:p>
        </p:txBody>
      </p:sp>
      <p:sp>
        <p:nvSpPr>
          <p:cNvPr id="1118" name="Google Shape;1118;p125"/>
          <p:cNvSpPr txBox="1"/>
          <p:nvPr/>
        </p:nvSpPr>
        <p:spPr>
          <a:xfrm>
            <a:off x="3519525" y="2388597"/>
            <a:ext cx="22104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 sz="1100" u="none" cap="none" strike="noStrike">
                <a:solidFill>
                  <a:srgbClr val="0F172A"/>
                </a:solidFill>
                <a:latin typeface="Poppins"/>
                <a:ea typeface="Poppins"/>
                <a:cs typeface="Poppins"/>
                <a:sym typeface="Poppins"/>
              </a:rPr>
              <a:t>Improvements</a:t>
            </a:r>
            <a:endParaRPr b="0" i="0" sz="1100" u="none" cap="none" strike="noStrike">
              <a:solidFill>
                <a:srgbClr val="000000"/>
              </a:solidFill>
              <a:latin typeface="Arial"/>
              <a:ea typeface="Arial"/>
              <a:cs typeface="Arial"/>
              <a:sym typeface="Arial"/>
            </a:endParaRPr>
          </a:p>
        </p:txBody>
      </p:sp>
      <p:sp>
        <p:nvSpPr>
          <p:cNvPr id="1119" name="Google Shape;1119;p125"/>
          <p:cNvSpPr txBox="1"/>
          <p:nvPr/>
        </p:nvSpPr>
        <p:spPr>
          <a:xfrm>
            <a:off x="3519525" y="2617288"/>
            <a:ext cx="2105100" cy="1800900"/>
          </a:xfrm>
          <a:prstGeom prst="rect">
            <a:avLst/>
          </a:prstGeom>
          <a:noFill/>
          <a:ln>
            <a:noFill/>
          </a:ln>
        </p:spPr>
        <p:txBody>
          <a:bodyPr anchorCtr="0" anchor="t" bIns="0" lIns="0" spcFirstLastPara="1" rIns="0" wrap="square" tIns="0">
            <a:spAutoFit/>
          </a:bodyPr>
          <a:lstStyle/>
          <a:p>
            <a:pPr indent="-285750" lvl="0" marL="45720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Limited time for deeper testing of edge cases and error handling</a:t>
            </a:r>
            <a:endParaRPr sz="900">
              <a:solidFill>
                <a:srgbClr val="475569"/>
              </a:solidFill>
              <a:latin typeface="Lato"/>
              <a:ea typeface="Lato"/>
              <a:cs typeface="Lato"/>
              <a:sym typeface="Lato"/>
            </a:endParaRPr>
          </a:p>
          <a:p>
            <a:pPr indent="-285750" lvl="0" marL="45720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UI consistency improved but could be further standardized across all pages</a:t>
            </a:r>
            <a:endParaRPr sz="900">
              <a:solidFill>
                <a:srgbClr val="475569"/>
              </a:solidFill>
              <a:latin typeface="Lato"/>
              <a:ea typeface="Lato"/>
              <a:cs typeface="Lato"/>
              <a:sym typeface="Lato"/>
            </a:endParaRPr>
          </a:p>
          <a:p>
            <a:pPr indent="-285750" lvl="0" marL="45720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Some APIs are tightly coupled and could benefit from cleaner separation of concerns</a:t>
            </a:r>
            <a:endParaRPr sz="900">
              <a:solidFill>
                <a:srgbClr val="475569"/>
              </a:solidFill>
              <a:latin typeface="Lato"/>
              <a:ea typeface="Lato"/>
              <a:cs typeface="Lato"/>
              <a:sym typeface="Lato"/>
            </a:endParaRPr>
          </a:p>
          <a:p>
            <a:pPr indent="0" lvl="0" marL="0" marR="0" rtl="0" algn="l">
              <a:lnSpc>
                <a:spcPct val="150000"/>
              </a:lnSpc>
              <a:spcBef>
                <a:spcPts val="0"/>
              </a:spcBef>
              <a:spcAft>
                <a:spcPts val="0"/>
              </a:spcAft>
              <a:buNone/>
            </a:pPr>
            <a:r>
              <a:t/>
            </a:r>
            <a:endParaRPr sz="900">
              <a:solidFill>
                <a:srgbClr val="475569"/>
              </a:solidFill>
              <a:latin typeface="Lato"/>
              <a:ea typeface="Lato"/>
              <a:cs typeface="Lato"/>
              <a:sym typeface="Lato"/>
            </a:endParaRPr>
          </a:p>
        </p:txBody>
      </p:sp>
      <p:sp>
        <p:nvSpPr>
          <p:cNvPr id="1120" name="Google Shape;1120;p125"/>
          <p:cNvSpPr txBox="1"/>
          <p:nvPr/>
        </p:nvSpPr>
        <p:spPr>
          <a:xfrm>
            <a:off x="6246094" y="2388597"/>
            <a:ext cx="22104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 sz="1100" u="none" cap="none" strike="noStrike">
                <a:solidFill>
                  <a:srgbClr val="0F172A"/>
                </a:solidFill>
                <a:latin typeface="Poppins"/>
                <a:ea typeface="Poppins"/>
                <a:cs typeface="Poppins"/>
                <a:sym typeface="Poppins"/>
              </a:rPr>
              <a:t>Action Items</a:t>
            </a:r>
            <a:endParaRPr b="0" i="0" sz="1100" u="none" cap="none" strike="noStrike">
              <a:solidFill>
                <a:srgbClr val="000000"/>
              </a:solidFill>
              <a:latin typeface="Arial"/>
              <a:ea typeface="Arial"/>
              <a:cs typeface="Arial"/>
              <a:sym typeface="Arial"/>
            </a:endParaRPr>
          </a:p>
        </p:txBody>
      </p:sp>
      <p:sp>
        <p:nvSpPr>
          <p:cNvPr id="1121" name="Google Shape;1121;p125"/>
          <p:cNvSpPr txBox="1"/>
          <p:nvPr/>
        </p:nvSpPr>
        <p:spPr>
          <a:xfrm>
            <a:off x="6246093" y="2617287"/>
            <a:ext cx="2105100" cy="1593000"/>
          </a:xfrm>
          <a:prstGeom prst="rect">
            <a:avLst/>
          </a:prstGeom>
          <a:noFill/>
          <a:ln>
            <a:noFill/>
          </a:ln>
        </p:spPr>
        <p:txBody>
          <a:bodyPr anchorCtr="0" anchor="t" bIns="0" lIns="0" spcFirstLastPara="1" rIns="0" wrap="square" tIns="0">
            <a:spAutoFit/>
          </a:bodyPr>
          <a:lstStyle/>
          <a:p>
            <a:pPr indent="-285750" lvl="0" marL="45720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Standardize data handling strategy for images (base64 vs file-based approach)</a:t>
            </a:r>
            <a:endParaRPr sz="900">
              <a:solidFill>
                <a:srgbClr val="475569"/>
              </a:solidFill>
              <a:latin typeface="Lato"/>
              <a:ea typeface="Lato"/>
              <a:cs typeface="Lato"/>
              <a:sym typeface="Lato"/>
            </a:endParaRPr>
          </a:p>
          <a:p>
            <a:pPr indent="-285750" lvl="0" marL="45720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Increase test coverage, especially for edge cases and failure scenarios</a:t>
            </a:r>
            <a:endParaRPr sz="900">
              <a:solidFill>
                <a:srgbClr val="475569"/>
              </a:solidFill>
              <a:latin typeface="Lato"/>
              <a:ea typeface="Lato"/>
              <a:cs typeface="Lato"/>
              <a:sym typeface="Lato"/>
            </a:endParaRPr>
          </a:p>
          <a:p>
            <a:pPr indent="-285750" lvl="0" marL="45720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Refactor APIs for better modularity and maintainability</a:t>
            </a:r>
            <a:endParaRPr sz="900">
              <a:solidFill>
                <a:srgbClr val="475569"/>
              </a:solidFill>
              <a:latin typeface="Lato"/>
              <a:ea typeface="Lato"/>
              <a:cs typeface="Lato"/>
              <a:sym typeface="Lato"/>
            </a:endParaRPr>
          </a:p>
        </p:txBody>
      </p:sp>
      <p:pic>
        <p:nvPicPr>
          <p:cNvPr descr="image.png" id="1122" name="Google Shape;1122;p125"/>
          <p:cNvPicPr preferRelativeResize="0"/>
          <p:nvPr/>
        </p:nvPicPr>
        <p:blipFill rotWithShape="1">
          <a:blip r:embed="rId6">
            <a:alphaModFix/>
          </a:blip>
          <a:srcRect b="0" l="0" r="0" t="0"/>
          <a:stretch/>
        </p:blipFill>
        <p:spPr>
          <a:xfrm>
            <a:off x="792956" y="2052931"/>
            <a:ext cx="228600" cy="228600"/>
          </a:xfrm>
          <a:prstGeom prst="rect">
            <a:avLst/>
          </a:prstGeom>
          <a:noFill/>
          <a:ln>
            <a:noFill/>
          </a:ln>
        </p:spPr>
      </p:pic>
      <p:pic>
        <p:nvPicPr>
          <p:cNvPr descr="image.png" id="1123" name="Google Shape;1123;p125"/>
          <p:cNvPicPr preferRelativeResize="0"/>
          <p:nvPr/>
        </p:nvPicPr>
        <p:blipFill rotWithShape="1">
          <a:blip r:embed="rId7">
            <a:alphaModFix/>
          </a:blip>
          <a:srcRect b="0" l="0" r="0" t="0"/>
          <a:stretch/>
        </p:blipFill>
        <p:spPr>
          <a:xfrm>
            <a:off x="3519524" y="2052931"/>
            <a:ext cx="228600" cy="228600"/>
          </a:xfrm>
          <a:prstGeom prst="rect">
            <a:avLst/>
          </a:prstGeom>
          <a:noFill/>
          <a:ln>
            <a:noFill/>
          </a:ln>
        </p:spPr>
      </p:pic>
      <p:pic>
        <p:nvPicPr>
          <p:cNvPr descr="image.png" id="1124" name="Google Shape;1124;p125"/>
          <p:cNvPicPr preferRelativeResize="0"/>
          <p:nvPr/>
        </p:nvPicPr>
        <p:blipFill rotWithShape="1">
          <a:blip r:embed="rId8">
            <a:alphaModFix/>
          </a:blip>
          <a:srcRect b="0" l="0" r="0" t="0"/>
          <a:stretch/>
        </p:blipFill>
        <p:spPr>
          <a:xfrm>
            <a:off x="6246093" y="2052931"/>
            <a:ext cx="228600" cy="228600"/>
          </a:xfrm>
          <a:prstGeom prst="rect">
            <a:avLst/>
          </a:prstGeom>
          <a:noFill/>
          <a:ln>
            <a:noFill/>
          </a:ln>
        </p:spPr>
      </p:pic>
      <p:pic>
        <p:nvPicPr>
          <p:cNvPr id="1125" name="Google Shape;1125;p125" title="Minimal Gradient by Slidesgo (2).jpg"/>
          <p:cNvPicPr preferRelativeResize="0"/>
          <p:nvPr>
            <p:ph idx="2" type="pic"/>
          </p:nvPr>
        </p:nvPicPr>
        <p:blipFill rotWithShape="1">
          <a:blip r:embed="rId9">
            <a:alphaModFix/>
          </a:blip>
          <a:srcRect b="19910" l="20913" r="40201" t="0"/>
          <a:stretch/>
        </p:blipFill>
        <p:spPr>
          <a:xfrm>
            <a:off x="8376146" y="4253975"/>
            <a:ext cx="767854" cy="88957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126"/>
          <p:cNvSpPr txBox="1"/>
          <p:nvPr>
            <p:ph idx="1" type="body"/>
          </p:nvPr>
        </p:nvSpPr>
        <p:spPr>
          <a:xfrm>
            <a:off x="515100" y="943950"/>
            <a:ext cx="4061700" cy="4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700"/>
              <a:t>Sprint Schedule &amp; Key Deliverable</a:t>
            </a:r>
            <a:endParaRPr/>
          </a:p>
        </p:txBody>
      </p:sp>
      <p:sp>
        <p:nvSpPr>
          <p:cNvPr id="1131" name="Google Shape;1131;p126"/>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Roadmap</a:t>
            </a:r>
            <a:endParaRPr i="1"/>
          </a:p>
        </p:txBody>
      </p:sp>
      <p:pic>
        <p:nvPicPr>
          <p:cNvPr descr="image.png" id="1132" name="Google Shape;1132;p126"/>
          <p:cNvPicPr preferRelativeResize="0"/>
          <p:nvPr/>
        </p:nvPicPr>
        <p:blipFill rotWithShape="1">
          <a:blip r:embed="rId3">
            <a:alphaModFix/>
          </a:blip>
          <a:srcRect b="0" l="0" r="0" t="0"/>
          <a:stretch/>
        </p:blipFill>
        <p:spPr>
          <a:xfrm>
            <a:off x="527425" y="3657843"/>
            <a:ext cx="1760153" cy="371475"/>
          </a:xfrm>
          <a:prstGeom prst="rect">
            <a:avLst/>
          </a:prstGeom>
          <a:noFill/>
          <a:ln>
            <a:noFill/>
          </a:ln>
        </p:spPr>
      </p:pic>
      <p:pic>
        <p:nvPicPr>
          <p:cNvPr descr="image.png" id="1133" name="Google Shape;1133;p126"/>
          <p:cNvPicPr preferRelativeResize="0"/>
          <p:nvPr/>
        </p:nvPicPr>
        <p:blipFill rotWithShape="1">
          <a:blip r:embed="rId4">
            <a:alphaModFix/>
          </a:blip>
          <a:srcRect b="0" l="0" r="0" t="0"/>
          <a:stretch/>
        </p:blipFill>
        <p:spPr>
          <a:xfrm>
            <a:off x="2607707" y="3657843"/>
            <a:ext cx="1760153" cy="371475"/>
          </a:xfrm>
          <a:prstGeom prst="rect">
            <a:avLst/>
          </a:prstGeom>
          <a:noFill/>
          <a:ln>
            <a:noFill/>
          </a:ln>
        </p:spPr>
      </p:pic>
      <p:pic>
        <p:nvPicPr>
          <p:cNvPr descr="image.png" id="1134" name="Google Shape;1134;p126"/>
          <p:cNvPicPr preferRelativeResize="0"/>
          <p:nvPr/>
        </p:nvPicPr>
        <p:blipFill rotWithShape="1">
          <a:blip r:embed="rId4">
            <a:alphaModFix/>
          </a:blip>
          <a:srcRect b="0" l="0" r="0" t="0"/>
          <a:stretch/>
        </p:blipFill>
        <p:spPr>
          <a:xfrm>
            <a:off x="4687989" y="3657843"/>
            <a:ext cx="1760153" cy="371475"/>
          </a:xfrm>
          <a:prstGeom prst="rect">
            <a:avLst/>
          </a:prstGeom>
          <a:noFill/>
          <a:ln>
            <a:noFill/>
          </a:ln>
        </p:spPr>
      </p:pic>
      <p:pic>
        <p:nvPicPr>
          <p:cNvPr descr="image.png" id="1135" name="Google Shape;1135;p126"/>
          <p:cNvPicPr preferRelativeResize="0"/>
          <p:nvPr/>
        </p:nvPicPr>
        <p:blipFill rotWithShape="1">
          <a:blip r:embed="rId5">
            <a:alphaModFix/>
          </a:blip>
          <a:srcRect b="0" l="0" r="0" t="0"/>
          <a:stretch/>
        </p:blipFill>
        <p:spPr>
          <a:xfrm>
            <a:off x="6768272" y="3657843"/>
            <a:ext cx="1760153" cy="371475"/>
          </a:xfrm>
          <a:prstGeom prst="rect">
            <a:avLst/>
          </a:prstGeom>
          <a:noFill/>
          <a:ln>
            <a:noFill/>
          </a:ln>
        </p:spPr>
      </p:pic>
      <p:sp>
        <p:nvSpPr>
          <p:cNvPr id="1136" name="Google Shape;1136;p126"/>
          <p:cNvSpPr txBox="1"/>
          <p:nvPr/>
        </p:nvSpPr>
        <p:spPr>
          <a:xfrm>
            <a:off x="527425" y="24291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DEADLINE: FEB 19</a:t>
            </a:r>
            <a:endParaRPr b="0" i="0" sz="1100" u="none" cap="none" strike="noStrike">
              <a:solidFill>
                <a:schemeClr val="dk1"/>
              </a:solidFill>
              <a:latin typeface="Arial"/>
              <a:ea typeface="Arial"/>
              <a:cs typeface="Arial"/>
              <a:sym typeface="Arial"/>
            </a:endParaRPr>
          </a:p>
        </p:txBody>
      </p:sp>
      <p:sp>
        <p:nvSpPr>
          <p:cNvPr id="1137" name="Google Shape;1137;p126"/>
          <p:cNvSpPr txBox="1"/>
          <p:nvPr/>
        </p:nvSpPr>
        <p:spPr>
          <a:xfrm>
            <a:off x="527425" y="2657718"/>
            <a:ext cx="1848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Inter"/>
                <a:ea typeface="Inter"/>
                <a:cs typeface="Inter"/>
                <a:sym typeface="Inter"/>
              </a:rPr>
              <a:t>Foundation</a:t>
            </a:r>
            <a:endParaRPr b="0" i="0" sz="1100" u="none" cap="none" strike="noStrike">
              <a:solidFill>
                <a:schemeClr val="dk1"/>
              </a:solidFill>
              <a:latin typeface="Arial"/>
              <a:ea typeface="Arial"/>
              <a:cs typeface="Arial"/>
              <a:sym typeface="Arial"/>
            </a:endParaRPr>
          </a:p>
        </p:txBody>
      </p:sp>
      <p:sp>
        <p:nvSpPr>
          <p:cNvPr id="1138" name="Google Shape;1138;p126"/>
          <p:cNvSpPr txBox="1"/>
          <p:nvPr/>
        </p:nvSpPr>
        <p:spPr>
          <a:xfrm>
            <a:off x="2607707" y="24291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DEADLINE: MAR 26</a:t>
            </a:r>
            <a:endParaRPr b="0" i="0" sz="1100" u="none" cap="none" strike="noStrike">
              <a:solidFill>
                <a:schemeClr val="dk1"/>
              </a:solidFill>
              <a:latin typeface="Arial"/>
              <a:ea typeface="Arial"/>
              <a:cs typeface="Arial"/>
              <a:sym typeface="Arial"/>
            </a:endParaRPr>
          </a:p>
        </p:txBody>
      </p:sp>
      <p:sp>
        <p:nvSpPr>
          <p:cNvPr id="1139" name="Google Shape;1139;p126"/>
          <p:cNvSpPr txBox="1"/>
          <p:nvPr/>
        </p:nvSpPr>
        <p:spPr>
          <a:xfrm>
            <a:off x="2607707" y="2657718"/>
            <a:ext cx="1848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Inter"/>
                <a:ea typeface="Inter"/>
                <a:cs typeface="Inter"/>
                <a:sym typeface="Inter"/>
              </a:rPr>
              <a:t>Core Features</a:t>
            </a:r>
            <a:endParaRPr b="0" i="0" sz="1100" u="none" cap="none" strike="noStrike">
              <a:solidFill>
                <a:schemeClr val="dk1"/>
              </a:solidFill>
              <a:latin typeface="Arial"/>
              <a:ea typeface="Arial"/>
              <a:cs typeface="Arial"/>
              <a:sym typeface="Arial"/>
            </a:endParaRPr>
          </a:p>
        </p:txBody>
      </p:sp>
      <p:sp>
        <p:nvSpPr>
          <p:cNvPr id="1140" name="Google Shape;1140;p126"/>
          <p:cNvSpPr txBox="1"/>
          <p:nvPr/>
        </p:nvSpPr>
        <p:spPr>
          <a:xfrm>
            <a:off x="4687989" y="24291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DEADLINE: APR 16</a:t>
            </a:r>
            <a:endParaRPr b="0" i="0" sz="1100" u="none" cap="none" strike="noStrike">
              <a:solidFill>
                <a:schemeClr val="dk1"/>
              </a:solidFill>
              <a:latin typeface="Arial"/>
              <a:ea typeface="Arial"/>
              <a:cs typeface="Arial"/>
              <a:sym typeface="Arial"/>
            </a:endParaRPr>
          </a:p>
        </p:txBody>
      </p:sp>
      <p:sp>
        <p:nvSpPr>
          <p:cNvPr id="1141" name="Google Shape;1141;p126"/>
          <p:cNvSpPr txBox="1"/>
          <p:nvPr/>
        </p:nvSpPr>
        <p:spPr>
          <a:xfrm>
            <a:off x="4687989" y="2657718"/>
            <a:ext cx="1848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Inter"/>
                <a:ea typeface="Inter"/>
                <a:cs typeface="Inter"/>
                <a:sym typeface="Inter"/>
              </a:rPr>
              <a:t>AI Engine</a:t>
            </a:r>
            <a:endParaRPr b="0" i="0" sz="1100" u="none" cap="none" strike="noStrike">
              <a:solidFill>
                <a:schemeClr val="dk1"/>
              </a:solidFill>
              <a:latin typeface="Arial"/>
              <a:ea typeface="Arial"/>
              <a:cs typeface="Arial"/>
              <a:sym typeface="Arial"/>
            </a:endParaRPr>
          </a:p>
        </p:txBody>
      </p:sp>
      <p:sp>
        <p:nvSpPr>
          <p:cNvPr id="1142" name="Google Shape;1142;p126"/>
          <p:cNvSpPr txBox="1"/>
          <p:nvPr/>
        </p:nvSpPr>
        <p:spPr>
          <a:xfrm>
            <a:off x="6768272" y="24291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DEADLINE: MAY 14</a:t>
            </a:r>
            <a:endParaRPr b="0" i="0" sz="1100" u="none" cap="none" strike="noStrike">
              <a:solidFill>
                <a:schemeClr val="dk1"/>
              </a:solidFill>
              <a:latin typeface="Arial"/>
              <a:ea typeface="Arial"/>
              <a:cs typeface="Arial"/>
              <a:sym typeface="Arial"/>
            </a:endParaRPr>
          </a:p>
        </p:txBody>
      </p:sp>
      <p:sp>
        <p:nvSpPr>
          <p:cNvPr id="1143" name="Google Shape;1143;p126"/>
          <p:cNvSpPr txBox="1"/>
          <p:nvPr/>
        </p:nvSpPr>
        <p:spPr>
          <a:xfrm>
            <a:off x="6768272" y="2657718"/>
            <a:ext cx="1848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Inter"/>
                <a:ea typeface="Inter"/>
                <a:cs typeface="Inter"/>
                <a:sym typeface="Inter"/>
              </a:rPr>
              <a:t>Deployment</a:t>
            </a:r>
            <a:endParaRPr b="0" i="0" sz="1100" u="none" cap="none" strike="noStrike">
              <a:solidFill>
                <a:schemeClr val="dk1"/>
              </a:solidFill>
              <a:latin typeface="Arial"/>
              <a:ea typeface="Arial"/>
              <a:cs typeface="Arial"/>
              <a:sym typeface="Arial"/>
            </a:endParaRPr>
          </a:p>
        </p:txBody>
      </p:sp>
      <p:sp>
        <p:nvSpPr>
          <p:cNvPr id="1144" name="Google Shape;1144;p126"/>
          <p:cNvSpPr txBox="1"/>
          <p:nvPr/>
        </p:nvSpPr>
        <p:spPr>
          <a:xfrm>
            <a:off x="544482" y="2936324"/>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Project Charter &amp; MVP</a:t>
            </a:r>
            <a:endParaRPr b="0" i="0" sz="1100" u="none" cap="none" strike="noStrike">
              <a:solidFill>
                <a:schemeClr val="dk1"/>
              </a:solidFill>
              <a:latin typeface="Arial"/>
              <a:ea typeface="Arial"/>
              <a:cs typeface="Arial"/>
              <a:sym typeface="Arial"/>
            </a:endParaRPr>
          </a:p>
        </p:txBody>
      </p:sp>
      <p:sp>
        <p:nvSpPr>
          <p:cNvPr id="1145" name="Google Shape;1145;p126"/>
          <p:cNvSpPr txBox="1"/>
          <p:nvPr/>
        </p:nvSpPr>
        <p:spPr>
          <a:xfrm>
            <a:off x="544482" y="3157781"/>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GitHub &amp; Tech Stack Setup</a:t>
            </a:r>
            <a:endParaRPr b="0" i="0" sz="1100" u="none" cap="none" strike="noStrike">
              <a:solidFill>
                <a:schemeClr val="dk1"/>
              </a:solidFill>
              <a:latin typeface="Arial"/>
              <a:ea typeface="Arial"/>
              <a:cs typeface="Arial"/>
              <a:sym typeface="Arial"/>
            </a:endParaRPr>
          </a:p>
        </p:txBody>
      </p:sp>
      <p:sp>
        <p:nvSpPr>
          <p:cNvPr id="1146" name="Google Shape;1146;p126"/>
          <p:cNvSpPr txBox="1"/>
          <p:nvPr/>
        </p:nvSpPr>
        <p:spPr>
          <a:xfrm>
            <a:off x="544482" y="3379237"/>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Backlog Creation</a:t>
            </a:r>
            <a:endParaRPr b="0" i="0" sz="1100" u="none" cap="none" strike="noStrike">
              <a:solidFill>
                <a:schemeClr val="dk1"/>
              </a:solidFill>
              <a:latin typeface="Arial"/>
              <a:ea typeface="Arial"/>
              <a:cs typeface="Arial"/>
              <a:sym typeface="Arial"/>
            </a:endParaRPr>
          </a:p>
        </p:txBody>
      </p:sp>
      <p:sp>
        <p:nvSpPr>
          <p:cNvPr id="1147" name="Google Shape;1147;p126"/>
          <p:cNvSpPr txBox="1"/>
          <p:nvPr/>
        </p:nvSpPr>
        <p:spPr>
          <a:xfrm>
            <a:off x="527425" y="3772143"/>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DELIVERABLES:</a:t>
            </a:r>
            <a:endParaRPr b="0" i="0" sz="1100" u="none" cap="none" strike="noStrike">
              <a:solidFill>
                <a:schemeClr val="dk1"/>
              </a:solidFill>
              <a:latin typeface="Arial"/>
              <a:ea typeface="Arial"/>
              <a:cs typeface="Arial"/>
              <a:sym typeface="Arial"/>
            </a:endParaRPr>
          </a:p>
        </p:txBody>
      </p:sp>
      <p:sp>
        <p:nvSpPr>
          <p:cNvPr id="1148" name="Google Shape;1148;p126"/>
          <p:cNvSpPr txBox="1"/>
          <p:nvPr/>
        </p:nvSpPr>
        <p:spPr>
          <a:xfrm>
            <a:off x="527425" y="39150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800" u="none" cap="none" strike="noStrike">
                <a:solidFill>
                  <a:schemeClr val="dk1"/>
                </a:solidFill>
                <a:latin typeface="Inter SemiBold"/>
                <a:ea typeface="Inter SemiBold"/>
                <a:cs typeface="Inter SemiBold"/>
                <a:sym typeface="Inter SemiBold"/>
              </a:rPr>
              <a:t>Presentation + Wiki + Backlog</a:t>
            </a:r>
            <a:endParaRPr b="0" i="0" sz="1100" u="none" cap="none" strike="noStrike">
              <a:solidFill>
                <a:schemeClr val="dk1"/>
              </a:solidFill>
              <a:latin typeface="Arial"/>
              <a:ea typeface="Arial"/>
              <a:cs typeface="Arial"/>
              <a:sym typeface="Arial"/>
            </a:endParaRPr>
          </a:p>
        </p:txBody>
      </p:sp>
      <p:sp>
        <p:nvSpPr>
          <p:cNvPr id="1149" name="Google Shape;1149;p126"/>
          <p:cNvSpPr txBox="1"/>
          <p:nvPr/>
        </p:nvSpPr>
        <p:spPr>
          <a:xfrm>
            <a:off x="2624763" y="2936324"/>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User Auth</a:t>
            </a:r>
            <a:endParaRPr b="0" i="0" sz="1100" u="none" cap="none" strike="noStrike">
              <a:solidFill>
                <a:schemeClr val="dk1"/>
              </a:solidFill>
              <a:latin typeface="Arial"/>
              <a:ea typeface="Arial"/>
              <a:cs typeface="Arial"/>
              <a:sym typeface="Arial"/>
            </a:endParaRPr>
          </a:p>
        </p:txBody>
      </p:sp>
      <p:sp>
        <p:nvSpPr>
          <p:cNvPr id="1150" name="Google Shape;1150;p126"/>
          <p:cNvSpPr txBox="1"/>
          <p:nvPr/>
        </p:nvSpPr>
        <p:spPr>
          <a:xfrm>
            <a:off x="2624763" y="3157781"/>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Image Upload</a:t>
            </a:r>
            <a:endParaRPr b="0" i="0" sz="1100" u="none" cap="none" strike="noStrike">
              <a:solidFill>
                <a:schemeClr val="dk1"/>
              </a:solidFill>
              <a:latin typeface="Arial"/>
              <a:ea typeface="Arial"/>
              <a:cs typeface="Arial"/>
              <a:sym typeface="Arial"/>
            </a:endParaRPr>
          </a:p>
        </p:txBody>
      </p:sp>
      <p:sp>
        <p:nvSpPr>
          <p:cNvPr id="1151" name="Google Shape;1151;p126"/>
          <p:cNvSpPr txBox="1"/>
          <p:nvPr/>
        </p:nvSpPr>
        <p:spPr>
          <a:xfrm>
            <a:off x="2624763" y="3379237"/>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Image Gallery</a:t>
            </a:r>
            <a:endParaRPr b="0" i="0" sz="1100" u="none" cap="none" strike="noStrike">
              <a:solidFill>
                <a:schemeClr val="dk1"/>
              </a:solidFill>
              <a:latin typeface="Arial"/>
              <a:ea typeface="Arial"/>
              <a:cs typeface="Arial"/>
              <a:sym typeface="Arial"/>
            </a:endParaRPr>
          </a:p>
        </p:txBody>
      </p:sp>
      <p:sp>
        <p:nvSpPr>
          <p:cNvPr id="1152" name="Google Shape;1152;p126"/>
          <p:cNvSpPr txBox="1"/>
          <p:nvPr/>
        </p:nvSpPr>
        <p:spPr>
          <a:xfrm>
            <a:off x="2607707" y="3772143"/>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DELIVERABLES:</a:t>
            </a:r>
            <a:endParaRPr b="0" i="0" sz="1100" u="none" cap="none" strike="noStrike">
              <a:solidFill>
                <a:schemeClr val="dk1"/>
              </a:solidFill>
              <a:latin typeface="Arial"/>
              <a:ea typeface="Arial"/>
              <a:cs typeface="Arial"/>
              <a:sym typeface="Arial"/>
            </a:endParaRPr>
          </a:p>
        </p:txBody>
      </p:sp>
      <p:sp>
        <p:nvSpPr>
          <p:cNvPr id="1153" name="Google Shape;1153;p126"/>
          <p:cNvSpPr txBox="1"/>
          <p:nvPr/>
        </p:nvSpPr>
        <p:spPr>
          <a:xfrm>
            <a:off x="2607707" y="39150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800" u="none" cap="none" strike="noStrike">
                <a:solidFill>
                  <a:schemeClr val="dk1"/>
                </a:solidFill>
                <a:latin typeface="Inter SemiBold"/>
                <a:ea typeface="Inter SemiBold"/>
                <a:cs typeface="Inter SemiBold"/>
                <a:sym typeface="Inter SemiBold"/>
              </a:rPr>
              <a:t>Working Demo + Wiki + Tests</a:t>
            </a:r>
            <a:endParaRPr b="0" i="0" sz="1100" u="none" cap="none" strike="noStrike">
              <a:solidFill>
                <a:schemeClr val="dk1"/>
              </a:solidFill>
              <a:latin typeface="Arial"/>
              <a:ea typeface="Arial"/>
              <a:cs typeface="Arial"/>
              <a:sym typeface="Arial"/>
            </a:endParaRPr>
          </a:p>
        </p:txBody>
      </p:sp>
      <p:sp>
        <p:nvSpPr>
          <p:cNvPr id="1154" name="Google Shape;1154;p126"/>
          <p:cNvSpPr txBox="1"/>
          <p:nvPr/>
        </p:nvSpPr>
        <p:spPr>
          <a:xfrm>
            <a:off x="4705046" y="2936324"/>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900">
                <a:solidFill>
                  <a:schemeClr val="dk1"/>
                </a:solidFill>
                <a:latin typeface="Inter"/>
                <a:ea typeface="Inter"/>
                <a:cs typeface="Inter"/>
                <a:sym typeface="Inter"/>
              </a:rPr>
              <a:t>Model</a:t>
            </a:r>
            <a:r>
              <a:rPr b="0" i="0" lang="en" sz="900" u="none" cap="none" strike="noStrike">
                <a:solidFill>
                  <a:schemeClr val="dk1"/>
                </a:solidFill>
                <a:latin typeface="Inter"/>
                <a:ea typeface="Inter"/>
                <a:cs typeface="Inter"/>
                <a:sym typeface="Inter"/>
              </a:rPr>
              <a:t> Training</a:t>
            </a:r>
            <a:endParaRPr b="0" i="0" sz="1100" u="none" cap="none" strike="noStrike">
              <a:solidFill>
                <a:schemeClr val="dk1"/>
              </a:solidFill>
              <a:latin typeface="Arial"/>
              <a:ea typeface="Arial"/>
              <a:cs typeface="Arial"/>
              <a:sym typeface="Arial"/>
            </a:endParaRPr>
          </a:p>
        </p:txBody>
      </p:sp>
      <p:sp>
        <p:nvSpPr>
          <p:cNvPr id="1155" name="Google Shape;1155;p126"/>
          <p:cNvSpPr txBox="1"/>
          <p:nvPr/>
        </p:nvSpPr>
        <p:spPr>
          <a:xfrm>
            <a:off x="4705046" y="3157781"/>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Prediction API</a:t>
            </a:r>
            <a:endParaRPr b="0" i="0" sz="1100" u="none" cap="none" strike="noStrike">
              <a:solidFill>
                <a:schemeClr val="dk1"/>
              </a:solidFill>
              <a:latin typeface="Arial"/>
              <a:ea typeface="Arial"/>
              <a:cs typeface="Arial"/>
              <a:sym typeface="Arial"/>
            </a:endParaRPr>
          </a:p>
        </p:txBody>
      </p:sp>
      <p:sp>
        <p:nvSpPr>
          <p:cNvPr id="1156" name="Google Shape;1156;p126"/>
          <p:cNvSpPr txBox="1"/>
          <p:nvPr/>
        </p:nvSpPr>
        <p:spPr>
          <a:xfrm>
            <a:off x="4705046" y="3379237"/>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KL Grade Results</a:t>
            </a:r>
            <a:endParaRPr b="0" i="0" sz="1100" u="none" cap="none" strike="noStrike">
              <a:solidFill>
                <a:schemeClr val="dk1"/>
              </a:solidFill>
              <a:latin typeface="Arial"/>
              <a:ea typeface="Arial"/>
              <a:cs typeface="Arial"/>
              <a:sym typeface="Arial"/>
            </a:endParaRPr>
          </a:p>
        </p:txBody>
      </p:sp>
      <p:sp>
        <p:nvSpPr>
          <p:cNvPr id="1157" name="Google Shape;1157;p126"/>
          <p:cNvSpPr txBox="1"/>
          <p:nvPr/>
        </p:nvSpPr>
        <p:spPr>
          <a:xfrm>
            <a:off x="4687989" y="3772143"/>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DELIVERABLES:</a:t>
            </a:r>
            <a:endParaRPr b="0" i="0" sz="1100" u="none" cap="none" strike="noStrike">
              <a:solidFill>
                <a:schemeClr val="dk1"/>
              </a:solidFill>
              <a:latin typeface="Arial"/>
              <a:ea typeface="Arial"/>
              <a:cs typeface="Arial"/>
              <a:sym typeface="Arial"/>
            </a:endParaRPr>
          </a:p>
        </p:txBody>
      </p:sp>
      <p:sp>
        <p:nvSpPr>
          <p:cNvPr id="1158" name="Google Shape;1158;p126"/>
          <p:cNvSpPr txBox="1"/>
          <p:nvPr/>
        </p:nvSpPr>
        <p:spPr>
          <a:xfrm>
            <a:off x="4687989" y="39150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800" u="none" cap="none" strike="noStrike">
                <a:solidFill>
                  <a:schemeClr val="dk1"/>
                </a:solidFill>
                <a:latin typeface="Inter SemiBold"/>
                <a:ea typeface="Inter SemiBold"/>
                <a:cs typeface="Inter SemiBold"/>
                <a:sym typeface="Inter SemiBold"/>
              </a:rPr>
              <a:t>AI Demo + Draft Paper + Wiki</a:t>
            </a:r>
            <a:endParaRPr b="0" i="0" sz="1100" u="none" cap="none" strike="noStrike">
              <a:solidFill>
                <a:schemeClr val="dk1"/>
              </a:solidFill>
              <a:latin typeface="Arial"/>
              <a:ea typeface="Arial"/>
              <a:cs typeface="Arial"/>
              <a:sym typeface="Arial"/>
            </a:endParaRPr>
          </a:p>
        </p:txBody>
      </p:sp>
      <p:sp>
        <p:nvSpPr>
          <p:cNvPr id="1159" name="Google Shape;1159;p126"/>
          <p:cNvSpPr txBox="1"/>
          <p:nvPr/>
        </p:nvSpPr>
        <p:spPr>
          <a:xfrm>
            <a:off x="6785328" y="2936324"/>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History &amp; CSV Export</a:t>
            </a:r>
            <a:endParaRPr b="0" i="0" sz="1100" u="none" cap="none" strike="noStrike">
              <a:solidFill>
                <a:schemeClr val="dk1"/>
              </a:solidFill>
              <a:latin typeface="Arial"/>
              <a:ea typeface="Arial"/>
              <a:cs typeface="Arial"/>
              <a:sym typeface="Arial"/>
            </a:endParaRPr>
          </a:p>
        </p:txBody>
      </p:sp>
      <p:sp>
        <p:nvSpPr>
          <p:cNvPr id="1160" name="Google Shape;1160;p126"/>
          <p:cNvSpPr txBox="1"/>
          <p:nvPr/>
        </p:nvSpPr>
        <p:spPr>
          <a:xfrm>
            <a:off x="6785328" y="3157781"/>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Security &amp; UAT Audit</a:t>
            </a:r>
            <a:endParaRPr b="0" i="0" sz="1100" u="none" cap="none" strike="noStrike">
              <a:solidFill>
                <a:schemeClr val="dk1"/>
              </a:solidFill>
              <a:latin typeface="Arial"/>
              <a:ea typeface="Arial"/>
              <a:cs typeface="Arial"/>
              <a:sym typeface="Arial"/>
            </a:endParaRPr>
          </a:p>
        </p:txBody>
      </p:sp>
      <p:sp>
        <p:nvSpPr>
          <p:cNvPr id="1161" name="Google Shape;1161;p126"/>
          <p:cNvSpPr txBox="1"/>
          <p:nvPr/>
        </p:nvSpPr>
        <p:spPr>
          <a:xfrm>
            <a:off x="6785328" y="3379237"/>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Production Launch</a:t>
            </a:r>
            <a:endParaRPr b="0" i="0" sz="1100" u="none" cap="none" strike="noStrike">
              <a:solidFill>
                <a:schemeClr val="dk1"/>
              </a:solidFill>
              <a:latin typeface="Arial"/>
              <a:ea typeface="Arial"/>
              <a:cs typeface="Arial"/>
              <a:sym typeface="Arial"/>
            </a:endParaRPr>
          </a:p>
        </p:txBody>
      </p:sp>
      <p:sp>
        <p:nvSpPr>
          <p:cNvPr id="1162" name="Google Shape;1162;p126"/>
          <p:cNvSpPr txBox="1"/>
          <p:nvPr/>
        </p:nvSpPr>
        <p:spPr>
          <a:xfrm>
            <a:off x="6768272" y="3772143"/>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DELIVERABLES:</a:t>
            </a:r>
            <a:endParaRPr b="0" i="0" sz="1100" u="none" cap="none" strike="noStrike">
              <a:solidFill>
                <a:schemeClr val="dk1"/>
              </a:solidFill>
              <a:latin typeface="Arial"/>
              <a:ea typeface="Arial"/>
              <a:cs typeface="Arial"/>
              <a:sym typeface="Arial"/>
            </a:endParaRPr>
          </a:p>
        </p:txBody>
      </p:sp>
      <p:sp>
        <p:nvSpPr>
          <p:cNvPr id="1163" name="Google Shape;1163;p126"/>
          <p:cNvSpPr txBox="1"/>
          <p:nvPr/>
        </p:nvSpPr>
        <p:spPr>
          <a:xfrm>
            <a:off x="6768272" y="39150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800" u="none" cap="none" strike="noStrike">
                <a:solidFill>
                  <a:schemeClr val="dk1"/>
                </a:solidFill>
                <a:latin typeface="Inter SemiBold"/>
                <a:ea typeface="Inter SemiBold"/>
                <a:cs typeface="Inter SemiBold"/>
                <a:sym typeface="Inter SemiBold"/>
              </a:rPr>
              <a:t>Final MVP + Full Documentation</a:t>
            </a:r>
            <a:endParaRPr b="0" i="0" sz="1100" u="none" cap="none" strike="noStrike">
              <a:solidFill>
                <a:schemeClr val="dk1"/>
              </a:solidFill>
              <a:latin typeface="Arial"/>
              <a:ea typeface="Arial"/>
              <a:cs typeface="Arial"/>
              <a:sym typeface="Arial"/>
            </a:endParaRPr>
          </a:p>
        </p:txBody>
      </p:sp>
      <p:sp>
        <p:nvSpPr>
          <p:cNvPr id="1164" name="Google Shape;1164;p126"/>
          <p:cNvSpPr/>
          <p:nvPr/>
        </p:nvSpPr>
        <p:spPr>
          <a:xfrm>
            <a:off x="544463" y="1748135"/>
            <a:ext cx="875700" cy="6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3300">
                <a:solidFill>
                  <a:schemeClr val="dk1"/>
                </a:solidFill>
                <a:latin typeface="Viaoda Libre"/>
                <a:ea typeface="Viaoda Libre"/>
                <a:cs typeface="Viaoda Libre"/>
                <a:sym typeface="Viaoda Libre"/>
              </a:rPr>
              <a:t>0</a:t>
            </a:r>
            <a:endParaRPr i="1" sz="3300">
              <a:solidFill>
                <a:schemeClr val="dk1"/>
              </a:solidFill>
              <a:latin typeface="Viaoda Libre"/>
              <a:ea typeface="Viaoda Libre"/>
              <a:cs typeface="Viaoda Libre"/>
              <a:sym typeface="Viaoda Libre"/>
            </a:endParaRPr>
          </a:p>
        </p:txBody>
      </p:sp>
      <p:sp>
        <p:nvSpPr>
          <p:cNvPr id="1165" name="Google Shape;1165;p126"/>
          <p:cNvSpPr/>
          <p:nvPr/>
        </p:nvSpPr>
        <p:spPr>
          <a:xfrm>
            <a:off x="2740338" y="1748135"/>
            <a:ext cx="875700" cy="6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3300">
                <a:solidFill>
                  <a:schemeClr val="dk1"/>
                </a:solidFill>
                <a:latin typeface="Viaoda Libre"/>
                <a:ea typeface="Viaoda Libre"/>
                <a:cs typeface="Viaoda Libre"/>
                <a:sym typeface="Viaoda Libre"/>
              </a:rPr>
              <a:t>1</a:t>
            </a:r>
            <a:endParaRPr i="1" sz="3300">
              <a:solidFill>
                <a:schemeClr val="dk1"/>
              </a:solidFill>
              <a:latin typeface="Viaoda Libre"/>
              <a:ea typeface="Viaoda Libre"/>
              <a:cs typeface="Viaoda Libre"/>
              <a:sym typeface="Viaoda Libre"/>
            </a:endParaRPr>
          </a:p>
        </p:txBody>
      </p:sp>
      <p:sp>
        <p:nvSpPr>
          <p:cNvPr id="1166" name="Google Shape;1166;p126"/>
          <p:cNvSpPr/>
          <p:nvPr/>
        </p:nvSpPr>
        <p:spPr>
          <a:xfrm>
            <a:off x="4762038" y="1754585"/>
            <a:ext cx="875700" cy="6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3300">
                <a:solidFill>
                  <a:schemeClr val="dk1"/>
                </a:solidFill>
                <a:latin typeface="Viaoda Libre"/>
                <a:ea typeface="Viaoda Libre"/>
                <a:cs typeface="Viaoda Libre"/>
                <a:sym typeface="Viaoda Libre"/>
              </a:rPr>
              <a:t>2</a:t>
            </a:r>
            <a:endParaRPr i="1" sz="3300">
              <a:solidFill>
                <a:schemeClr val="dk1"/>
              </a:solidFill>
              <a:latin typeface="Viaoda Libre"/>
              <a:ea typeface="Viaoda Libre"/>
              <a:cs typeface="Viaoda Libre"/>
              <a:sym typeface="Viaoda Libre"/>
            </a:endParaRPr>
          </a:p>
        </p:txBody>
      </p:sp>
      <p:sp>
        <p:nvSpPr>
          <p:cNvPr id="1167" name="Google Shape;1167;p126"/>
          <p:cNvSpPr/>
          <p:nvPr/>
        </p:nvSpPr>
        <p:spPr>
          <a:xfrm>
            <a:off x="6934688" y="1754585"/>
            <a:ext cx="875700" cy="6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3300">
                <a:solidFill>
                  <a:schemeClr val="dk1"/>
                </a:solidFill>
                <a:latin typeface="Viaoda Libre"/>
                <a:ea typeface="Viaoda Libre"/>
                <a:cs typeface="Viaoda Libre"/>
                <a:sym typeface="Viaoda Libre"/>
              </a:rPr>
              <a:t>3</a:t>
            </a:r>
            <a:endParaRPr i="1" sz="3300">
              <a:solidFill>
                <a:schemeClr val="dk1"/>
              </a:solidFill>
              <a:latin typeface="Viaoda Libre"/>
              <a:ea typeface="Viaoda Libre"/>
              <a:cs typeface="Viaoda Libre"/>
              <a:sym typeface="Viaoda Libre"/>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sp>
        <p:nvSpPr>
          <p:cNvPr id="1172" name="Google Shape;1172;p127"/>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 APIs - Predict API </a:t>
            </a:r>
            <a:endParaRPr/>
          </a:p>
        </p:txBody>
      </p:sp>
      <p:pic>
        <p:nvPicPr>
          <p:cNvPr id="1173" name="Google Shape;1173;p127"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174" name="Google Shape;1174;p127" title="Screenshot 2026-05-11 at 8.25.44 PM.png"/>
          <p:cNvPicPr preferRelativeResize="0"/>
          <p:nvPr/>
        </p:nvPicPr>
        <p:blipFill>
          <a:blip r:embed="rId4">
            <a:alphaModFix/>
          </a:blip>
          <a:stretch>
            <a:fillRect/>
          </a:stretch>
        </p:blipFill>
        <p:spPr>
          <a:xfrm>
            <a:off x="2309888" y="857025"/>
            <a:ext cx="4524233" cy="39816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128"/>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 APIs - Similar Cases API </a:t>
            </a:r>
            <a:endParaRPr/>
          </a:p>
        </p:txBody>
      </p:sp>
      <p:pic>
        <p:nvPicPr>
          <p:cNvPr id="1180" name="Google Shape;1180;p128"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181" name="Google Shape;1181;p128" title="Screenshot 2026-05-11 at 8.33.24 PM.png"/>
          <p:cNvPicPr preferRelativeResize="0"/>
          <p:nvPr/>
        </p:nvPicPr>
        <p:blipFill>
          <a:blip r:embed="rId4">
            <a:alphaModFix/>
          </a:blip>
          <a:stretch>
            <a:fillRect/>
          </a:stretch>
        </p:blipFill>
        <p:spPr>
          <a:xfrm>
            <a:off x="2076450" y="995075"/>
            <a:ext cx="4991100" cy="29813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129"/>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 APIs - Chat API </a:t>
            </a:r>
            <a:endParaRPr/>
          </a:p>
        </p:txBody>
      </p:sp>
      <p:pic>
        <p:nvPicPr>
          <p:cNvPr id="1187" name="Google Shape;1187;p129"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188" name="Google Shape;1188;p129" title="Screenshot 2026-05-11 at 8.37.05 PM.png"/>
          <p:cNvPicPr preferRelativeResize="0"/>
          <p:nvPr/>
        </p:nvPicPr>
        <p:blipFill>
          <a:blip r:embed="rId4">
            <a:alphaModFix/>
          </a:blip>
          <a:stretch>
            <a:fillRect/>
          </a:stretch>
        </p:blipFill>
        <p:spPr>
          <a:xfrm>
            <a:off x="2276325" y="951971"/>
            <a:ext cx="4591345" cy="39816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130"/>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Docker:</a:t>
            </a:r>
            <a:endParaRPr i="1"/>
          </a:p>
        </p:txBody>
      </p:sp>
      <p:pic>
        <p:nvPicPr>
          <p:cNvPr id="1194" name="Google Shape;1194;p130" title="Minimal Gradient by Slidesgo (2).jpg"/>
          <p:cNvPicPr preferRelativeResize="0"/>
          <p:nvPr>
            <p:ph idx="2" type="pic"/>
          </p:nvPr>
        </p:nvPicPr>
        <p:blipFill rotWithShape="1">
          <a:blip r:embed="rId3">
            <a:alphaModFix/>
          </a:blip>
          <a:srcRect b="19910" l="20913" r="40201" t="0"/>
          <a:stretch/>
        </p:blipFill>
        <p:spPr>
          <a:xfrm>
            <a:off x="6925060" y="2572875"/>
            <a:ext cx="2218939" cy="2570675"/>
          </a:xfrm>
          <a:prstGeom prst="rect">
            <a:avLst/>
          </a:prstGeom>
        </p:spPr>
      </p:pic>
      <p:pic>
        <p:nvPicPr>
          <p:cNvPr id="1195" name="Google Shape;1195;p130" title="Screenshot 2026-04-13 at 3.08.32 PM.png"/>
          <p:cNvPicPr preferRelativeResize="0"/>
          <p:nvPr/>
        </p:nvPicPr>
        <p:blipFill>
          <a:blip r:embed="rId4">
            <a:alphaModFix/>
          </a:blip>
          <a:stretch>
            <a:fillRect/>
          </a:stretch>
        </p:blipFill>
        <p:spPr>
          <a:xfrm>
            <a:off x="266462" y="1182113"/>
            <a:ext cx="8611077" cy="277927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131"/>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201" name="Google Shape;1201;p131"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02" name="Google Shape;1202;p131" title="Screenshot 2026-05-13 at 12.13.27 PM.png"/>
          <p:cNvPicPr preferRelativeResize="0"/>
          <p:nvPr/>
        </p:nvPicPr>
        <p:blipFill>
          <a:blip r:embed="rId4">
            <a:alphaModFix/>
          </a:blip>
          <a:stretch>
            <a:fillRect/>
          </a:stretch>
        </p:blipFill>
        <p:spPr>
          <a:xfrm>
            <a:off x="1082625" y="1023800"/>
            <a:ext cx="6978752" cy="3487551"/>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p132"/>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208" name="Google Shape;1208;p132"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09" name="Google Shape;1209;p132" title="Screenshot 2026-05-13 at 12.21.47 PM.png"/>
          <p:cNvPicPr preferRelativeResize="0"/>
          <p:nvPr/>
        </p:nvPicPr>
        <p:blipFill>
          <a:blip r:embed="rId4">
            <a:alphaModFix/>
          </a:blip>
          <a:stretch>
            <a:fillRect/>
          </a:stretch>
        </p:blipFill>
        <p:spPr>
          <a:xfrm>
            <a:off x="998863" y="1023775"/>
            <a:ext cx="7146276" cy="3588124"/>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133"/>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215" name="Google Shape;1215;p133"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16" name="Google Shape;1216;p133" title="Screenshot 2026-05-13 at 12.22.50 PM.png"/>
          <p:cNvPicPr preferRelativeResize="0"/>
          <p:nvPr/>
        </p:nvPicPr>
        <p:blipFill>
          <a:blip r:embed="rId4">
            <a:alphaModFix/>
          </a:blip>
          <a:stretch>
            <a:fillRect/>
          </a:stretch>
        </p:blipFill>
        <p:spPr>
          <a:xfrm>
            <a:off x="1056088" y="1023775"/>
            <a:ext cx="7031824" cy="3530649"/>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134"/>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222" name="Google Shape;1222;p134"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23" name="Google Shape;1223;p134" title="Screenshot 2026-05-13 at 12.23.59 PM.png"/>
          <p:cNvPicPr preferRelativeResize="0"/>
          <p:nvPr/>
        </p:nvPicPr>
        <p:blipFill>
          <a:blip r:embed="rId4">
            <a:alphaModFix/>
          </a:blip>
          <a:stretch>
            <a:fillRect/>
          </a:stretch>
        </p:blipFill>
        <p:spPr>
          <a:xfrm>
            <a:off x="997000" y="980700"/>
            <a:ext cx="7150001" cy="3588126"/>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135"/>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229" name="Google Shape;1229;p135"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30" name="Google Shape;1230;p135" title="Screenshot 2026-05-13 at 12.24.42 PM.png"/>
          <p:cNvPicPr preferRelativeResize="0"/>
          <p:nvPr/>
        </p:nvPicPr>
        <p:blipFill>
          <a:blip r:embed="rId4">
            <a:alphaModFix/>
          </a:blip>
          <a:stretch>
            <a:fillRect/>
          </a:stretch>
        </p:blipFill>
        <p:spPr>
          <a:xfrm>
            <a:off x="1086563" y="1023775"/>
            <a:ext cx="6970875" cy="3501926"/>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p136"/>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236" name="Google Shape;1236;p136"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37" name="Google Shape;1237;p136" title="Screenshot 2026-05-13 at 12.25.54 PM.png"/>
          <p:cNvPicPr preferRelativeResize="0"/>
          <p:nvPr/>
        </p:nvPicPr>
        <p:blipFill>
          <a:blip r:embed="rId4">
            <a:alphaModFix/>
          </a:blip>
          <a:stretch>
            <a:fillRect/>
          </a:stretch>
        </p:blipFill>
        <p:spPr>
          <a:xfrm>
            <a:off x="958138" y="1023775"/>
            <a:ext cx="7227727" cy="36024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p137"/>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243" name="Google Shape;1243;p137"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44" name="Google Shape;1244;p137" title="Screenshot 2026-05-13 at 12.28.16 PM.png"/>
          <p:cNvPicPr preferRelativeResize="0"/>
          <p:nvPr/>
        </p:nvPicPr>
        <p:blipFill>
          <a:blip r:embed="rId4">
            <a:alphaModFix/>
          </a:blip>
          <a:stretch>
            <a:fillRect/>
          </a:stretch>
        </p:blipFill>
        <p:spPr>
          <a:xfrm>
            <a:off x="1041775" y="995050"/>
            <a:ext cx="7060449" cy="3545024"/>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138"/>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250" name="Google Shape;1250;p138"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51" name="Google Shape;1251;p138" title="Screenshot 2026-05-13 at 12.29.22 PM.png"/>
          <p:cNvPicPr preferRelativeResize="0"/>
          <p:nvPr/>
        </p:nvPicPr>
        <p:blipFill>
          <a:blip r:embed="rId4">
            <a:alphaModFix/>
          </a:blip>
          <a:stretch>
            <a:fillRect/>
          </a:stretch>
        </p:blipFill>
        <p:spPr>
          <a:xfrm>
            <a:off x="1019563" y="1009425"/>
            <a:ext cx="7104873" cy="35450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sp>
        <p:nvSpPr>
          <p:cNvPr id="1256" name="Google Shape;1256;p139"/>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257" name="Google Shape;1257;p139"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58" name="Google Shape;1258;p139" title="Screenshot 2026-05-13 at 12.30.17 PM.png"/>
          <p:cNvPicPr preferRelativeResize="0"/>
          <p:nvPr/>
        </p:nvPicPr>
        <p:blipFill>
          <a:blip r:embed="rId4">
            <a:alphaModFix/>
          </a:blip>
          <a:stretch>
            <a:fillRect/>
          </a:stretch>
        </p:blipFill>
        <p:spPr>
          <a:xfrm>
            <a:off x="1000113" y="1009425"/>
            <a:ext cx="7143773" cy="35737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140"/>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264" name="Google Shape;1264;p140"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65" name="Google Shape;1265;p140" title="Screenshot 2026-05-13 at 12.31.40 PM.png"/>
          <p:cNvPicPr preferRelativeResize="0"/>
          <p:nvPr/>
        </p:nvPicPr>
        <p:blipFill>
          <a:blip r:embed="rId4">
            <a:alphaModFix/>
          </a:blip>
          <a:stretch>
            <a:fillRect/>
          </a:stretch>
        </p:blipFill>
        <p:spPr>
          <a:xfrm>
            <a:off x="953263" y="995050"/>
            <a:ext cx="7237475" cy="361685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141"/>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271" name="Google Shape;1271;p141"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72" name="Google Shape;1272;p141" title="Screenshot 2026-05-13 at 12.33.05 PM.png"/>
          <p:cNvPicPr preferRelativeResize="0"/>
          <p:nvPr/>
        </p:nvPicPr>
        <p:blipFill>
          <a:blip r:embed="rId4">
            <a:alphaModFix/>
          </a:blip>
          <a:stretch>
            <a:fillRect/>
          </a:stretch>
        </p:blipFill>
        <p:spPr>
          <a:xfrm>
            <a:off x="904475" y="1023800"/>
            <a:ext cx="7335050" cy="36887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142"/>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278" name="Google Shape;1278;p142"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79" name="Google Shape;1279;p142" title="Screenshot 2026-05-13 at 12.34.21 PM.png"/>
          <p:cNvPicPr preferRelativeResize="0"/>
          <p:nvPr/>
        </p:nvPicPr>
        <p:blipFill>
          <a:blip r:embed="rId4">
            <a:alphaModFix/>
          </a:blip>
          <a:stretch>
            <a:fillRect/>
          </a:stretch>
        </p:blipFill>
        <p:spPr>
          <a:xfrm>
            <a:off x="1051700" y="1009425"/>
            <a:ext cx="7040601" cy="350192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143"/>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Live Application Demo</a:t>
            </a:r>
            <a:endParaRPr/>
          </a:p>
        </p:txBody>
      </p:sp>
      <p:pic>
        <p:nvPicPr>
          <p:cNvPr id="1285" name="Google Shape;1285;p143"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86" name="Google Shape;1286;p143" title="Screenshot 2026-02-16 at 9.46.18 PM.png"/>
          <p:cNvPicPr preferRelativeResize="0"/>
          <p:nvPr/>
        </p:nvPicPr>
        <p:blipFill>
          <a:blip r:embed="rId4">
            <a:alphaModFix/>
          </a:blip>
          <a:stretch>
            <a:fillRect/>
          </a:stretch>
        </p:blipFill>
        <p:spPr>
          <a:xfrm>
            <a:off x="3276600" y="1419225"/>
            <a:ext cx="2590800" cy="23050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144"/>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Enhancements</a:t>
            </a:r>
            <a:endParaRPr/>
          </a:p>
        </p:txBody>
      </p:sp>
      <p:pic>
        <p:nvPicPr>
          <p:cNvPr id="1292" name="Google Shape;1292;p144"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sp>
        <p:nvSpPr>
          <p:cNvPr id="1293" name="Google Shape;1293;p144"/>
          <p:cNvSpPr txBox="1"/>
          <p:nvPr/>
        </p:nvSpPr>
        <p:spPr>
          <a:xfrm>
            <a:off x="644250" y="1197975"/>
            <a:ext cx="6350100" cy="2555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b="1" lang="en"/>
              <a:t>Federated Learning</a:t>
            </a:r>
            <a:r>
              <a:rPr lang="en"/>
              <a:t> — train across multiple hospital datasets without sharing patient data, improving model generalization while maintaining privacy compliance (HIPAA/GDPR)</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b="1" lang="en"/>
              <a:t>Treatment Outcome Prediction</a:t>
            </a:r>
            <a:r>
              <a:rPr lang="en"/>
              <a:t> — given a patient's current grade and chosen treatment path, predict the likely outcome at 6/12/24 months using historical case data</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b="1" lang="en"/>
              <a:t>Mobile Deployment</a:t>
            </a:r>
            <a:r>
              <a:rPr lang="en"/>
              <a:t> — quantize the EfficientNet-B4 model (INT8/FP16) for edge deployment on mobile devices, enabling point-of-care screening in rural clinics without internet connectivity</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p145"/>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Disclosure</a:t>
            </a:r>
            <a:endParaRPr/>
          </a:p>
        </p:txBody>
      </p:sp>
      <p:pic>
        <p:nvPicPr>
          <p:cNvPr id="1299" name="Google Shape;1299;p145"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sp>
        <p:nvSpPr>
          <p:cNvPr id="1300" name="Google Shape;1300;p145"/>
          <p:cNvSpPr txBox="1"/>
          <p:nvPr/>
        </p:nvSpPr>
        <p:spPr>
          <a:xfrm>
            <a:off x="644250" y="1197975"/>
            <a:ext cx="6350100" cy="2555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Assisted in generating initial user stories and backlog items</a:t>
            </a:r>
            <a:br>
              <a:rPr lang="en"/>
            </a:br>
            <a:endParaRPr/>
          </a:p>
          <a:p>
            <a:pPr indent="-317500" lvl="0" marL="457200" rtl="0" algn="l">
              <a:spcBef>
                <a:spcPts val="0"/>
              </a:spcBef>
              <a:spcAft>
                <a:spcPts val="0"/>
              </a:spcAft>
              <a:buSzPts val="1400"/>
              <a:buChar char="●"/>
            </a:pPr>
            <a:r>
              <a:rPr lang="en"/>
              <a:t>Helped draft test cases and testing scenarios</a:t>
            </a:r>
            <a:br>
              <a:rPr lang="en"/>
            </a:br>
            <a:endParaRPr/>
          </a:p>
          <a:p>
            <a:pPr indent="-317500" lvl="0" marL="457200" rtl="0" algn="l">
              <a:spcBef>
                <a:spcPts val="0"/>
              </a:spcBef>
              <a:spcAft>
                <a:spcPts val="0"/>
              </a:spcAft>
              <a:buSzPts val="1400"/>
              <a:buChar char="●"/>
            </a:pPr>
            <a:r>
              <a:rPr lang="en"/>
              <a:t>Supported development of specific backend API routes (authentication, image upload, and database integration) and frontend components (forms, state handling, and API calls)</a:t>
            </a:r>
            <a:br>
              <a:rPr lang="en"/>
            </a:br>
            <a:endParaRPr/>
          </a:p>
          <a:p>
            <a:pPr indent="-317500" lvl="0" marL="457200" rtl="0" algn="l">
              <a:spcBef>
                <a:spcPts val="0"/>
              </a:spcBef>
              <a:spcAft>
                <a:spcPts val="0"/>
              </a:spcAft>
              <a:buSzPts val="1400"/>
              <a:buChar char="●"/>
            </a:pPr>
            <a:r>
              <a:rPr lang="en"/>
              <a:t>Provided guidance for debugging and resolving errors</a:t>
            </a:r>
            <a:br>
              <a:rPr lang="en"/>
            </a:br>
            <a:endParaRPr/>
          </a:p>
          <a:p>
            <a:pPr indent="-317500" lvl="0" marL="457200" rtl="0" algn="l">
              <a:spcBef>
                <a:spcPts val="0"/>
              </a:spcBef>
              <a:spcAft>
                <a:spcPts val="0"/>
              </a:spcAft>
              <a:buSzPts val="1400"/>
              <a:buChar char="●"/>
            </a:pPr>
            <a:r>
              <a:rPr lang="en"/>
              <a:t>Assisted with structuring documentation and project artifacts</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4" name="Shape 1304"/>
        <p:cNvGrpSpPr/>
        <p:nvPr/>
      </p:nvGrpSpPr>
      <p:grpSpPr>
        <a:xfrm>
          <a:off x="0" y="0"/>
          <a:ext cx="0" cy="0"/>
          <a:chOff x="0" y="0"/>
          <a:chExt cx="0" cy="0"/>
        </a:xfrm>
      </p:grpSpPr>
      <p:sp>
        <p:nvSpPr>
          <p:cNvPr id="1305" name="Google Shape;1305;p146"/>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Wiki Page Link</a:t>
            </a:r>
            <a:endParaRPr i="1"/>
          </a:p>
        </p:txBody>
      </p:sp>
      <p:sp>
        <p:nvSpPr>
          <p:cNvPr id="1306" name="Google Shape;1306;p146"/>
          <p:cNvSpPr txBox="1"/>
          <p:nvPr/>
        </p:nvSpPr>
        <p:spPr>
          <a:xfrm>
            <a:off x="736650" y="2049675"/>
            <a:ext cx="7670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u="sng">
                <a:solidFill>
                  <a:schemeClr val="hlink"/>
                </a:solidFill>
                <a:hlinkClick r:id="rId3"/>
              </a:rPr>
              <a:t>https://github.com/htmw/STARLABS/wiki#kneevision</a:t>
            </a:r>
            <a:endParaRPr sz="2500"/>
          </a:p>
        </p:txBody>
      </p:sp>
      <p:pic>
        <p:nvPicPr>
          <p:cNvPr id="1307" name="Google Shape;1307;p146" title="Minimal Gradient by Slidesgo (2).jpg"/>
          <p:cNvPicPr preferRelativeResize="0"/>
          <p:nvPr>
            <p:ph idx="2" type="pic"/>
          </p:nvPr>
        </p:nvPicPr>
        <p:blipFill rotWithShape="1">
          <a:blip r:embed="rId4">
            <a:alphaModFix/>
          </a:blip>
          <a:srcRect b="19910" l="20913" r="40201" t="0"/>
          <a:stretch/>
        </p:blipFill>
        <p:spPr>
          <a:xfrm>
            <a:off x="6925060" y="2572875"/>
            <a:ext cx="2218939" cy="2570675"/>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11" name="Shape 1311"/>
        <p:cNvGrpSpPr/>
        <p:nvPr/>
      </p:nvGrpSpPr>
      <p:grpSpPr>
        <a:xfrm>
          <a:off x="0" y="0"/>
          <a:ext cx="0" cy="0"/>
          <a:chOff x="0" y="0"/>
          <a:chExt cx="0" cy="0"/>
        </a:xfrm>
      </p:grpSpPr>
      <p:sp>
        <p:nvSpPr>
          <p:cNvPr id="1312" name="Google Shape;1312;p147"/>
          <p:cNvSpPr txBox="1"/>
          <p:nvPr>
            <p:ph type="title"/>
          </p:nvPr>
        </p:nvSpPr>
        <p:spPr>
          <a:xfrm flipH="1">
            <a:off x="2731811" y="2068640"/>
            <a:ext cx="3680400" cy="1006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THANK YOU</a:t>
            </a:r>
            <a:endParaRPr i="1"/>
          </a:p>
        </p:txBody>
      </p:sp>
      <p:sp>
        <p:nvSpPr>
          <p:cNvPr id="1313" name="Google Shape;1313;p147"/>
          <p:cNvSpPr txBox="1"/>
          <p:nvPr>
            <p:ph type="title"/>
          </p:nvPr>
        </p:nvSpPr>
        <p:spPr>
          <a:xfrm flipH="1">
            <a:off x="4277397" y="4009100"/>
            <a:ext cx="4676700" cy="1006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i="1" lang="en" sz="2400">
                <a:latin typeface="Albert Sans Light"/>
                <a:ea typeface="Albert Sans Light"/>
                <a:cs typeface="Albert Sans Light"/>
                <a:sym typeface="Albert Sans Light"/>
              </a:rPr>
              <a:t>Team S.T.A.R Labs</a:t>
            </a:r>
            <a:endParaRPr i="1" sz="2400">
              <a:latin typeface="Albert Sans Light"/>
              <a:ea typeface="Albert Sans Light"/>
              <a:cs typeface="Albert Sans Light"/>
              <a:sym typeface="Albert Sans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Minimal Gradient by Slidesgo">
  <a:themeElements>
    <a:clrScheme name="Simple Light">
      <a:dk1>
        <a:srgbClr val="000000"/>
      </a:dk1>
      <a:lt1>
        <a:srgbClr val="FFFBF8"/>
      </a:lt1>
      <a:dk2>
        <a:srgbClr val="000000"/>
      </a:dk2>
      <a:lt2>
        <a:srgbClr val="000000"/>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nimal Gradient by Slidesgo">
  <a:themeElements>
    <a:clrScheme name="Simple Light">
      <a:dk1>
        <a:srgbClr val="000000"/>
      </a:dk1>
      <a:lt1>
        <a:srgbClr val="FFFBF8"/>
      </a:lt1>
      <a:dk2>
        <a:srgbClr val="000000"/>
      </a:dk2>
      <a:lt2>
        <a:srgbClr val="000000"/>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inimal Gradient by Slidesgo">
  <a:themeElements>
    <a:clrScheme name="Simple Light">
      <a:dk1>
        <a:srgbClr val="000000"/>
      </a:dk1>
      <a:lt1>
        <a:srgbClr val="FFFBF8"/>
      </a:lt1>
      <a:dk2>
        <a:srgbClr val="000000"/>
      </a:dk2>
      <a:lt2>
        <a:srgbClr val="000000"/>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